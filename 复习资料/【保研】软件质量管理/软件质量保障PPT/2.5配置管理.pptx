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Lst>
  <p:notesMasterIdLst>
    <p:notesMasterId r:id="rId6"/>
  </p:notesMasterIdLst>
  <p:sldIdLst>
    <p:sldId id="256" r:id="rId5"/>
    <p:sldId id="257" r:id="rId7"/>
    <p:sldId id="265" r:id="rId8"/>
    <p:sldId id="305" r:id="rId9"/>
    <p:sldId id="286" r:id="rId10"/>
    <p:sldId id="288" r:id="rId11"/>
    <p:sldId id="289" r:id="rId12"/>
    <p:sldId id="290" r:id="rId13"/>
    <p:sldId id="291" r:id="rId14"/>
    <p:sldId id="306" r:id="rId15"/>
    <p:sldId id="292" r:id="rId16"/>
    <p:sldId id="293" r:id="rId17"/>
    <p:sldId id="294" r:id="rId18"/>
    <p:sldId id="295" r:id="rId19"/>
    <p:sldId id="296" r:id="rId20"/>
    <p:sldId id="297" r:id="rId21"/>
    <p:sldId id="307" r:id="rId22"/>
    <p:sldId id="298" r:id="rId23"/>
    <p:sldId id="299" r:id="rId24"/>
    <p:sldId id="300" r:id="rId25"/>
    <p:sldId id="301" r:id="rId26"/>
    <p:sldId id="302" r:id="rId27"/>
    <p:sldId id="303" r:id="rId28"/>
    <p:sldId id="308" r:id="rId29"/>
    <p:sldId id="309" r:id="rId30"/>
    <p:sldId id="310" r:id="rId31"/>
    <p:sldId id="311" r:id="rId32"/>
    <p:sldId id="312" r:id="rId33"/>
    <p:sldId id="313" r:id="rId34"/>
    <p:sldId id="314" r:id="rId35"/>
    <p:sldId id="315" r:id="rId36"/>
    <p:sldId id="304" r:id="rId37"/>
    <p:sldId id="316" r:id="rId38"/>
    <p:sldId id="317" r:id="rId39"/>
    <p:sldId id="318" r:id="rId40"/>
    <p:sldId id="319" r:id="rId41"/>
    <p:sldId id="320" r:id="rId42"/>
    <p:sldId id="321" r:id="rId43"/>
    <p:sldId id="322" r:id="rId44"/>
    <p:sldId id="323" r:id="rId45"/>
    <p:sldId id="324" r:id="rId46"/>
    <p:sldId id="325" r:id="rId47"/>
    <p:sldId id="326" r:id="rId48"/>
    <p:sldId id="327" r:id="rId49"/>
    <p:sldId id="328" r:id="rId50"/>
    <p:sldId id="329" r:id="rId51"/>
    <p:sldId id="330" r:id="rId52"/>
    <p:sldId id="331" r:id="rId53"/>
    <p:sldId id="332" r:id="rId54"/>
    <p:sldId id="333" r:id="rId55"/>
    <p:sldId id="335" r:id="rId56"/>
    <p:sldId id="336" r:id="rId57"/>
    <p:sldId id="337" r:id="rId58"/>
    <p:sldId id="338" r:id="rId59"/>
    <p:sldId id="339" r:id="rId60"/>
    <p:sldId id="340" r:id="rId61"/>
    <p:sldId id="341" r:id="rId62"/>
    <p:sldId id="342" r:id="rId63"/>
    <p:sldId id="360" r:id="rId6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21212"/>
    <a:srgbClr val="262626"/>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188" autoAdjust="0"/>
    <p:restoredTop sz="88043"/>
  </p:normalViewPr>
  <p:slideViewPr>
    <p:cSldViewPr snapToGrid="0">
      <p:cViewPr varScale="1">
        <p:scale>
          <a:sx n="62" d="100"/>
          <a:sy n="62" d="100"/>
        </p:scale>
        <p:origin x="90" y="3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7" Type="http://schemas.openxmlformats.org/officeDocument/2006/relationships/tableStyles" Target="tableStyles.xml"/><Relationship Id="rId66" Type="http://schemas.openxmlformats.org/officeDocument/2006/relationships/viewProps" Target="viewProps.xml"/><Relationship Id="rId65" Type="http://schemas.openxmlformats.org/officeDocument/2006/relationships/presProps" Target="presProps.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notesMaster" Target="notesMasters/notesMaster1.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DCCBB9-D96C-4EBA-82A1-34318BBBAA59}"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5D2DAF-7A11-4887-8CD5-B116BE4C2387}"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5D2DAF-7A11-4887-8CD5-B116BE4C2387}"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45D2DAF-7A11-4887-8CD5-B116BE4C2387}"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45D2DAF-7A11-4887-8CD5-B116BE4C2387}"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0E67C00-F679-4C51-9894-9E2214E5C2F1}" type="slidenum">
              <a:rPr kumimoji="0" lang="en-US" altLang="zh-CN" sz="1200" b="0" i="0" u="none" strike="noStrike" kern="1200" cap="none" spc="0" normalizeH="0" baseline="0" noProof="0" smtClean="0">
                <a:ln>
                  <a:noFill/>
                </a:ln>
                <a:solidFill>
                  <a:srgbClr val="31312F"/>
                </a:solidFill>
                <a:effectLst/>
                <a:uLnTx/>
                <a:uFillTx/>
                <a:latin typeface="Microsoft YaHei UI" panose="020B0503020204020204" pitchFamily="34" charset="-122"/>
                <a:ea typeface="+mn-ea"/>
                <a:cs typeface="+mn-cs"/>
              </a:rPr>
            </a:fld>
            <a:endParaRPr kumimoji="0" lang="zh-CN" altLang="en-US" sz="1200" b="0" i="0" u="none" strike="noStrike" kern="1200" cap="none" spc="0" normalizeH="0" baseline="0" noProof="0">
              <a:ln>
                <a:noFill/>
              </a:ln>
              <a:solidFill>
                <a:srgbClr val="31312F"/>
              </a:solidFill>
              <a:effectLst/>
              <a:uLnTx/>
              <a:uFillTx/>
              <a:latin typeface="Microsoft YaHei UI" panose="020B0503020204020204" pitchFamily="34" charset="-122"/>
              <a:ea typeface="+mn-ea"/>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5D2DAF-7A11-4887-8CD5-B116BE4C2387}"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u="none" strike="noStrike" kern="1200" dirty="0">
                <a:solidFill>
                  <a:schemeClr val="tx1"/>
                </a:solidFill>
                <a:effectLst/>
                <a:latin typeface="+mn-lt"/>
                <a:ea typeface="+mn-ea"/>
                <a:cs typeface="+mn-cs"/>
              </a:rPr>
              <a:t>如果这个事物、流程、方法、文件、状态、资源会对产品或者项目的进度、质量、资源产生影响，那你就可以把它纳入配置项的范畴。比如需求文档、算法实现、测试计划、人员安排、风险评估表等等，都是配置项。</a:t>
            </a:r>
            <a:endParaRPr lang="zh-CN" altLang="en-US" dirty="0"/>
          </a:p>
        </p:txBody>
      </p:sp>
      <p:sp>
        <p:nvSpPr>
          <p:cNvPr id="4" name="灯片编号占位符 3"/>
          <p:cNvSpPr>
            <a:spLocks noGrp="1"/>
          </p:cNvSpPr>
          <p:nvPr>
            <p:ph type="sldNum" sz="quarter" idx="10"/>
          </p:nvPr>
        </p:nvSpPr>
        <p:spPr/>
        <p:txBody>
          <a:bodyPr/>
          <a:lstStyle/>
          <a:p>
            <a:fld id="{845D2DAF-7A11-4887-8CD5-B116BE4C2387}"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5D2DAF-7A11-4887-8CD5-B116BE4C2387}"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45D2DAF-7A11-4887-8CD5-B116BE4C2387}"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5D2DAF-7A11-4887-8CD5-B116BE4C2387}"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0E67C00-F679-4C51-9894-9E2214E5C2F1}" type="slidenum">
              <a:rPr kumimoji="0" lang="en-US" altLang="zh-CN" sz="1200" b="0" i="0" u="none" strike="noStrike" kern="1200" cap="none" spc="0" normalizeH="0" baseline="0" noProof="0" smtClean="0">
                <a:ln>
                  <a:noFill/>
                </a:ln>
                <a:solidFill>
                  <a:srgbClr val="31312F"/>
                </a:solidFill>
                <a:effectLst/>
                <a:uLnTx/>
                <a:uFillTx/>
                <a:latin typeface="Microsoft YaHei UI" panose="020B0503020204020204" pitchFamily="34" charset="-122"/>
                <a:ea typeface="+mn-ea"/>
                <a:cs typeface="+mn-cs"/>
              </a:rPr>
            </a:fld>
            <a:endParaRPr kumimoji="0" lang="zh-CN" altLang="en-US" sz="1200" b="0" i="0" u="none" strike="noStrike" kern="1200" cap="none" spc="0" normalizeH="0" baseline="0" noProof="0">
              <a:ln>
                <a:noFill/>
              </a:ln>
              <a:solidFill>
                <a:srgbClr val="31312F"/>
              </a:solidFill>
              <a:effectLst/>
              <a:uLnTx/>
              <a:uFillTx/>
              <a:latin typeface="Microsoft YaHei UI" panose="020B0503020204020204" pitchFamily="34" charset="-122"/>
              <a:ea typeface="+mn-ea"/>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45D2DAF-7A11-4887-8CD5-B116BE4C2387}"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5D2DAF-7A11-4887-8CD5-B116BE4C2387}"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5D2DAF-7A11-4887-8CD5-B116BE4C2387}"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u="none" strike="noStrike" kern="1200" dirty="0">
                <a:solidFill>
                  <a:schemeClr val="tx1"/>
                </a:solidFill>
                <a:effectLst/>
                <a:latin typeface="+mn-lt"/>
                <a:ea typeface="+mn-ea"/>
                <a:cs typeface="+mn-cs"/>
              </a:rPr>
              <a:t>因开发和维护的原因，要求能够实现开发人员同时在同一个软件模块上工作，同时对同一个代码部分作不同的修改，即使是跨地域分布的开发团队也能互不干扰，协同工作，而又不失去控制。</a:t>
            </a:r>
            <a:endParaRPr lang="zh-CN" altLang="en-US" dirty="0"/>
          </a:p>
        </p:txBody>
      </p:sp>
      <p:sp>
        <p:nvSpPr>
          <p:cNvPr id="4" name="灯片编号占位符 3"/>
          <p:cNvSpPr>
            <a:spLocks noGrp="1"/>
          </p:cNvSpPr>
          <p:nvPr>
            <p:ph type="sldNum" sz="quarter" idx="10"/>
          </p:nvPr>
        </p:nvSpPr>
        <p:spPr/>
        <p:txBody>
          <a:bodyPr/>
          <a:lstStyle/>
          <a:p>
            <a:fld id="{845D2DAF-7A11-4887-8CD5-B116BE4C2387}"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5D2DAF-7A11-4887-8CD5-B116BE4C2387}"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5D2DAF-7A11-4887-8CD5-B116BE4C2387}"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0E67C00-F679-4C51-9894-9E2214E5C2F1}" type="slidenum">
              <a:rPr kumimoji="0" lang="en-US" altLang="zh-CN" sz="1200" b="0" i="0" u="none" strike="noStrike" kern="1200" cap="none" spc="0" normalizeH="0" baseline="0" noProof="0" smtClean="0">
                <a:ln>
                  <a:noFill/>
                </a:ln>
                <a:solidFill>
                  <a:srgbClr val="31312F"/>
                </a:solidFill>
                <a:effectLst/>
                <a:uLnTx/>
                <a:uFillTx/>
                <a:latin typeface="Microsoft YaHei UI" panose="020B0503020204020204" pitchFamily="34" charset="-122"/>
                <a:ea typeface="+mn-ea"/>
                <a:cs typeface="+mn-cs"/>
              </a:rPr>
            </a:fld>
            <a:endParaRPr kumimoji="0" lang="zh-CN" altLang="en-US" sz="1200" b="0" i="0" u="none" strike="noStrike" kern="1200" cap="none" spc="0" normalizeH="0" baseline="0" noProof="0">
              <a:ln>
                <a:noFill/>
              </a:ln>
              <a:solidFill>
                <a:srgbClr val="31312F"/>
              </a:solidFill>
              <a:effectLst/>
              <a:uLnTx/>
              <a:uFillTx/>
              <a:latin typeface="Microsoft YaHei UI" panose="020B0503020204020204" pitchFamily="34" charset="-122"/>
              <a:ea typeface="+mn-ea"/>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5D2DAF-7A11-4887-8CD5-B116BE4C2387}"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5D2DAF-7A11-4887-8CD5-B116BE4C2387}"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5D2DAF-7A11-4887-8CD5-B116BE4C2387}"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5D2DAF-7A11-4887-8CD5-B116BE4C2387}"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5D2DAF-7A11-4887-8CD5-B116BE4C2387}"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5D2DAF-7A11-4887-8CD5-B116BE4C2387}"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dirty="0"/>
          </a:p>
        </p:txBody>
      </p:sp>
      <p:sp>
        <p:nvSpPr>
          <p:cNvPr id="4" name="幻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0E67C00-F679-4C51-9894-9E2214E5C2F1}" type="slidenum">
              <a:rPr kumimoji="0" lang="en-US" altLang="zh-CN" sz="1200" b="0" i="0" u="none" strike="noStrike" kern="1200" cap="none" spc="0" normalizeH="0" baseline="0" noProof="0" smtClean="0">
                <a:ln>
                  <a:noFill/>
                </a:ln>
                <a:solidFill>
                  <a:srgbClr val="31312F"/>
                </a:solidFill>
                <a:effectLst/>
                <a:uLnTx/>
                <a:uFillTx/>
                <a:latin typeface="Microsoft YaHei UI" panose="020B0503020204020204" pitchFamily="34" charset="-122"/>
                <a:ea typeface="+mn-ea"/>
                <a:cs typeface="+mn-cs"/>
              </a:rPr>
            </a:fld>
            <a:endParaRPr kumimoji="0" lang="zh-CN" altLang="en-US" sz="1200" b="0" i="0" u="none" strike="noStrike" kern="1200" cap="none" spc="0" normalizeH="0" baseline="0" noProof="0">
              <a:ln>
                <a:noFill/>
              </a:ln>
              <a:solidFill>
                <a:srgbClr val="31312F"/>
              </a:solidFill>
              <a:effectLst/>
              <a:uLnTx/>
              <a:uFillTx/>
              <a:latin typeface="Microsoft YaHei UI" panose="020B0503020204020204" pitchFamily="34" charset="-122"/>
              <a:ea typeface="+mn-ea"/>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0E67C00-F679-4C51-9894-9E2214E5C2F1}" type="slidenum">
              <a:rPr kumimoji="0" lang="en-US" altLang="zh-CN" sz="1200" b="0" i="0" u="none" strike="noStrike" kern="1200" cap="none" spc="0" normalizeH="0" baseline="0" noProof="0" smtClean="0">
                <a:ln>
                  <a:noFill/>
                </a:ln>
                <a:solidFill>
                  <a:srgbClr val="31312F"/>
                </a:solidFill>
                <a:effectLst/>
                <a:uLnTx/>
                <a:uFillTx/>
                <a:latin typeface="Microsoft YaHei UI" panose="020B0503020204020204" pitchFamily="34" charset="-122"/>
                <a:ea typeface="+mn-ea"/>
                <a:cs typeface="+mn-cs"/>
              </a:rPr>
            </a:fld>
            <a:endParaRPr kumimoji="0" lang="zh-CN" altLang="en-US" sz="1200" b="0" i="0" u="none" strike="noStrike" kern="1200" cap="none" spc="0" normalizeH="0" baseline="0" noProof="0">
              <a:ln>
                <a:noFill/>
              </a:ln>
              <a:solidFill>
                <a:srgbClr val="31312F"/>
              </a:solidFill>
              <a:effectLst/>
              <a:uLnTx/>
              <a:uFillTx/>
              <a:latin typeface="Microsoft YaHei UI" panose="020B0503020204020204" pitchFamily="34" charset="-122"/>
              <a:ea typeface="+mn-ea"/>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dirty="0"/>
          </a:p>
        </p:txBody>
      </p:sp>
      <p:sp>
        <p:nvSpPr>
          <p:cNvPr id="4" name="幻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0E67C00-F679-4C51-9894-9E2214E5C2F1}" type="slidenum">
              <a:rPr kumimoji="0" lang="en-US" altLang="zh-CN" sz="1200" b="0" i="0" u="none" strike="noStrike" kern="1200" cap="none" spc="0" normalizeH="0" baseline="0" noProof="0" smtClean="0">
                <a:ln>
                  <a:noFill/>
                </a:ln>
                <a:solidFill>
                  <a:srgbClr val="31312F"/>
                </a:solidFill>
                <a:effectLst/>
                <a:uLnTx/>
                <a:uFillTx/>
                <a:latin typeface="Microsoft YaHei UI" panose="020B0503020204020204" pitchFamily="34" charset="-122"/>
                <a:ea typeface="+mn-ea"/>
                <a:cs typeface="+mn-cs"/>
              </a:rPr>
            </a:fld>
            <a:endParaRPr kumimoji="0" lang="zh-CN" altLang="en-US" sz="1200" b="0" i="0" u="none" strike="noStrike" kern="1200" cap="none" spc="0" normalizeH="0" baseline="0" noProof="0">
              <a:ln>
                <a:noFill/>
              </a:ln>
              <a:solidFill>
                <a:srgbClr val="31312F"/>
              </a:solidFill>
              <a:effectLst/>
              <a:uLnTx/>
              <a:uFillTx/>
              <a:latin typeface="Microsoft YaHei UI" panose="020B0503020204020204" pitchFamily="34" charset="-122"/>
              <a:ea typeface="+mn-ea"/>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0E67C00-F679-4C51-9894-9E2214E5C2F1}" type="slidenum">
              <a:rPr kumimoji="0" lang="en-US" altLang="zh-CN" sz="1200" b="0" i="0" u="none" strike="noStrike" kern="1200" cap="none" spc="0" normalizeH="0" baseline="0" noProof="0" smtClean="0">
                <a:ln>
                  <a:noFill/>
                </a:ln>
                <a:solidFill>
                  <a:srgbClr val="31312F"/>
                </a:solidFill>
                <a:effectLst/>
                <a:uLnTx/>
                <a:uFillTx/>
                <a:latin typeface="Microsoft YaHei UI" panose="020B0503020204020204" pitchFamily="34" charset="-122"/>
                <a:ea typeface="+mn-ea"/>
                <a:cs typeface="+mn-cs"/>
              </a:rPr>
            </a:fld>
            <a:endParaRPr kumimoji="0" lang="zh-CN" altLang="en-US" sz="1200" b="0" i="0" u="none" strike="noStrike" kern="1200" cap="none" spc="0" normalizeH="0" baseline="0" noProof="0">
              <a:ln>
                <a:noFill/>
              </a:ln>
              <a:solidFill>
                <a:srgbClr val="31312F"/>
              </a:solidFill>
              <a:effectLst/>
              <a:uLnTx/>
              <a:uFillTx/>
              <a:latin typeface="Microsoft YaHei UI" panose="020B0503020204020204" pitchFamily="34" charset="-122"/>
              <a:ea typeface="+mn-ea"/>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0E67C00-F679-4C51-9894-9E2214E5C2F1}" type="slidenum">
              <a:rPr kumimoji="0" lang="en-US" altLang="zh-CN" sz="1200" b="0" i="0" u="none" strike="noStrike" kern="1200" cap="none" spc="0" normalizeH="0" baseline="0" noProof="0" smtClean="0">
                <a:ln>
                  <a:noFill/>
                </a:ln>
                <a:solidFill>
                  <a:srgbClr val="31312F"/>
                </a:solidFill>
                <a:effectLst/>
                <a:uLnTx/>
                <a:uFillTx/>
                <a:latin typeface="Microsoft YaHei UI" panose="020B0503020204020204" pitchFamily="34" charset="-122"/>
                <a:ea typeface="+mn-ea"/>
                <a:cs typeface="+mn-cs"/>
              </a:rPr>
            </a:fld>
            <a:endParaRPr kumimoji="0" lang="zh-CN" altLang="en-US" sz="1200" b="0" i="0" u="none" strike="noStrike" kern="1200" cap="none" spc="0" normalizeH="0" baseline="0" noProof="0">
              <a:ln>
                <a:noFill/>
              </a:ln>
              <a:solidFill>
                <a:srgbClr val="31312F"/>
              </a:solidFill>
              <a:effectLst/>
              <a:uLnTx/>
              <a:uFillTx/>
              <a:latin typeface="Microsoft YaHei UI" panose="020B0503020204020204" pitchFamily="34" charset="-122"/>
              <a:ea typeface="+mn-ea"/>
              <a:cs typeface="+mn-c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0E67C00-F679-4C51-9894-9E2214E5C2F1}" type="slidenum">
              <a:rPr kumimoji="0" lang="en-US" altLang="zh-CN" sz="1200" b="0" i="0" u="none" strike="noStrike" kern="1200" cap="none" spc="0" normalizeH="0" baseline="0" noProof="0" smtClean="0">
                <a:ln>
                  <a:noFill/>
                </a:ln>
                <a:solidFill>
                  <a:srgbClr val="31312F"/>
                </a:solidFill>
                <a:effectLst/>
                <a:uLnTx/>
                <a:uFillTx/>
                <a:latin typeface="Microsoft YaHei UI" panose="020B0503020204020204" pitchFamily="34" charset="-122"/>
                <a:ea typeface="+mn-ea"/>
                <a:cs typeface="+mn-cs"/>
              </a:rPr>
            </a:fld>
            <a:endParaRPr kumimoji="0" lang="zh-CN" altLang="en-US" sz="1200" b="0" i="0" u="none" strike="noStrike" kern="1200" cap="none" spc="0" normalizeH="0" baseline="0" noProof="0">
              <a:ln>
                <a:noFill/>
              </a:ln>
              <a:solidFill>
                <a:srgbClr val="31312F"/>
              </a:solidFill>
              <a:effectLst/>
              <a:uLnTx/>
              <a:uFillTx/>
              <a:latin typeface="Microsoft YaHei UI" panose="020B0503020204020204" pitchFamily="34" charset="-122"/>
              <a:ea typeface="+mn-ea"/>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0E67C00-F679-4C51-9894-9E2214E5C2F1}" type="slidenum">
              <a:rPr kumimoji="0" lang="en-US" altLang="zh-CN" sz="1200" b="0" i="0" u="none" strike="noStrike" kern="1200" cap="none" spc="0" normalizeH="0" baseline="0" noProof="0" smtClean="0">
                <a:ln>
                  <a:noFill/>
                </a:ln>
                <a:solidFill>
                  <a:srgbClr val="31312F"/>
                </a:solidFill>
                <a:effectLst/>
                <a:uLnTx/>
                <a:uFillTx/>
                <a:latin typeface="Microsoft YaHei UI" panose="020B0503020204020204" pitchFamily="34" charset="-122"/>
                <a:ea typeface="+mn-ea"/>
                <a:cs typeface="+mn-cs"/>
              </a:rPr>
            </a:fld>
            <a:endParaRPr kumimoji="0" lang="zh-CN" altLang="en-US" sz="1200" b="0" i="0" u="none" strike="noStrike" kern="1200" cap="none" spc="0" normalizeH="0" baseline="0" noProof="0">
              <a:ln>
                <a:noFill/>
              </a:ln>
              <a:solidFill>
                <a:srgbClr val="31312F"/>
              </a:solidFill>
              <a:effectLst/>
              <a:uLnTx/>
              <a:uFillTx/>
              <a:latin typeface="Microsoft YaHei UI" panose="020B0503020204020204" pitchFamily="34" charset="-122"/>
              <a:ea typeface="+mn-ea"/>
              <a:cs typeface="+mn-c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45D2DAF-7A11-4887-8CD5-B116BE4C2387}"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608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smtClean="0"/>
          </a:p>
        </p:txBody>
      </p:sp>
      <p:sp>
        <p:nvSpPr>
          <p:cNvPr id="4608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fld id="{8C676670-AEB5-4E2E-9E8D-2F16FA6420A5}"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710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r>
              <a:rPr lang="zh-CN" altLang="en-US" smtClean="0"/>
              <a:t>先不管这些问题到底是什么，首先来看几个例子</a:t>
            </a:r>
            <a:endParaRPr lang="zh-CN" altLang="en-US" smtClean="0"/>
          </a:p>
        </p:txBody>
      </p:sp>
      <p:sp>
        <p:nvSpPr>
          <p:cNvPr id="4710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fld id="{6C5F55D7-FAE7-4C4B-A574-FA39FF783F5D}"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928A73EC-DF4B-4135-A35A-23CD986DA87B}"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r>
              <a:rPr lang="zh-CN" altLang="en-US" smtClean="0"/>
              <a:t>也就是说软件配置管理并不是一个需要很强计算机专业知识的学科</a:t>
            </a:r>
            <a:endParaRPr lang="zh-CN" altLang="en-US" smtClean="0"/>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fld id="{34F83706-491C-43F5-BDB5-B1F31549B935}"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915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r>
              <a:rPr lang="zh-CN" altLang="en-US" smtClean="0"/>
              <a:t>先举个例子</a:t>
            </a:r>
            <a:endParaRPr lang="zh-CN" altLang="en-US" smtClean="0"/>
          </a:p>
        </p:txBody>
      </p:sp>
      <p:sp>
        <p:nvSpPr>
          <p:cNvPr id="4915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fld id="{1F1BE3BD-4BD1-4AC5-8195-707750C72077}"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928A73EC-DF4B-4135-A35A-23CD986DA87B}"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CB821BB6-FFC6-4F4F-BB7C-1255C9EBF2D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C4954EA-27E7-4AB6-94E1-688632AAB0E2}" type="slidenum">
              <a:rPr lang="zh-CN" altLang="en-US" smtClean="0"/>
            </a:fld>
            <a:endParaRPr lang="zh-CN" altLang="en-US"/>
          </a:p>
        </p:txBody>
      </p:sp>
    </p:spTree>
  </p:cSld>
  <p:clrMapOvr>
    <a:masterClrMapping/>
  </p:clrMapOvr>
  <p:transition spd="slow">
    <p:wipe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CB821BB6-FFC6-4F4F-BB7C-1255C9EBF2D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C4954EA-27E7-4AB6-94E1-688632AAB0E2}" type="slidenum">
              <a:rPr lang="zh-CN" altLang="en-US" smtClean="0"/>
            </a:fld>
            <a:endParaRPr lang="zh-CN" altLang="en-US"/>
          </a:p>
        </p:txBody>
      </p:sp>
    </p:spTree>
  </p:cSld>
  <p:clrMapOvr>
    <a:masterClrMapping/>
  </p:clrMapOvr>
  <p:transition spd="slow">
    <p:wipe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CB821BB6-FFC6-4F4F-BB7C-1255C9EBF2D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C4954EA-27E7-4AB6-94E1-688632AAB0E2}" type="slidenum">
              <a:rPr lang="zh-CN" altLang="en-US" smtClean="0"/>
            </a:fld>
            <a:endParaRPr lang="zh-CN" altLang="en-US"/>
          </a:p>
        </p:txBody>
      </p:sp>
    </p:spTree>
  </p:cSld>
  <p:clrMapOvr>
    <a:masterClrMapping/>
  </p:clrMapOvr>
  <p:transition spd="slow">
    <p:wipe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CB821BB6-FFC6-4F4F-BB7C-1255C9EBF2D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C4954EA-27E7-4AB6-94E1-688632AAB0E2}" type="slidenum">
              <a:rPr lang="zh-CN" altLang="en-US" smtClean="0"/>
            </a:fld>
            <a:endParaRPr lang="zh-CN" altLang="en-US"/>
          </a:p>
        </p:txBody>
      </p:sp>
    </p:spTree>
  </p:cSld>
  <p:clrMapOvr>
    <a:masterClrMapping/>
  </p:clrMapOvr>
  <p:transition spd="slow">
    <p:wipe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CB821BB6-FFC6-4F4F-BB7C-1255C9EBF2D9}"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C4954EA-27E7-4AB6-94E1-688632AAB0E2}" type="slidenum">
              <a:rPr lang="zh-CN" altLang="en-US" smtClean="0"/>
            </a:fld>
            <a:endParaRPr lang="zh-CN" altLang="en-US"/>
          </a:p>
        </p:txBody>
      </p:sp>
    </p:spTree>
  </p:cSld>
  <p:clrMapOvr>
    <a:masterClrMapping/>
  </p:clrMapOvr>
  <p:transition spd="slow">
    <p:wipe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CB821BB6-FFC6-4F4F-BB7C-1255C9EBF2D9}"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C4954EA-27E7-4AB6-94E1-688632AAB0E2}" type="slidenum">
              <a:rPr lang="zh-CN" altLang="en-US" smtClean="0"/>
            </a:fld>
            <a:endParaRPr lang="zh-CN" altLang="en-US"/>
          </a:p>
        </p:txBody>
      </p:sp>
    </p:spTree>
  </p:cSld>
  <p:clrMapOvr>
    <a:masterClrMapping/>
  </p:clrMapOvr>
  <p:transition spd="slow">
    <p:wipe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B821BB6-FFC6-4F4F-BB7C-1255C9EBF2D9}"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C4954EA-27E7-4AB6-94E1-688632AAB0E2}" type="slidenum">
              <a:rPr lang="zh-CN" altLang="en-US" smtClean="0"/>
            </a:fld>
            <a:endParaRPr lang="zh-CN" altLang="en-US"/>
          </a:p>
        </p:txBody>
      </p:sp>
    </p:spTree>
  </p:cSld>
  <p:clrMapOvr>
    <a:masterClrMapping/>
  </p:clrMapOvr>
  <p:transition spd="slow">
    <p:wipe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CB821BB6-FFC6-4F4F-BB7C-1255C9EBF2D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C4954EA-27E7-4AB6-94E1-688632AAB0E2}" type="slidenum">
              <a:rPr lang="zh-CN" altLang="en-US" smtClean="0"/>
            </a:fld>
            <a:endParaRPr lang="zh-CN" altLang="en-US"/>
          </a:p>
        </p:txBody>
      </p:sp>
    </p:spTree>
  </p:cSld>
  <p:clrMapOvr>
    <a:masterClrMapping/>
  </p:clrMapOvr>
  <p:transition spd="slow">
    <p:wipe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CB821BB6-FFC6-4F4F-BB7C-1255C9EBF2D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C4954EA-27E7-4AB6-94E1-688632AAB0E2}" type="slidenum">
              <a:rPr lang="zh-CN" altLang="en-US" smtClean="0"/>
            </a:fld>
            <a:endParaRPr lang="zh-CN" altLang="en-US"/>
          </a:p>
        </p:txBody>
      </p:sp>
    </p:spTree>
  </p:cSld>
  <p:clrMapOvr>
    <a:masterClrMapping/>
  </p:clrMapOvr>
  <p:transition spd="slow">
    <p:wipe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CB821BB6-FFC6-4F4F-BB7C-1255C9EBF2D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C4954EA-27E7-4AB6-94E1-688632AAB0E2}" type="slidenum">
              <a:rPr lang="zh-CN" altLang="en-US" smtClean="0"/>
            </a:fld>
            <a:endParaRPr lang="zh-CN" altLang="en-US"/>
          </a:p>
        </p:txBody>
      </p:sp>
    </p:spTree>
  </p:cSld>
  <p:clrMapOvr>
    <a:masterClrMapping/>
  </p:clrMapOvr>
  <p:transition spd="slow">
    <p:wipe di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CB821BB6-FFC6-4F4F-BB7C-1255C9EBF2D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C4954EA-27E7-4AB6-94E1-688632AAB0E2}" type="slidenum">
              <a:rPr lang="zh-CN" altLang="en-US" smtClean="0"/>
            </a:fld>
            <a:endParaRPr lang="zh-CN" altLang="en-US"/>
          </a:p>
        </p:txBody>
      </p:sp>
    </p:spTree>
  </p:cSld>
  <p:clrMapOvr>
    <a:masterClrMapping/>
  </p:clrMapOvr>
  <p:transition spd="slow">
    <p:wipe dir="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bwMode="hidden">
          <a:xfrm>
            <a:off x="915924" y="0"/>
            <a:ext cx="7178040" cy="5943600"/>
          </a:xfrm>
          <a:prstGeom prst="rect">
            <a:avLst/>
          </a:prstGeom>
          <a:solidFill>
            <a:schemeClr val="bg1"/>
          </a:solidFill>
          <a:ln>
            <a:noFill/>
          </a:ln>
          <a:effectLst>
            <a:outerShdw blurRad="63500" sx="101000" sy="10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dirty="0">
              <a:latin typeface="Microsoft YaHei UI" panose="020B0503020204020204" pitchFamily="34" charset="-122"/>
              <a:ea typeface="Microsoft YaHei UI" panose="020B0503020204020204" pitchFamily="34" charset="-122"/>
            </a:endParaRPr>
          </a:p>
        </p:txBody>
      </p:sp>
      <p:sp>
        <p:nvSpPr>
          <p:cNvPr id="2" name="标题 1"/>
          <p:cNvSpPr>
            <a:spLocks noGrp="1"/>
          </p:cNvSpPr>
          <p:nvPr>
            <p:ph type="ctrTitle"/>
          </p:nvPr>
        </p:nvSpPr>
        <p:spPr>
          <a:xfrm>
            <a:off x="1190244" y="2514600"/>
            <a:ext cx="6629400" cy="2743200"/>
          </a:xfrm>
        </p:spPr>
        <p:txBody>
          <a:bodyPr anchor="b"/>
          <a:lstStyle>
            <a:lvl1pPr algn="l" latinLnBrk="0">
              <a:lnSpc>
                <a:spcPct val="80000"/>
              </a:lnSpc>
              <a:defRPr lang="zh-CN" sz="6600">
                <a:latin typeface="Microsoft YaHei UI" panose="020B0503020204020204" pitchFamily="34" charset="-122"/>
                <a:ea typeface="Microsoft YaHei UI" panose="020B0503020204020204" pitchFamily="34" charset="-122"/>
              </a:defRPr>
            </a:lvl1pPr>
          </a:lstStyle>
          <a:p>
            <a:r>
              <a:rPr lang="zh-CN" altLang="en-US" smtClean="0"/>
              <a:t>单击此处编辑母版标题样式</a:t>
            </a:r>
            <a:endParaRPr lang="zh-CN" dirty="0"/>
          </a:p>
        </p:txBody>
      </p:sp>
      <p:sp>
        <p:nvSpPr>
          <p:cNvPr id="3" name="副标题 2"/>
          <p:cNvSpPr>
            <a:spLocks noGrp="1"/>
          </p:cNvSpPr>
          <p:nvPr>
            <p:ph type="subTitle" idx="1"/>
          </p:nvPr>
        </p:nvSpPr>
        <p:spPr>
          <a:xfrm>
            <a:off x="1190244" y="5303520"/>
            <a:ext cx="6629400" cy="457200"/>
          </a:xfrm>
        </p:spPr>
        <p:txBody>
          <a:bodyPr/>
          <a:lstStyle>
            <a:lvl1pPr marL="0" indent="0" algn="l" latinLnBrk="0">
              <a:spcBef>
                <a:spcPts val="0"/>
              </a:spcBef>
              <a:buNone/>
              <a:defRPr lang="zh-CN" sz="2400">
                <a:latin typeface="Microsoft YaHei UI" panose="020B0503020204020204" pitchFamily="34" charset="-122"/>
                <a:ea typeface="Microsoft YaHei UI" panose="020B0503020204020204" pitchFamily="34" charset="-122"/>
              </a:defRPr>
            </a:lvl1pPr>
            <a:lvl2pPr marL="457200" indent="0" algn="ctr" latinLnBrk="0">
              <a:buNone/>
              <a:defRPr lang="zh-CN" sz="2000"/>
            </a:lvl2pPr>
            <a:lvl3pPr marL="914400" indent="0" algn="ctr" latinLnBrk="0">
              <a:buNone/>
              <a:defRPr lang="zh-CN" sz="1800"/>
            </a:lvl3pPr>
            <a:lvl4pPr marL="1371600" indent="0" algn="ctr" latinLnBrk="0">
              <a:buNone/>
              <a:defRPr lang="zh-CN" sz="1600"/>
            </a:lvl4pPr>
            <a:lvl5pPr marL="1828800" indent="0" algn="ctr" latinLnBrk="0">
              <a:buNone/>
              <a:defRPr lang="zh-CN" sz="1600"/>
            </a:lvl5pPr>
            <a:lvl6pPr marL="2286000" indent="0" algn="ctr" latinLnBrk="0">
              <a:buNone/>
              <a:defRPr lang="zh-CN" sz="1600"/>
            </a:lvl6pPr>
            <a:lvl7pPr marL="2743200" indent="0" algn="ctr" latinLnBrk="0">
              <a:buNone/>
              <a:defRPr lang="zh-CN" sz="1600"/>
            </a:lvl7pPr>
            <a:lvl8pPr marL="3200400" indent="0" algn="ctr" latinLnBrk="0">
              <a:buNone/>
              <a:defRPr lang="zh-CN" sz="1600"/>
            </a:lvl8pPr>
            <a:lvl9pPr marL="3657600" indent="0" algn="ctr" latinLnBrk="0">
              <a:buNone/>
              <a:defRPr lang="zh-CN" sz="1600"/>
            </a:lvl9pPr>
          </a:lstStyle>
          <a:p>
            <a:r>
              <a:rPr lang="zh-CN" altLang="en-US" smtClean="0"/>
              <a:t>单击此处编辑母版副标题样式</a:t>
            </a:r>
            <a:endParaRPr lang="zh-CN"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Microsoft YaHei UI" panose="020B0503020204020204" pitchFamily="34" charset="-122"/>
                <a:ea typeface="Microsoft YaHei UI" panose="020B0503020204020204" pitchFamily="34" charset="-122"/>
              </a:defRPr>
            </a:lvl1pPr>
          </a:lstStyle>
          <a:p>
            <a:r>
              <a:rPr lang="zh-CN" altLang="en-US" smtClean="0"/>
              <a:t>单击此处编辑母版标题样式</a:t>
            </a:r>
            <a:endParaRPr lang="zh-CN" dirty="0"/>
          </a:p>
        </p:txBody>
      </p:sp>
      <p:sp>
        <p:nvSpPr>
          <p:cNvPr id="3" name="内容占位符 2"/>
          <p:cNvSpPr>
            <a:spLocks noGrp="1"/>
          </p:cNvSpPr>
          <p:nvPr>
            <p:ph idx="1"/>
          </p:nvPr>
        </p:nvSpPr>
        <p:spPr/>
        <p:txBody>
          <a:bodyPr/>
          <a:lstStyle>
            <a:lvl1pPr>
              <a:defRPr>
                <a:latin typeface="Microsoft YaHei UI" panose="020B0503020204020204" pitchFamily="34" charset="-122"/>
                <a:ea typeface="Microsoft YaHei UI" panose="020B0503020204020204" pitchFamily="34" charset="-122"/>
              </a:defRPr>
            </a:lvl1pPr>
            <a:lvl2pPr>
              <a:defRPr>
                <a:latin typeface="Microsoft YaHei UI" panose="020B0503020204020204" pitchFamily="34" charset="-122"/>
                <a:ea typeface="Microsoft YaHei UI" panose="020B0503020204020204" pitchFamily="34" charset="-122"/>
              </a:defRPr>
            </a:lvl2pPr>
            <a:lvl3pPr>
              <a:defRPr>
                <a:latin typeface="Microsoft YaHei UI" panose="020B0503020204020204" pitchFamily="34" charset="-122"/>
                <a:ea typeface="Microsoft YaHei UI" panose="020B0503020204020204" pitchFamily="34" charset="-122"/>
              </a:defRPr>
            </a:lvl3pPr>
            <a:lvl4pPr>
              <a:defRPr>
                <a:latin typeface="Microsoft YaHei UI" panose="020B0503020204020204" pitchFamily="34" charset="-122"/>
                <a:ea typeface="Microsoft YaHei UI" panose="020B0503020204020204" pitchFamily="34" charset="-122"/>
              </a:defRPr>
            </a:lvl4pPr>
            <a:lvl5pPr>
              <a:defRPr>
                <a:latin typeface="Microsoft YaHei UI" panose="020B0503020204020204" pitchFamily="34" charset="-122"/>
                <a:ea typeface="Microsoft YaHei UI" panose="020B0503020204020204" pitchFamily="34" charset="-122"/>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dirty="0"/>
          </a:p>
        </p:txBody>
      </p:sp>
      <p:sp>
        <p:nvSpPr>
          <p:cNvPr id="4" name="日期占位符 3"/>
          <p:cNvSpPr>
            <a:spLocks noGrp="1"/>
          </p:cNvSpPr>
          <p:nvPr>
            <p:ph type="dt" sz="half" idx="10"/>
          </p:nvPr>
        </p:nvSpPr>
        <p:spPr/>
        <p:txBody>
          <a:bodyPr/>
          <a:lstStyle>
            <a:lvl1pPr>
              <a:defRPr>
                <a:latin typeface="Microsoft YaHei UI" panose="020B0503020204020204" pitchFamily="34" charset="-122"/>
                <a:ea typeface="Microsoft YaHei UI" panose="020B0503020204020204" pitchFamily="34" charset="-122"/>
              </a:defRPr>
            </a:lvl1pPr>
          </a:lstStyle>
          <a:p>
            <a:fld id="{BE24594C-40D9-4922-A63A-E4D7E3C24D49}" type="datetime1">
              <a:rPr lang="en-US" altLang="zh-CN" smtClean="0"/>
            </a:fld>
            <a:endParaRPr lang="en-US" altLang="zh-CN"/>
          </a:p>
        </p:txBody>
      </p:sp>
      <p:sp>
        <p:nvSpPr>
          <p:cNvPr id="5" name="页脚占位符 4"/>
          <p:cNvSpPr>
            <a:spLocks noGrp="1"/>
          </p:cNvSpPr>
          <p:nvPr>
            <p:ph type="ftr" sz="quarter" idx="11"/>
          </p:nvPr>
        </p:nvSpPr>
        <p:spPr/>
        <p:txBody>
          <a:bodyPr/>
          <a:lstStyle>
            <a:lvl1pPr>
              <a:defRPr>
                <a:latin typeface="Microsoft YaHei UI" panose="020B0503020204020204" pitchFamily="34" charset="-122"/>
                <a:ea typeface="Microsoft YaHei UI" panose="020B0503020204020204" pitchFamily="34" charset="-122"/>
              </a:defRPr>
            </a:lvl1pPr>
          </a:lstStyle>
          <a:p>
            <a:endParaRPr lang="zh-CN" altLang="en-US" dirty="0"/>
          </a:p>
        </p:txBody>
      </p:sp>
      <p:sp>
        <p:nvSpPr>
          <p:cNvPr id="6" name="幻灯片编号占位符 5"/>
          <p:cNvSpPr>
            <a:spLocks noGrp="1"/>
          </p:cNvSpPr>
          <p:nvPr>
            <p:ph type="sldNum" sz="quarter" idx="12"/>
          </p:nvPr>
        </p:nvSpPr>
        <p:spPr/>
        <p:txBody>
          <a:bodyPr/>
          <a:lstStyle>
            <a:lvl1pPr>
              <a:defRPr>
                <a:latin typeface="Microsoft YaHei UI" panose="020B0503020204020204" pitchFamily="34" charset="-122"/>
                <a:ea typeface="Microsoft YaHei UI" panose="020B0503020204020204" pitchFamily="34" charset="-122"/>
              </a:defRPr>
            </a:lvl1pPr>
          </a:lstStyle>
          <a:p>
            <a:fld id="{E31375A4-56A4-47D6-9801-1991572033F7}" type="slidenum">
              <a:rPr lang="en-US" altLang="zh-CN" smtClean="0"/>
            </a:fld>
            <a:endParaRPr lang="en-US" altLang="zh-CN"/>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节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矩形 4"/>
          <p:cNvSpPr/>
          <p:nvPr userDrawn="1"/>
        </p:nvSpPr>
        <p:spPr bwMode="hidden">
          <a:xfrm>
            <a:off x="-1" y="1676400"/>
            <a:ext cx="9313683" cy="4267200"/>
          </a:xfrm>
          <a:prstGeom prst="rect">
            <a:avLst/>
          </a:prstGeom>
          <a:solidFill>
            <a:schemeClr val="bg1"/>
          </a:solidFill>
          <a:ln>
            <a:noFill/>
          </a:ln>
          <a:effectLst>
            <a:outerShdw blurRad="63500" sx="101000" sy="10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dirty="0">
              <a:latin typeface="Microsoft YaHei UI" panose="020B0503020204020204" pitchFamily="34" charset="-122"/>
              <a:ea typeface="Microsoft YaHei UI" panose="020B0503020204020204" pitchFamily="34" charset="-122"/>
            </a:endParaRPr>
          </a:p>
        </p:txBody>
      </p:sp>
      <p:sp>
        <p:nvSpPr>
          <p:cNvPr id="2" name="标题 1"/>
          <p:cNvSpPr>
            <a:spLocks noGrp="1"/>
          </p:cNvSpPr>
          <p:nvPr>
            <p:ph type="title"/>
          </p:nvPr>
        </p:nvSpPr>
        <p:spPr>
          <a:xfrm>
            <a:off x="1295400" y="2212848"/>
            <a:ext cx="6217920" cy="2862262"/>
          </a:xfrm>
        </p:spPr>
        <p:txBody>
          <a:bodyPr anchor="b"/>
          <a:lstStyle>
            <a:lvl1pPr latinLnBrk="0">
              <a:lnSpc>
                <a:spcPct val="80000"/>
              </a:lnSpc>
              <a:defRPr lang="zh-CN" sz="5400">
                <a:latin typeface="Microsoft YaHei UI" panose="020B0503020204020204" pitchFamily="34" charset="-122"/>
                <a:ea typeface="Microsoft YaHei UI" panose="020B0503020204020204" pitchFamily="34" charset="-122"/>
              </a:defRPr>
            </a:lvl1pPr>
          </a:lstStyle>
          <a:p>
            <a:r>
              <a:rPr lang="zh-CN" altLang="en-US" smtClean="0"/>
              <a:t>单击此处编辑母版标题样式</a:t>
            </a:r>
            <a:endParaRPr lang="zh-CN" dirty="0"/>
          </a:p>
        </p:txBody>
      </p:sp>
      <p:sp>
        <p:nvSpPr>
          <p:cNvPr id="3" name="文本占位符 2"/>
          <p:cNvSpPr>
            <a:spLocks noGrp="1"/>
          </p:cNvSpPr>
          <p:nvPr>
            <p:ph type="body" idx="1"/>
          </p:nvPr>
        </p:nvSpPr>
        <p:spPr>
          <a:xfrm>
            <a:off x="1295400" y="5120640"/>
            <a:ext cx="6217920" cy="457200"/>
          </a:xfrm>
        </p:spPr>
        <p:txBody>
          <a:bodyPr/>
          <a:lstStyle>
            <a:lvl1pPr marL="0" indent="0" latinLnBrk="0">
              <a:spcBef>
                <a:spcPts val="0"/>
              </a:spcBef>
              <a:buNone/>
              <a:defRPr lang="zh-CN" sz="2400">
                <a:latin typeface="Microsoft YaHei UI" panose="020B0503020204020204" pitchFamily="34" charset="-122"/>
                <a:ea typeface="Microsoft YaHei UI" panose="020B0503020204020204" pitchFamily="34" charset="-122"/>
              </a:defRPr>
            </a:lvl1pPr>
            <a:lvl2pPr marL="457200" indent="0" latinLnBrk="0">
              <a:buNone/>
              <a:defRPr lang="zh-CN" sz="2000"/>
            </a:lvl2pPr>
            <a:lvl3pPr marL="914400" indent="0" latinLnBrk="0">
              <a:buNone/>
              <a:defRPr lang="zh-CN" sz="1800"/>
            </a:lvl3pPr>
            <a:lvl4pPr marL="1371600" indent="0" latinLnBrk="0">
              <a:buNone/>
              <a:defRPr lang="zh-CN" sz="1600"/>
            </a:lvl4pPr>
            <a:lvl5pPr marL="1828800" indent="0" latinLnBrk="0">
              <a:buNone/>
              <a:defRPr lang="zh-CN" sz="1600"/>
            </a:lvl5pPr>
            <a:lvl6pPr marL="2286000" indent="0" latinLnBrk="0">
              <a:buNone/>
              <a:defRPr lang="zh-CN" sz="1600"/>
            </a:lvl6pPr>
            <a:lvl7pPr marL="2743200" indent="0" latinLnBrk="0">
              <a:buNone/>
              <a:defRPr lang="zh-CN" sz="1600"/>
            </a:lvl7pPr>
            <a:lvl8pPr marL="3200400" indent="0" latinLnBrk="0">
              <a:buNone/>
              <a:defRPr lang="zh-CN" sz="1600"/>
            </a:lvl8pPr>
            <a:lvl9pPr marL="3657600" indent="0" latinLnBrk="0">
              <a:buNone/>
              <a:defRPr lang="zh-CN" sz="1600"/>
            </a:lvl9pPr>
          </a:lstStyle>
          <a:p>
            <a:pPr lvl="0"/>
            <a:r>
              <a:rPr lang="zh-CN" altLang="en-US" smtClean="0"/>
              <a:t>单击此处编辑母版文本样式</a:t>
            </a:r>
            <a:endParaRPr lang="zh-CN" altLang="en-US" smtClean="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dirty="0"/>
          </a:p>
        </p:txBody>
      </p:sp>
      <p:sp>
        <p:nvSpPr>
          <p:cNvPr id="3" name="内容占位符 2"/>
          <p:cNvSpPr>
            <a:spLocks noGrp="1"/>
          </p:cNvSpPr>
          <p:nvPr>
            <p:ph sz="half" idx="1"/>
          </p:nvPr>
        </p:nvSpPr>
        <p:spPr>
          <a:xfrm>
            <a:off x="1295400" y="1905000"/>
            <a:ext cx="4572000" cy="4267200"/>
          </a:xfrm>
        </p:spPr>
        <p:txBody>
          <a:bodyPr>
            <a:normAutofit/>
          </a:bodyPr>
          <a:lstStyle>
            <a:lvl1pPr latinLnBrk="0">
              <a:defRPr lang="zh-CN" sz="2000"/>
            </a:lvl1pPr>
            <a:lvl2pPr latinLnBrk="0">
              <a:defRPr lang="zh-CN" sz="1800"/>
            </a:lvl2pPr>
            <a:lvl3pPr latinLnBrk="0">
              <a:defRPr lang="zh-CN" sz="1600"/>
            </a:lvl3pPr>
            <a:lvl4pPr latinLnBrk="0">
              <a:defRPr lang="zh-CN" sz="1400"/>
            </a:lvl4pPr>
            <a:lvl5pPr latinLnBrk="0">
              <a:defRPr lang="zh-CN" sz="1400"/>
            </a:lvl5pPr>
            <a:lvl6pPr latinLnBrk="0">
              <a:defRPr lang="zh-CN" sz="1800"/>
            </a:lvl6pPr>
            <a:lvl7pPr latinLnBrk="0">
              <a:defRPr lang="zh-CN" sz="1800"/>
            </a:lvl7pPr>
            <a:lvl8pPr latinLnBrk="0">
              <a:defRPr lang="zh-CN" sz="1800"/>
            </a:lvl8pPr>
            <a:lvl9pPr latinLnBrk="0">
              <a:defRPr lang="zh-CN"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dirty="0"/>
          </a:p>
        </p:txBody>
      </p:sp>
      <p:sp>
        <p:nvSpPr>
          <p:cNvPr id="4" name="内容占位符 3"/>
          <p:cNvSpPr>
            <a:spLocks noGrp="1"/>
          </p:cNvSpPr>
          <p:nvPr>
            <p:ph sz="half" idx="2"/>
          </p:nvPr>
        </p:nvSpPr>
        <p:spPr>
          <a:xfrm>
            <a:off x="6324600" y="1905000"/>
            <a:ext cx="4572000" cy="4267200"/>
          </a:xfrm>
        </p:spPr>
        <p:txBody>
          <a:bodyPr>
            <a:normAutofit/>
          </a:bodyPr>
          <a:lstStyle>
            <a:lvl1pPr latinLnBrk="0">
              <a:defRPr lang="zh-CN" sz="2000"/>
            </a:lvl1pPr>
            <a:lvl2pPr latinLnBrk="0">
              <a:defRPr lang="zh-CN" sz="1800"/>
            </a:lvl2pPr>
            <a:lvl3pPr latinLnBrk="0">
              <a:defRPr lang="zh-CN" sz="1600"/>
            </a:lvl3pPr>
            <a:lvl4pPr latinLnBrk="0">
              <a:defRPr lang="zh-CN" sz="1400"/>
            </a:lvl4pPr>
            <a:lvl5pPr latinLnBrk="0">
              <a:defRPr lang="zh-CN" sz="1400"/>
            </a:lvl5pPr>
            <a:lvl6pPr latinLnBrk="0">
              <a:defRPr lang="zh-CN" sz="1800"/>
            </a:lvl6pPr>
            <a:lvl7pPr latinLnBrk="0">
              <a:defRPr lang="zh-CN" sz="1800"/>
            </a:lvl7pPr>
            <a:lvl8pPr latinLnBrk="0">
              <a:defRPr lang="zh-CN" sz="1800"/>
            </a:lvl8pPr>
            <a:lvl9pPr latinLnBrk="0">
              <a:defRPr lang="zh-CN"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dirty="0"/>
          </a:p>
        </p:txBody>
      </p:sp>
      <p:sp>
        <p:nvSpPr>
          <p:cNvPr id="5" name="日期占位符 4"/>
          <p:cNvSpPr>
            <a:spLocks noGrp="1"/>
          </p:cNvSpPr>
          <p:nvPr>
            <p:ph type="dt" sz="half" idx="10"/>
          </p:nvPr>
        </p:nvSpPr>
        <p:spPr/>
        <p:txBody>
          <a:bodyPr/>
          <a:lstStyle/>
          <a:p>
            <a:fld id="{A1D7D855-A872-4272-B880-39A488A710E7}" type="datetime1">
              <a:rPr/>
            </a:fld>
            <a:endParaRPr lang="zh-CN"/>
          </a:p>
        </p:txBody>
      </p:sp>
      <p:sp>
        <p:nvSpPr>
          <p:cNvPr id="6" name="页脚占位符 5"/>
          <p:cNvSpPr>
            <a:spLocks noGrp="1"/>
          </p:cNvSpPr>
          <p:nvPr>
            <p:ph type="ftr" sz="quarter" idx="11"/>
          </p:nvPr>
        </p:nvSpPr>
        <p:spPr/>
        <p:txBody>
          <a:bodyPr/>
          <a:lstStyle/>
          <a:p>
            <a:endParaRPr lang="zh-CN"/>
          </a:p>
        </p:txBody>
      </p:sp>
      <p:sp>
        <p:nvSpPr>
          <p:cNvPr id="7" name="幻灯片编号占位符 6"/>
          <p:cNvSpPr>
            <a:spLocks noGrp="1"/>
          </p:cNvSpPr>
          <p:nvPr>
            <p:ph type="sldNum" sz="quarter" idx="12"/>
          </p:nvPr>
        </p:nvSpPr>
        <p:spPr/>
        <p:txBody>
          <a:bodyPr/>
          <a:lstStyle/>
          <a:p>
            <a:fld id="{E31375A4-56A4-47D6-9801-1991572033F7}" type="slidenum">
              <a:rPr/>
            </a:fld>
            <a:endParaRPr lang="zh-CN"/>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p>
        </p:txBody>
      </p:sp>
      <p:sp>
        <p:nvSpPr>
          <p:cNvPr id="3" name="文本占位符 2"/>
          <p:cNvSpPr>
            <a:spLocks noGrp="1"/>
          </p:cNvSpPr>
          <p:nvPr>
            <p:ph type="body" idx="1"/>
          </p:nvPr>
        </p:nvSpPr>
        <p:spPr>
          <a:xfrm>
            <a:off x="1295400" y="1904999"/>
            <a:ext cx="4572000" cy="698351"/>
          </a:xfrm>
        </p:spPr>
        <p:txBody>
          <a:bodyPr anchor="ctr">
            <a:normAutofit/>
          </a:bodyPr>
          <a:lstStyle>
            <a:lvl1pPr marL="0" indent="0" latinLnBrk="0">
              <a:buNone/>
              <a:defRPr lang="zh-CN" sz="2000" b="0"/>
            </a:lvl1pPr>
            <a:lvl2pPr marL="457200" indent="0" latinLnBrk="0">
              <a:buNone/>
              <a:defRPr lang="zh-CN" sz="2000" b="1"/>
            </a:lvl2pPr>
            <a:lvl3pPr marL="914400" indent="0" latinLnBrk="0">
              <a:buNone/>
              <a:defRPr lang="zh-CN" sz="1800" b="1"/>
            </a:lvl3pPr>
            <a:lvl4pPr marL="1371600" indent="0" latinLnBrk="0">
              <a:buNone/>
              <a:defRPr lang="zh-CN" sz="1600" b="1"/>
            </a:lvl4pPr>
            <a:lvl5pPr marL="1828800" indent="0" latinLnBrk="0">
              <a:buNone/>
              <a:defRPr lang="zh-CN" sz="1600" b="1"/>
            </a:lvl5pPr>
            <a:lvl6pPr marL="2286000" indent="0" latinLnBrk="0">
              <a:buNone/>
              <a:defRPr lang="zh-CN" sz="1600" b="1"/>
            </a:lvl6pPr>
            <a:lvl7pPr marL="2743200" indent="0" latinLnBrk="0">
              <a:buNone/>
              <a:defRPr lang="zh-CN" sz="1600" b="1"/>
            </a:lvl7pPr>
            <a:lvl8pPr marL="3200400" indent="0" latinLnBrk="0">
              <a:buNone/>
              <a:defRPr lang="zh-CN" sz="1600" b="1"/>
            </a:lvl8pPr>
            <a:lvl9pPr marL="3657600" indent="0" latinLnBrk="0">
              <a:buNone/>
              <a:defRPr lang="zh-CN"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1295400" y="2603351"/>
            <a:ext cx="4572000" cy="3568849"/>
          </a:xfrm>
        </p:spPr>
        <p:txBody>
          <a:bodyPr>
            <a:normAutofit/>
          </a:bodyPr>
          <a:lstStyle>
            <a:lvl1pPr latinLnBrk="0">
              <a:defRPr lang="zh-CN" sz="2000"/>
            </a:lvl1pPr>
            <a:lvl2pPr latinLnBrk="0">
              <a:defRPr lang="zh-CN" sz="1800"/>
            </a:lvl2pPr>
            <a:lvl3pPr latinLnBrk="0">
              <a:defRPr lang="zh-CN" sz="1600"/>
            </a:lvl3pPr>
            <a:lvl4pPr latinLnBrk="0">
              <a:defRPr lang="zh-CN" sz="1400"/>
            </a:lvl4pPr>
            <a:lvl5pPr latinLnBrk="0">
              <a:defRPr lang="zh-CN" sz="1400"/>
            </a:lvl5pPr>
            <a:lvl6pPr latinLnBrk="0">
              <a:defRPr lang="zh-CN" sz="1600"/>
            </a:lvl6pPr>
            <a:lvl7pPr latinLnBrk="0">
              <a:defRPr lang="zh-CN" sz="1600"/>
            </a:lvl7pPr>
            <a:lvl8pPr latinLnBrk="0">
              <a:defRPr lang="zh-CN" sz="1600"/>
            </a:lvl8pPr>
            <a:lvl9pPr latinLnBrk="0">
              <a:defRPr lang="zh-CN"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dirty="0"/>
          </a:p>
        </p:txBody>
      </p:sp>
      <p:sp>
        <p:nvSpPr>
          <p:cNvPr id="5" name="文本占位符 4"/>
          <p:cNvSpPr>
            <a:spLocks noGrp="1"/>
          </p:cNvSpPr>
          <p:nvPr>
            <p:ph type="body" sz="quarter" idx="3"/>
          </p:nvPr>
        </p:nvSpPr>
        <p:spPr>
          <a:xfrm>
            <a:off x="6324600" y="1904999"/>
            <a:ext cx="4572000" cy="698351"/>
          </a:xfrm>
        </p:spPr>
        <p:txBody>
          <a:bodyPr anchor="ctr">
            <a:normAutofit/>
          </a:bodyPr>
          <a:lstStyle>
            <a:lvl1pPr marL="0" indent="0" latinLnBrk="0">
              <a:buNone/>
              <a:defRPr lang="zh-CN" sz="2000" b="0"/>
            </a:lvl1pPr>
            <a:lvl2pPr marL="457200" indent="0" latinLnBrk="0">
              <a:buNone/>
              <a:defRPr lang="zh-CN" sz="2000" b="1"/>
            </a:lvl2pPr>
            <a:lvl3pPr marL="914400" indent="0" latinLnBrk="0">
              <a:buNone/>
              <a:defRPr lang="zh-CN" sz="1800" b="1"/>
            </a:lvl3pPr>
            <a:lvl4pPr marL="1371600" indent="0" latinLnBrk="0">
              <a:buNone/>
              <a:defRPr lang="zh-CN" sz="1600" b="1"/>
            </a:lvl4pPr>
            <a:lvl5pPr marL="1828800" indent="0" latinLnBrk="0">
              <a:buNone/>
              <a:defRPr lang="zh-CN" sz="1600" b="1"/>
            </a:lvl5pPr>
            <a:lvl6pPr marL="2286000" indent="0" latinLnBrk="0">
              <a:buNone/>
              <a:defRPr lang="zh-CN" sz="1600" b="1"/>
            </a:lvl6pPr>
            <a:lvl7pPr marL="2743200" indent="0" latinLnBrk="0">
              <a:buNone/>
              <a:defRPr lang="zh-CN" sz="1600" b="1"/>
            </a:lvl7pPr>
            <a:lvl8pPr marL="3200400" indent="0" latinLnBrk="0">
              <a:buNone/>
              <a:defRPr lang="zh-CN" sz="1600" b="1"/>
            </a:lvl8pPr>
            <a:lvl9pPr marL="3657600" indent="0" latinLnBrk="0">
              <a:buNone/>
              <a:defRPr lang="zh-CN"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324600" y="2603351"/>
            <a:ext cx="4572000" cy="3568849"/>
          </a:xfrm>
        </p:spPr>
        <p:txBody>
          <a:bodyPr>
            <a:normAutofit/>
          </a:bodyPr>
          <a:lstStyle>
            <a:lvl1pPr latinLnBrk="0">
              <a:defRPr lang="zh-CN" sz="2000"/>
            </a:lvl1pPr>
            <a:lvl2pPr latinLnBrk="0">
              <a:defRPr lang="zh-CN" sz="1800"/>
            </a:lvl2pPr>
            <a:lvl3pPr latinLnBrk="0">
              <a:defRPr lang="zh-CN" sz="1600"/>
            </a:lvl3pPr>
            <a:lvl4pPr latinLnBrk="0">
              <a:defRPr lang="zh-CN" sz="1400"/>
            </a:lvl4pPr>
            <a:lvl5pPr latinLnBrk="0">
              <a:defRPr lang="zh-CN" sz="1400"/>
            </a:lvl5pPr>
            <a:lvl6pPr latinLnBrk="0">
              <a:defRPr lang="zh-CN" sz="1600"/>
            </a:lvl6pPr>
            <a:lvl7pPr latinLnBrk="0">
              <a:defRPr lang="zh-CN" sz="1600"/>
            </a:lvl7pPr>
            <a:lvl8pPr latinLnBrk="0">
              <a:defRPr lang="zh-CN" sz="1600"/>
            </a:lvl8pPr>
            <a:lvl9pPr latinLnBrk="0">
              <a:defRPr lang="zh-CN"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dirty="0"/>
          </a:p>
        </p:txBody>
      </p:sp>
      <p:sp>
        <p:nvSpPr>
          <p:cNvPr id="7" name="日期占位符 6"/>
          <p:cNvSpPr>
            <a:spLocks noGrp="1"/>
          </p:cNvSpPr>
          <p:nvPr>
            <p:ph type="dt" sz="half" idx="10"/>
          </p:nvPr>
        </p:nvSpPr>
        <p:spPr/>
        <p:txBody>
          <a:bodyPr/>
          <a:lstStyle/>
          <a:p>
            <a:fld id="{67AACA8F-D5ED-4B90-A100-0BDC54A645DF}" type="datetime1">
              <a:rPr/>
            </a:fld>
            <a:endParaRPr lang="zh-CN"/>
          </a:p>
        </p:txBody>
      </p:sp>
      <p:sp>
        <p:nvSpPr>
          <p:cNvPr id="8" name="页脚占位符 7"/>
          <p:cNvSpPr>
            <a:spLocks noGrp="1"/>
          </p:cNvSpPr>
          <p:nvPr>
            <p:ph type="ftr" sz="quarter" idx="11"/>
          </p:nvPr>
        </p:nvSpPr>
        <p:spPr/>
        <p:txBody>
          <a:bodyPr/>
          <a:lstStyle/>
          <a:p>
            <a:endParaRPr lang="zh-CN"/>
          </a:p>
        </p:txBody>
      </p:sp>
      <p:sp>
        <p:nvSpPr>
          <p:cNvPr id="9" name="幻灯片编号占位符 8"/>
          <p:cNvSpPr>
            <a:spLocks noGrp="1"/>
          </p:cNvSpPr>
          <p:nvPr>
            <p:ph type="sldNum" sz="quarter" idx="12"/>
          </p:nvPr>
        </p:nvSpPr>
        <p:spPr/>
        <p:txBody>
          <a:bodyPr/>
          <a:lstStyle/>
          <a:p>
            <a:fld id="{E31375A4-56A4-47D6-9801-1991572033F7}" type="slidenum">
              <a:rPr/>
            </a:fld>
            <a:endParaRPr lang="zh-CN"/>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dirty="0"/>
          </a:p>
        </p:txBody>
      </p:sp>
      <p:sp>
        <p:nvSpPr>
          <p:cNvPr id="3" name="日期占位符 2"/>
          <p:cNvSpPr>
            <a:spLocks noGrp="1"/>
          </p:cNvSpPr>
          <p:nvPr>
            <p:ph type="dt" sz="half" idx="10"/>
          </p:nvPr>
        </p:nvSpPr>
        <p:spPr/>
        <p:txBody>
          <a:bodyPr/>
          <a:lstStyle/>
          <a:p>
            <a:fld id="{0229CD98-8566-471F-B6F9-93E04967ED47}" type="datetime1">
              <a:rPr/>
            </a:fld>
            <a:endParaRPr lang="zh-CN"/>
          </a:p>
        </p:txBody>
      </p:sp>
      <p:sp>
        <p:nvSpPr>
          <p:cNvPr id="4" name="页脚占位符 3"/>
          <p:cNvSpPr>
            <a:spLocks noGrp="1"/>
          </p:cNvSpPr>
          <p:nvPr>
            <p:ph type="ftr" sz="quarter" idx="11"/>
          </p:nvPr>
        </p:nvSpPr>
        <p:spPr/>
        <p:txBody>
          <a:bodyPr/>
          <a:lstStyle/>
          <a:p>
            <a:endParaRPr lang="zh-CN"/>
          </a:p>
        </p:txBody>
      </p:sp>
      <p:sp>
        <p:nvSpPr>
          <p:cNvPr id="5" name="幻灯片编号占位符 4"/>
          <p:cNvSpPr>
            <a:spLocks noGrp="1"/>
          </p:cNvSpPr>
          <p:nvPr>
            <p:ph type="sldNum" sz="quarter" idx="12"/>
          </p:nvPr>
        </p:nvSpPr>
        <p:spPr/>
        <p:txBody>
          <a:bodyPr/>
          <a:lstStyle/>
          <a:p>
            <a:fld id="{E31375A4-56A4-47D6-9801-1991572033F7}" type="slidenum">
              <a:rPr/>
            </a:fld>
            <a:endParaRPr lang="zh-CN"/>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9635E6A-2086-4CB2-B79F-96593439A0AC}" type="datetime1">
              <a:rPr/>
            </a:fld>
            <a:endParaRPr lang="zh-CN"/>
          </a:p>
        </p:txBody>
      </p:sp>
      <p:sp>
        <p:nvSpPr>
          <p:cNvPr id="3" name="页脚占位符 2"/>
          <p:cNvSpPr>
            <a:spLocks noGrp="1"/>
          </p:cNvSpPr>
          <p:nvPr>
            <p:ph type="ftr" sz="quarter" idx="11"/>
          </p:nvPr>
        </p:nvSpPr>
        <p:spPr/>
        <p:txBody>
          <a:bodyPr/>
          <a:lstStyle/>
          <a:p>
            <a:endParaRPr lang="zh-CN" dirty="0"/>
          </a:p>
        </p:txBody>
      </p:sp>
      <p:sp>
        <p:nvSpPr>
          <p:cNvPr id="4" name="幻灯片编号占位符 3"/>
          <p:cNvSpPr>
            <a:spLocks noGrp="1"/>
          </p:cNvSpPr>
          <p:nvPr>
            <p:ph type="sldNum" sz="quarter" idx="12"/>
          </p:nvPr>
        </p:nvSpPr>
        <p:spPr/>
        <p:txBody>
          <a:bodyPr/>
          <a:lstStyle/>
          <a:p>
            <a:fld id="{E31375A4-56A4-47D6-9801-1991572033F7}" type="slidenum">
              <a:rPr/>
            </a:fld>
            <a:endParaRPr lang="zh-CN"/>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showMasterSp="0">
  <p:cSld name="内容与题注">
    <p:spTree>
      <p:nvGrpSpPr>
        <p:cNvPr id="1" name=""/>
        <p:cNvGrpSpPr/>
        <p:nvPr/>
      </p:nvGrpSpPr>
      <p:grpSpPr>
        <a:xfrm>
          <a:off x="0" y="0"/>
          <a:ext cx="0" cy="0"/>
          <a:chOff x="0" y="0"/>
          <a:chExt cx="0" cy="0"/>
        </a:xfrm>
      </p:grpSpPr>
      <p:sp>
        <p:nvSpPr>
          <p:cNvPr id="8" name="矩形 7"/>
          <p:cNvSpPr/>
          <p:nvPr userDrawn="1"/>
        </p:nvSpPr>
        <p:spPr bwMode="hidden">
          <a:xfrm>
            <a:off x="4876800" y="0"/>
            <a:ext cx="7315200" cy="6856286"/>
          </a:xfrm>
          <a:prstGeom prst="rect">
            <a:avLst/>
          </a:prstGeom>
          <a:solidFill>
            <a:schemeClr val="bg1"/>
          </a:solidFill>
          <a:ln>
            <a:noFill/>
          </a:ln>
          <a:effectLst>
            <a:outerShdw blurRad="50800" dist="25400" dir="10800000" algn="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dirty="0">
              <a:latin typeface="Microsoft YaHei UI" panose="020B0503020204020204" pitchFamily="34" charset="-122"/>
            </a:endParaRPr>
          </a:p>
        </p:txBody>
      </p:sp>
      <p:sp>
        <p:nvSpPr>
          <p:cNvPr id="2" name="标题 1"/>
          <p:cNvSpPr>
            <a:spLocks noGrp="1"/>
          </p:cNvSpPr>
          <p:nvPr>
            <p:ph type="title"/>
          </p:nvPr>
        </p:nvSpPr>
        <p:spPr>
          <a:xfrm>
            <a:off x="609601" y="2651760"/>
            <a:ext cx="3657600" cy="1828800"/>
          </a:xfrm>
        </p:spPr>
        <p:txBody>
          <a:bodyPr anchor="b"/>
          <a:lstStyle>
            <a:lvl1pPr latinLnBrk="0">
              <a:defRPr lang="zh-CN" sz="3600">
                <a:solidFill>
                  <a:schemeClr val="bg1"/>
                </a:solidFill>
              </a:defRPr>
            </a:lvl1pPr>
          </a:lstStyle>
          <a:p>
            <a:r>
              <a:rPr lang="zh-CN" altLang="en-US" smtClean="0"/>
              <a:t>单击此处编辑母版标题样式</a:t>
            </a:r>
            <a:endParaRPr lang="zh-CN" dirty="0"/>
          </a:p>
        </p:txBody>
      </p:sp>
      <p:sp>
        <p:nvSpPr>
          <p:cNvPr id="3" name="内容占位符 2"/>
          <p:cNvSpPr>
            <a:spLocks noGrp="1"/>
          </p:cNvSpPr>
          <p:nvPr>
            <p:ph idx="1"/>
          </p:nvPr>
        </p:nvSpPr>
        <p:spPr>
          <a:xfrm>
            <a:off x="5494020" y="688489"/>
            <a:ext cx="6080760" cy="5483711"/>
          </a:xfrm>
        </p:spPr>
        <p:txBody>
          <a:bodyPr>
            <a:normAutofit/>
          </a:bodyPr>
          <a:lstStyle>
            <a:lvl1pPr latinLnBrk="0">
              <a:defRPr lang="zh-CN" sz="2000"/>
            </a:lvl1pPr>
            <a:lvl2pPr latinLnBrk="0">
              <a:defRPr lang="zh-CN" sz="1800"/>
            </a:lvl2pPr>
            <a:lvl3pPr latinLnBrk="0">
              <a:defRPr lang="zh-CN" sz="1600"/>
            </a:lvl3pPr>
            <a:lvl4pPr latinLnBrk="0">
              <a:defRPr lang="zh-CN" sz="1400"/>
            </a:lvl4pPr>
            <a:lvl5pPr latinLnBrk="0">
              <a:defRPr lang="zh-CN" sz="1400"/>
            </a:lvl5pPr>
            <a:lvl6pPr latinLnBrk="0">
              <a:defRPr lang="zh-CN" sz="2000"/>
            </a:lvl6pPr>
            <a:lvl7pPr latinLnBrk="0">
              <a:defRPr lang="zh-CN" sz="2000"/>
            </a:lvl7pPr>
            <a:lvl8pPr latinLnBrk="0">
              <a:defRPr lang="zh-CN" sz="2000"/>
            </a:lvl8pPr>
            <a:lvl9pPr latinLnBrk="0">
              <a:defRPr lang="zh-CN"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dirty="0"/>
          </a:p>
        </p:txBody>
      </p:sp>
      <p:sp>
        <p:nvSpPr>
          <p:cNvPr id="4" name="文本占位符 3"/>
          <p:cNvSpPr>
            <a:spLocks noGrp="1"/>
          </p:cNvSpPr>
          <p:nvPr>
            <p:ph type="body" sz="half" idx="2"/>
          </p:nvPr>
        </p:nvSpPr>
        <p:spPr>
          <a:xfrm>
            <a:off x="609600" y="4617720"/>
            <a:ext cx="3657600" cy="1554480"/>
          </a:xfrm>
        </p:spPr>
        <p:txBody>
          <a:bodyPr>
            <a:normAutofit/>
          </a:bodyPr>
          <a:lstStyle>
            <a:lvl1pPr marL="0" indent="0" latinLnBrk="0">
              <a:lnSpc>
                <a:spcPct val="90000"/>
              </a:lnSpc>
              <a:spcBef>
                <a:spcPts val="1200"/>
              </a:spcBef>
              <a:buNone/>
              <a:defRPr lang="zh-CN" sz="1800"/>
            </a:lvl1pPr>
            <a:lvl2pPr marL="457200" indent="0" latinLnBrk="0">
              <a:buNone/>
              <a:defRPr lang="zh-CN" sz="1400"/>
            </a:lvl2pPr>
            <a:lvl3pPr marL="914400" indent="0" latinLnBrk="0">
              <a:buNone/>
              <a:defRPr lang="zh-CN" sz="1200"/>
            </a:lvl3pPr>
            <a:lvl4pPr marL="1371600" indent="0" latinLnBrk="0">
              <a:buNone/>
              <a:defRPr lang="zh-CN" sz="1000"/>
            </a:lvl4pPr>
            <a:lvl5pPr marL="1828800" indent="0" latinLnBrk="0">
              <a:buNone/>
              <a:defRPr lang="zh-CN" sz="1000"/>
            </a:lvl5pPr>
            <a:lvl6pPr marL="2286000" indent="0" latinLnBrk="0">
              <a:buNone/>
              <a:defRPr lang="zh-CN" sz="1000"/>
            </a:lvl6pPr>
            <a:lvl7pPr marL="2743200" indent="0" latinLnBrk="0">
              <a:buNone/>
              <a:defRPr lang="zh-CN" sz="1000"/>
            </a:lvl7pPr>
            <a:lvl8pPr marL="3200400" indent="0" latinLnBrk="0">
              <a:buNone/>
              <a:defRPr lang="zh-CN" sz="1000"/>
            </a:lvl8pPr>
            <a:lvl9pPr marL="3657600" indent="0" latinLnBrk="0">
              <a:buNone/>
              <a:defRPr lang="zh-CN"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7CE78B26-E0E7-401D-95E5-683ED06BF9AD}" type="datetime1">
              <a:rPr/>
            </a:fld>
            <a:endParaRPr lang="zh-CN"/>
          </a:p>
        </p:txBody>
      </p:sp>
      <p:sp>
        <p:nvSpPr>
          <p:cNvPr id="6" name="页脚占位符 5"/>
          <p:cNvSpPr>
            <a:spLocks noGrp="1"/>
          </p:cNvSpPr>
          <p:nvPr>
            <p:ph type="ftr" sz="quarter" idx="11"/>
          </p:nvPr>
        </p:nvSpPr>
        <p:spPr/>
        <p:txBody>
          <a:bodyPr/>
          <a:lstStyle/>
          <a:p>
            <a:endParaRPr lang="zh-CN"/>
          </a:p>
        </p:txBody>
      </p:sp>
      <p:sp>
        <p:nvSpPr>
          <p:cNvPr id="7" name="幻灯片编号占位符 6"/>
          <p:cNvSpPr>
            <a:spLocks noGrp="1"/>
          </p:cNvSpPr>
          <p:nvPr>
            <p:ph type="sldNum" sz="quarter" idx="12"/>
          </p:nvPr>
        </p:nvSpPr>
        <p:spPr/>
        <p:txBody>
          <a:bodyPr/>
          <a:lstStyle/>
          <a:p>
            <a:fld id="{E31375A4-56A4-47D6-9801-1991572033F7}" type="slidenum">
              <a:rPr/>
            </a:fld>
            <a:endParaRPr lang="zh-CN"/>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showMasterSp="0">
  <p:cSld name="图片与题注">
    <p:spTree>
      <p:nvGrpSpPr>
        <p:cNvPr id="1" name=""/>
        <p:cNvGrpSpPr/>
        <p:nvPr/>
      </p:nvGrpSpPr>
      <p:grpSpPr>
        <a:xfrm>
          <a:off x="0" y="0"/>
          <a:ext cx="0" cy="0"/>
          <a:chOff x="0" y="0"/>
          <a:chExt cx="0" cy="0"/>
        </a:xfrm>
      </p:grpSpPr>
      <p:sp>
        <p:nvSpPr>
          <p:cNvPr id="8" name="矩形 7"/>
          <p:cNvSpPr/>
          <p:nvPr/>
        </p:nvSpPr>
        <p:spPr bwMode="hidden">
          <a:xfrm>
            <a:off x="4876800" y="0"/>
            <a:ext cx="7315200" cy="6856286"/>
          </a:xfrm>
          <a:prstGeom prst="rect">
            <a:avLst/>
          </a:prstGeom>
          <a:solidFill>
            <a:schemeClr val="bg1"/>
          </a:solidFill>
          <a:ln>
            <a:noFill/>
          </a:ln>
          <a:effectLst>
            <a:outerShdw blurRad="50800" dist="25400" dir="10800000" algn="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dirty="0">
              <a:latin typeface="Microsoft YaHei UI" panose="020B0503020204020204" pitchFamily="34" charset="-122"/>
            </a:endParaRPr>
          </a:p>
        </p:txBody>
      </p:sp>
      <p:sp>
        <p:nvSpPr>
          <p:cNvPr id="2" name="标题 1"/>
          <p:cNvSpPr>
            <a:spLocks noGrp="1"/>
          </p:cNvSpPr>
          <p:nvPr>
            <p:ph type="title"/>
          </p:nvPr>
        </p:nvSpPr>
        <p:spPr>
          <a:xfrm>
            <a:off x="612648" y="2651760"/>
            <a:ext cx="3657600" cy="1828800"/>
          </a:xfrm>
        </p:spPr>
        <p:txBody>
          <a:bodyPr anchor="b"/>
          <a:lstStyle>
            <a:lvl1pPr latinLnBrk="0">
              <a:defRPr lang="zh-CN" sz="3600">
                <a:solidFill>
                  <a:schemeClr val="bg1"/>
                </a:solidFill>
              </a:defRPr>
            </a:lvl1pPr>
          </a:lstStyle>
          <a:p>
            <a:r>
              <a:rPr lang="zh-CN" altLang="en-US" smtClean="0"/>
              <a:t>单击此处编辑母版标题样式</a:t>
            </a:r>
            <a:endParaRPr lang="zh-CN" dirty="0"/>
          </a:p>
        </p:txBody>
      </p:sp>
      <p:sp>
        <p:nvSpPr>
          <p:cNvPr id="3" name="图片占位符 2"/>
          <p:cNvSpPr>
            <a:spLocks noGrp="1"/>
          </p:cNvSpPr>
          <p:nvPr>
            <p:ph type="pic" idx="1"/>
          </p:nvPr>
        </p:nvSpPr>
        <p:spPr>
          <a:xfrm>
            <a:off x="5494020" y="684943"/>
            <a:ext cx="6080760" cy="5486400"/>
          </a:xfrm>
          <a:solidFill>
            <a:schemeClr val="bg1">
              <a:lumMod val="90000"/>
              <a:lumOff val="10000"/>
            </a:schemeClr>
          </a:solidFill>
          <a:effectLst>
            <a:outerShdw blurRad="63500" sx="101000" sy="101000" algn="ctr" rotWithShape="0">
              <a:prstClr val="black">
                <a:alpha val="25000"/>
              </a:prstClr>
            </a:outerShdw>
          </a:effectLst>
        </p:spPr>
        <p:txBody>
          <a:bodyPr tIns="548640">
            <a:normAutofit/>
          </a:bodyPr>
          <a:lstStyle>
            <a:lvl1pPr marL="0" indent="0" algn="ctr" latinLnBrk="0">
              <a:buNone/>
              <a:defRPr lang="zh-CN" sz="2000"/>
            </a:lvl1pPr>
            <a:lvl2pPr marL="457200" indent="0" latinLnBrk="0">
              <a:buNone/>
              <a:defRPr lang="zh-CN" sz="2800"/>
            </a:lvl2pPr>
            <a:lvl3pPr marL="914400" indent="0" latinLnBrk="0">
              <a:buNone/>
              <a:defRPr lang="zh-CN" sz="2400"/>
            </a:lvl3pPr>
            <a:lvl4pPr marL="1371600" indent="0" latinLnBrk="0">
              <a:buNone/>
              <a:defRPr lang="zh-CN" sz="2000"/>
            </a:lvl4pPr>
            <a:lvl5pPr marL="1828800" indent="0" latinLnBrk="0">
              <a:buNone/>
              <a:defRPr lang="zh-CN" sz="2000"/>
            </a:lvl5pPr>
            <a:lvl6pPr marL="2286000" indent="0" latinLnBrk="0">
              <a:buNone/>
              <a:defRPr lang="zh-CN" sz="2000"/>
            </a:lvl6pPr>
            <a:lvl7pPr marL="2743200" indent="0" latinLnBrk="0">
              <a:buNone/>
              <a:defRPr lang="zh-CN" sz="2000"/>
            </a:lvl7pPr>
            <a:lvl8pPr marL="3200400" indent="0" latinLnBrk="0">
              <a:buNone/>
              <a:defRPr lang="zh-CN" sz="2000"/>
            </a:lvl8pPr>
            <a:lvl9pPr marL="3657600" indent="0" latinLnBrk="0">
              <a:buNone/>
              <a:defRPr lang="zh-CN" sz="2000"/>
            </a:lvl9pPr>
          </a:lstStyle>
          <a:p>
            <a:r>
              <a:rPr lang="zh-CN" altLang="en-US" smtClean="0"/>
              <a:t>单击图标添加图片</a:t>
            </a:r>
            <a:endParaRPr lang="zh-CN" dirty="0"/>
          </a:p>
        </p:txBody>
      </p:sp>
      <p:sp>
        <p:nvSpPr>
          <p:cNvPr id="4" name="文本占位符 3"/>
          <p:cNvSpPr>
            <a:spLocks noGrp="1"/>
          </p:cNvSpPr>
          <p:nvPr>
            <p:ph type="body" sz="half" idx="2"/>
          </p:nvPr>
        </p:nvSpPr>
        <p:spPr>
          <a:xfrm>
            <a:off x="612648" y="4617720"/>
            <a:ext cx="3657600" cy="1554480"/>
          </a:xfrm>
        </p:spPr>
        <p:txBody>
          <a:bodyPr>
            <a:normAutofit/>
          </a:bodyPr>
          <a:lstStyle>
            <a:lvl1pPr marL="0" indent="0" latinLnBrk="0">
              <a:spcBef>
                <a:spcPts val="1200"/>
              </a:spcBef>
              <a:buNone/>
              <a:defRPr lang="zh-CN" sz="1800"/>
            </a:lvl1pPr>
            <a:lvl2pPr marL="457200" indent="0" latinLnBrk="0">
              <a:buNone/>
              <a:defRPr lang="zh-CN" sz="1400"/>
            </a:lvl2pPr>
            <a:lvl3pPr marL="914400" indent="0" latinLnBrk="0">
              <a:buNone/>
              <a:defRPr lang="zh-CN" sz="1200"/>
            </a:lvl3pPr>
            <a:lvl4pPr marL="1371600" indent="0" latinLnBrk="0">
              <a:buNone/>
              <a:defRPr lang="zh-CN" sz="1000"/>
            </a:lvl4pPr>
            <a:lvl5pPr marL="1828800" indent="0" latinLnBrk="0">
              <a:buNone/>
              <a:defRPr lang="zh-CN" sz="1000"/>
            </a:lvl5pPr>
            <a:lvl6pPr marL="2286000" indent="0" latinLnBrk="0">
              <a:buNone/>
              <a:defRPr lang="zh-CN" sz="1000"/>
            </a:lvl6pPr>
            <a:lvl7pPr marL="2743200" indent="0" latinLnBrk="0">
              <a:buNone/>
              <a:defRPr lang="zh-CN" sz="1000"/>
            </a:lvl7pPr>
            <a:lvl8pPr marL="3200400" indent="0" latinLnBrk="0">
              <a:buNone/>
              <a:defRPr lang="zh-CN" sz="1000"/>
            </a:lvl8pPr>
            <a:lvl9pPr marL="3657600" indent="0" latinLnBrk="0">
              <a:buNone/>
              <a:defRPr lang="zh-CN"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E2C28EC7-2C19-4F74-B285-CE160F4A579A}" type="datetime1">
              <a:rPr/>
            </a:fld>
            <a:endParaRPr lang="zh-CN"/>
          </a:p>
        </p:txBody>
      </p:sp>
      <p:sp>
        <p:nvSpPr>
          <p:cNvPr id="6" name="页脚占位符 5"/>
          <p:cNvSpPr>
            <a:spLocks noGrp="1"/>
          </p:cNvSpPr>
          <p:nvPr>
            <p:ph type="ftr" sz="quarter" idx="11"/>
          </p:nvPr>
        </p:nvSpPr>
        <p:spPr/>
        <p:txBody>
          <a:bodyPr/>
          <a:lstStyle/>
          <a:p>
            <a:endParaRPr lang="zh-CN" dirty="0"/>
          </a:p>
        </p:txBody>
      </p:sp>
      <p:sp>
        <p:nvSpPr>
          <p:cNvPr id="7" name="幻灯片编号占位符 6"/>
          <p:cNvSpPr>
            <a:spLocks noGrp="1"/>
          </p:cNvSpPr>
          <p:nvPr>
            <p:ph type="sldNum" sz="quarter" idx="12"/>
          </p:nvPr>
        </p:nvSpPr>
        <p:spPr/>
        <p:txBody>
          <a:bodyPr/>
          <a:lstStyle/>
          <a:p>
            <a:fld id="{E31375A4-56A4-47D6-9801-1991572033F7}" type="slidenum">
              <a:rPr/>
            </a:fld>
            <a:endParaRPr lang="zh-CN"/>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dirty="0"/>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dirty="0"/>
          </a:p>
        </p:txBody>
      </p:sp>
      <p:sp>
        <p:nvSpPr>
          <p:cNvPr id="4" name="日期占位符 3"/>
          <p:cNvSpPr>
            <a:spLocks noGrp="1"/>
          </p:cNvSpPr>
          <p:nvPr>
            <p:ph type="dt" sz="half" idx="10"/>
          </p:nvPr>
        </p:nvSpPr>
        <p:spPr/>
        <p:txBody>
          <a:bodyPr/>
          <a:lstStyle/>
          <a:p>
            <a:fld id="{EDB5389C-FACC-452B-B4C1-3BD186F45CB8}" type="datetime1">
              <a:rPr/>
            </a:fld>
            <a:endParaRPr lang="zh-CN"/>
          </a:p>
        </p:txBody>
      </p:sp>
      <p:sp>
        <p:nvSpPr>
          <p:cNvPr id="5" name="页脚占位符 4"/>
          <p:cNvSpPr>
            <a:spLocks noGrp="1"/>
          </p:cNvSpPr>
          <p:nvPr>
            <p:ph type="ftr" sz="quarter" idx="11"/>
          </p:nvPr>
        </p:nvSpPr>
        <p:spPr/>
        <p:txBody>
          <a:bodyPr/>
          <a:lstStyle/>
          <a:p>
            <a:endParaRPr lang="zh-CN"/>
          </a:p>
        </p:txBody>
      </p:sp>
      <p:sp>
        <p:nvSpPr>
          <p:cNvPr id="6" name="幻灯片编号占位符 5"/>
          <p:cNvSpPr>
            <a:spLocks noGrp="1"/>
          </p:cNvSpPr>
          <p:nvPr>
            <p:ph type="sldNum" sz="quarter" idx="12"/>
          </p:nvPr>
        </p:nvSpPr>
        <p:spPr/>
        <p:txBody>
          <a:bodyPr/>
          <a:lstStyle/>
          <a:p>
            <a:fld id="{E31375A4-56A4-47D6-9801-1991572033F7}" type="slidenum">
              <a:rPr/>
            </a:fld>
            <a:endParaRPr lang="zh-CN"/>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10512" y="419099"/>
            <a:ext cx="2086087" cy="5753101"/>
          </a:xfrm>
        </p:spPr>
        <p:txBody>
          <a:bodyPr vert="eaVert"/>
          <a:lstStyle/>
          <a:p>
            <a:r>
              <a:rPr lang="zh-CN" altLang="en-US" smtClean="0"/>
              <a:t>单击此处编辑母版标题样式</a:t>
            </a:r>
            <a:endParaRPr lang="zh-CN" dirty="0"/>
          </a:p>
        </p:txBody>
      </p:sp>
      <p:sp>
        <p:nvSpPr>
          <p:cNvPr id="3" name="竖排文字占位符 2"/>
          <p:cNvSpPr>
            <a:spLocks noGrp="1"/>
          </p:cNvSpPr>
          <p:nvPr>
            <p:ph type="body" orient="vert" idx="1"/>
          </p:nvPr>
        </p:nvSpPr>
        <p:spPr>
          <a:xfrm>
            <a:off x="1295400" y="419099"/>
            <a:ext cx="7277100" cy="5753101"/>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dirty="0"/>
          </a:p>
        </p:txBody>
      </p:sp>
      <p:sp>
        <p:nvSpPr>
          <p:cNvPr id="4" name="日期占位符 3"/>
          <p:cNvSpPr>
            <a:spLocks noGrp="1"/>
          </p:cNvSpPr>
          <p:nvPr>
            <p:ph type="dt" sz="half" idx="10"/>
          </p:nvPr>
        </p:nvSpPr>
        <p:spPr/>
        <p:txBody>
          <a:bodyPr/>
          <a:lstStyle/>
          <a:p>
            <a:fld id="{09FCE844-3C76-42C8-BBA9-088C96A067BA}" type="datetime1">
              <a:rPr/>
            </a:fld>
            <a:endParaRPr lang="zh-CN"/>
          </a:p>
        </p:txBody>
      </p:sp>
      <p:sp>
        <p:nvSpPr>
          <p:cNvPr id="5" name="页脚占位符 4"/>
          <p:cNvSpPr>
            <a:spLocks noGrp="1"/>
          </p:cNvSpPr>
          <p:nvPr>
            <p:ph type="ftr" sz="quarter" idx="11"/>
          </p:nvPr>
        </p:nvSpPr>
        <p:spPr/>
        <p:txBody>
          <a:bodyPr/>
          <a:lstStyle/>
          <a:p>
            <a:endParaRPr lang="zh-CN"/>
          </a:p>
        </p:txBody>
      </p:sp>
      <p:sp>
        <p:nvSpPr>
          <p:cNvPr id="6" name="幻灯片编号占位符 5"/>
          <p:cNvSpPr>
            <a:spLocks noGrp="1"/>
          </p:cNvSpPr>
          <p:nvPr>
            <p:ph type="sldNum" sz="quarter" idx="12"/>
          </p:nvPr>
        </p:nvSpPr>
        <p:spPr/>
        <p:txBody>
          <a:bodyPr/>
          <a:lstStyle/>
          <a:p>
            <a:fld id="{E31375A4-56A4-47D6-9801-1991572033F7}" type="slidenum">
              <a:rPr/>
            </a:fld>
            <a:endParaRPr lang="zh-CN"/>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1833"/>
            <a:ext cx="9144000" cy="2387600"/>
          </a:xfrm>
        </p:spPr>
        <p:txBody>
          <a:bodyPr anchor="b"/>
          <a:lstStyle>
            <a:lvl1pPr algn="ctr">
              <a:defRPr sz="8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568"/>
            <a:ext cx="9144000" cy="1655233"/>
          </a:xfrm>
        </p:spPr>
        <p:txBody>
          <a:bodyPr/>
          <a:lstStyle>
            <a:lvl1pPr marL="0" indent="0" algn="ctr">
              <a:buNone/>
              <a:defRPr sz="3200"/>
            </a:lvl1pPr>
            <a:lvl2pPr marL="609600" indent="0" algn="ctr">
              <a:buNone/>
              <a:defRPr sz="2665"/>
            </a:lvl2pPr>
            <a:lvl3pPr marL="1219200" indent="0" algn="ctr">
              <a:buNone/>
              <a:defRPr sz="2400"/>
            </a:lvl3pPr>
            <a:lvl4pPr marL="1828800" indent="0" algn="ctr">
              <a:buNone/>
              <a:defRPr sz="2135"/>
            </a:lvl4pPr>
            <a:lvl5pPr marL="2438400" indent="0" algn="ctr">
              <a:buNone/>
              <a:defRPr sz="2135"/>
            </a:lvl5pPr>
            <a:lvl6pPr marL="3048000" indent="0" algn="ctr">
              <a:buNone/>
              <a:defRPr sz="2135"/>
            </a:lvl6pPr>
            <a:lvl7pPr marL="3657600" indent="0" algn="ctr">
              <a:buNone/>
              <a:defRPr sz="2135"/>
            </a:lvl7pPr>
            <a:lvl8pPr marL="4267200" indent="0" algn="ctr">
              <a:buNone/>
              <a:defRPr sz="2135"/>
            </a:lvl8pPr>
            <a:lvl9pPr marL="4876800" indent="0" algn="ctr">
              <a:buNone/>
              <a:defRPr sz="2135"/>
            </a:lvl9pPr>
          </a:lstStyle>
          <a:p>
            <a:r>
              <a:rPr lang="zh-CN" altLang="en-US" smtClean="0"/>
              <a:t>单击此处编辑母版副标题样式</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fld id="{6FEF0F7B-C22F-4603-815C-14AE317DC9F4}" type="datetime1">
              <a:rPr lang="zh-CN" altLang="en-US"/>
            </a:fld>
            <a:endParaRPr lang="zh-CN" altLang="en-US" sz="2400">
              <a:solidFill>
                <a:schemeClr val="tx1"/>
              </a:solidFill>
            </a:endParaRPr>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6" name="灯片编号占位符 5"/>
          <p:cNvSpPr>
            <a:spLocks noGrp="1" noChangeArrowheads="1"/>
          </p:cNvSpPr>
          <p:nvPr>
            <p:ph type="sldNum" sz="quarter" idx="12"/>
          </p:nvPr>
        </p:nvSpPr>
        <p:spPr/>
        <p:txBody>
          <a:bodyPr/>
          <a:lstStyle>
            <a:lvl1pPr>
              <a:defRPr/>
            </a:lvl1pPr>
          </a:lstStyle>
          <a:p>
            <a:fld id="{37A7BB85-275C-4C43-94D7-187766CF17BF}" type="slidenum">
              <a:rPr lang="zh-CN" altLang="en-US"/>
            </a:fld>
            <a:endParaRPr lang="zh-CN" altLang="en-US" sz="2400">
              <a:solidFill>
                <a:schemeClr val="tx1"/>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fld id="{1B584A5B-E0A1-4C9F-8EC4-406FA20CB0F7}" type="datetime1">
              <a:rPr lang="zh-CN" altLang="en-US"/>
            </a:fld>
            <a:endParaRPr lang="zh-CN" altLang="en-US" sz="2400">
              <a:solidFill>
                <a:schemeClr val="tx1"/>
              </a:solidFill>
            </a:endParaRPr>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6" name="灯片编号占位符 5"/>
          <p:cNvSpPr>
            <a:spLocks noGrp="1" noChangeArrowheads="1"/>
          </p:cNvSpPr>
          <p:nvPr>
            <p:ph type="sldNum" sz="quarter" idx="12"/>
          </p:nvPr>
        </p:nvSpPr>
        <p:spPr/>
        <p:txBody>
          <a:bodyPr/>
          <a:lstStyle>
            <a:lvl1pPr>
              <a:defRPr/>
            </a:lvl1pPr>
          </a:lstStyle>
          <a:p>
            <a:fld id="{AB1A300A-89E2-4DD5-91ED-57D8A2B151D0}" type="slidenum">
              <a:rPr lang="zh-CN" altLang="en-US"/>
            </a:fld>
            <a:endParaRPr lang="zh-CN" altLang="en-US" sz="2400">
              <a:solidFill>
                <a:schemeClr val="tx1"/>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10267"/>
            <a:ext cx="10515600" cy="2853267"/>
          </a:xfrm>
        </p:spPr>
        <p:txBody>
          <a:bodyPr anchor="b"/>
          <a:lstStyle>
            <a:lvl1pPr>
              <a:defRPr sz="8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1" y="4588934"/>
            <a:ext cx="10515600" cy="1500717"/>
          </a:xfrm>
        </p:spPr>
        <p:txBody>
          <a:bodyPr/>
          <a:lstStyle>
            <a:lvl1pPr marL="0" indent="0">
              <a:buNone/>
              <a:defRPr sz="3200"/>
            </a:lvl1pPr>
            <a:lvl2pPr marL="609600" indent="0">
              <a:buNone/>
              <a:defRPr sz="2665"/>
            </a:lvl2pPr>
            <a:lvl3pPr marL="1219200" indent="0">
              <a:buNone/>
              <a:defRPr sz="2400"/>
            </a:lvl3pPr>
            <a:lvl4pPr marL="1828800" indent="0">
              <a:buNone/>
              <a:defRPr sz="2135"/>
            </a:lvl4pPr>
            <a:lvl5pPr marL="2438400" indent="0">
              <a:buNone/>
              <a:defRPr sz="2135"/>
            </a:lvl5pPr>
            <a:lvl6pPr marL="3048000" indent="0">
              <a:buNone/>
              <a:defRPr sz="2135"/>
            </a:lvl6pPr>
            <a:lvl7pPr marL="3657600" indent="0">
              <a:buNone/>
              <a:defRPr sz="2135"/>
            </a:lvl7pPr>
            <a:lvl8pPr marL="4267200" indent="0">
              <a:buNone/>
              <a:defRPr sz="2135"/>
            </a:lvl8pPr>
            <a:lvl9pPr marL="4876800" indent="0">
              <a:buNone/>
              <a:defRPr sz="2135"/>
            </a:lvl9pPr>
          </a:lstStyle>
          <a:p>
            <a:pPr lvl="0"/>
            <a:r>
              <a:rPr lang="zh-CN" altLang="en-US" smtClean="0"/>
              <a:t>单击此处编辑母版文本样式</a:t>
            </a:r>
            <a:endParaRPr lang="zh-CN" altLang="en-US" smtClean="0"/>
          </a:p>
        </p:txBody>
      </p:sp>
      <p:sp>
        <p:nvSpPr>
          <p:cNvPr id="4" name="日期占位符 3"/>
          <p:cNvSpPr>
            <a:spLocks noGrp="1" noChangeArrowheads="1"/>
          </p:cNvSpPr>
          <p:nvPr>
            <p:ph type="dt" sz="half" idx="10"/>
          </p:nvPr>
        </p:nvSpPr>
        <p:spPr/>
        <p:txBody>
          <a:bodyPr/>
          <a:lstStyle>
            <a:lvl1pPr>
              <a:defRPr/>
            </a:lvl1pPr>
          </a:lstStyle>
          <a:p>
            <a:pPr>
              <a:defRPr/>
            </a:pPr>
            <a:fld id="{96C23FDC-AF97-4FBE-8FF7-E8FFB04EEAE5}" type="datetime1">
              <a:rPr lang="zh-CN" altLang="en-US"/>
            </a:fld>
            <a:endParaRPr lang="zh-CN" altLang="en-US" sz="2400">
              <a:solidFill>
                <a:schemeClr val="tx1"/>
              </a:solidFill>
            </a:endParaRPr>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6" name="灯片编号占位符 5"/>
          <p:cNvSpPr>
            <a:spLocks noGrp="1" noChangeArrowheads="1"/>
          </p:cNvSpPr>
          <p:nvPr>
            <p:ph type="sldNum" sz="quarter" idx="12"/>
          </p:nvPr>
        </p:nvSpPr>
        <p:spPr/>
        <p:txBody>
          <a:bodyPr/>
          <a:lstStyle>
            <a:lvl1pPr>
              <a:defRPr/>
            </a:lvl1pPr>
          </a:lstStyle>
          <a:p>
            <a:fld id="{07247260-9418-4AC7-AA0D-7EB74FA91A10}" type="slidenum">
              <a:rPr lang="zh-CN" altLang="en-US"/>
            </a:fld>
            <a:endParaRPr lang="zh-CN" altLang="en-US" sz="2400">
              <a:solidFill>
                <a:schemeClr val="tx1"/>
              </a:solidFil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600201"/>
            <a:ext cx="5384800" cy="452543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97600" y="1600201"/>
            <a:ext cx="5384800" cy="452543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3"/>
          <p:cNvSpPr>
            <a:spLocks noGrp="1" noChangeArrowheads="1"/>
          </p:cNvSpPr>
          <p:nvPr>
            <p:ph type="dt" sz="half" idx="10"/>
          </p:nvPr>
        </p:nvSpPr>
        <p:spPr/>
        <p:txBody>
          <a:bodyPr/>
          <a:lstStyle>
            <a:lvl1pPr>
              <a:defRPr/>
            </a:lvl1pPr>
          </a:lstStyle>
          <a:p>
            <a:pPr>
              <a:defRPr/>
            </a:pPr>
            <a:fld id="{C36C2C64-7CC4-4394-AAF3-B25C291EAF14}" type="datetime1">
              <a:rPr lang="zh-CN" altLang="en-US"/>
            </a:fld>
            <a:endParaRPr lang="zh-CN" altLang="en-US" sz="2400">
              <a:solidFill>
                <a:schemeClr val="tx1"/>
              </a:solidFill>
            </a:endParaRPr>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7" name="灯片编号占位符 5"/>
          <p:cNvSpPr>
            <a:spLocks noGrp="1" noChangeArrowheads="1"/>
          </p:cNvSpPr>
          <p:nvPr>
            <p:ph type="sldNum" sz="quarter" idx="12"/>
          </p:nvPr>
        </p:nvSpPr>
        <p:spPr/>
        <p:txBody>
          <a:bodyPr/>
          <a:lstStyle>
            <a:lvl1pPr>
              <a:defRPr/>
            </a:lvl1pPr>
          </a:lstStyle>
          <a:p>
            <a:fld id="{44ADCD0A-1B30-435F-A100-1DE8C0B1CFE1}" type="slidenum">
              <a:rPr lang="zh-CN" altLang="en-US"/>
            </a:fld>
            <a:endParaRPr lang="zh-CN" altLang="en-US" sz="2400">
              <a:solidFill>
                <a:schemeClr val="tx1"/>
              </a:solidFil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40317" y="366185"/>
            <a:ext cx="10515600" cy="132503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40318" y="1680634"/>
            <a:ext cx="5158316" cy="825500"/>
          </a:xfrm>
        </p:spPr>
        <p:txBody>
          <a:bodyPr anchor="b"/>
          <a:lstStyle>
            <a:lvl1pPr marL="0" indent="0">
              <a:buNone/>
              <a:defRPr sz="3200" b="1"/>
            </a:lvl1pPr>
            <a:lvl2pPr marL="609600" indent="0">
              <a:buNone/>
              <a:defRPr sz="2665" b="1"/>
            </a:lvl2pPr>
            <a:lvl3pPr marL="1219200" indent="0">
              <a:buNone/>
              <a:defRPr sz="2400" b="1"/>
            </a:lvl3pPr>
            <a:lvl4pPr marL="1828800" indent="0">
              <a:buNone/>
              <a:defRPr sz="2135" b="1"/>
            </a:lvl4pPr>
            <a:lvl5pPr marL="2438400" indent="0">
              <a:buNone/>
              <a:defRPr sz="2135" b="1"/>
            </a:lvl5pPr>
            <a:lvl6pPr marL="3048000" indent="0">
              <a:buNone/>
              <a:defRPr sz="2135" b="1"/>
            </a:lvl6pPr>
            <a:lvl7pPr marL="3657600" indent="0">
              <a:buNone/>
              <a:defRPr sz="2135" b="1"/>
            </a:lvl7pPr>
            <a:lvl8pPr marL="4267200" indent="0">
              <a:buNone/>
              <a:defRPr sz="2135" b="1"/>
            </a:lvl8pPr>
            <a:lvl9pPr marL="4876800" indent="0">
              <a:buNone/>
              <a:defRPr sz="2135"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40318" y="2506133"/>
            <a:ext cx="5158316" cy="36830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0634"/>
            <a:ext cx="5183717" cy="825500"/>
          </a:xfrm>
        </p:spPr>
        <p:txBody>
          <a:bodyPr anchor="b"/>
          <a:lstStyle>
            <a:lvl1pPr marL="0" indent="0">
              <a:buNone/>
              <a:defRPr sz="3200" b="1"/>
            </a:lvl1pPr>
            <a:lvl2pPr marL="609600" indent="0">
              <a:buNone/>
              <a:defRPr sz="2665" b="1"/>
            </a:lvl2pPr>
            <a:lvl3pPr marL="1219200" indent="0">
              <a:buNone/>
              <a:defRPr sz="2400" b="1"/>
            </a:lvl3pPr>
            <a:lvl4pPr marL="1828800" indent="0">
              <a:buNone/>
              <a:defRPr sz="2135" b="1"/>
            </a:lvl4pPr>
            <a:lvl5pPr marL="2438400" indent="0">
              <a:buNone/>
              <a:defRPr sz="2135" b="1"/>
            </a:lvl5pPr>
            <a:lvl6pPr marL="3048000" indent="0">
              <a:buNone/>
              <a:defRPr sz="2135" b="1"/>
            </a:lvl6pPr>
            <a:lvl7pPr marL="3657600" indent="0">
              <a:buNone/>
              <a:defRPr sz="2135" b="1"/>
            </a:lvl7pPr>
            <a:lvl8pPr marL="4267200" indent="0">
              <a:buNone/>
              <a:defRPr sz="2135" b="1"/>
            </a:lvl8pPr>
            <a:lvl9pPr marL="4876800" indent="0">
              <a:buNone/>
              <a:defRPr sz="2135"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6133"/>
            <a:ext cx="5183717" cy="36830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3"/>
          <p:cNvSpPr>
            <a:spLocks noGrp="1" noChangeArrowheads="1"/>
          </p:cNvSpPr>
          <p:nvPr>
            <p:ph type="dt" sz="half" idx="10"/>
          </p:nvPr>
        </p:nvSpPr>
        <p:spPr/>
        <p:txBody>
          <a:bodyPr/>
          <a:lstStyle>
            <a:lvl1pPr>
              <a:defRPr/>
            </a:lvl1pPr>
          </a:lstStyle>
          <a:p>
            <a:pPr>
              <a:defRPr/>
            </a:pPr>
            <a:fld id="{6E1960E7-963D-433C-B00F-C1D8DE520A5E}" type="datetime1">
              <a:rPr lang="zh-CN" altLang="en-US"/>
            </a:fld>
            <a:endParaRPr lang="zh-CN" altLang="en-US" sz="2400">
              <a:solidFill>
                <a:schemeClr val="tx1"/>
              </a:solidFill>
            </a:endParaRPr>
          </a:p>
        </p:txBody>
      </p:sp>
      <p:sp>
        <p:nvSpPr>
          <p:cNvPr id="8"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9" name="灯片编号占位符 5"/>
          <p:cNvSpPr>
            <a:spLocks noGrp="1" noChangeArrowheads="1"/>
          </p:cNvSpPr>
          <p:nvPr>
            <p:ph type="sldNum" sz="quarter" idx="12"/>
          </p:nvPr>
        </p:nvSpPr>
        <p:spPr/>
        <p:txBody>
          <a:bodyPr/>
          <a:lstStyle>
            <a:lvl1pPr>
              <a:defRPr/>
            </a:lvl1pPr>
          </a:lstStyle>
          <a:p>
            <a:fld id="{136457EB-E88E-44E6-8050-18F4F2CA89B1}" type="slidenum">
              <a:rPr lang="zh-CN" altLang="en-US"/>
            </a:fld>
            <a:endParaRPr lang="zh-CN" altLang="en-US" sz="2400">
              <a:solidFill>
                <a:schemeClr val="tx1"/>
              </a:solidFil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noChangeArrowheads="1"/>
          </p:cNvSpPr>
          <p:nvPr>
            <p:ph type="dt" sz="half" idx="10"/>
          </p:nvPr>
        </p:nvSpPr>
        <p:spPr/>
        <p:txBody>
          <a:bodyPr/>
          <a:lstStyle>
            <a:lvl1pPr>
              <a:defRPr/>
            </a:lvl1pPr>
          </a:lstStyle>
          <a:p>
            <a:pPr>
              <a:defRPr/>
            </a:pPr>
            <a:fld id="{9B4EF330-4098-4373-8905-ABE473B3B5D1}" type="datetime1">
              <a:rPr lang="zh-CN" altLang="en-US"/>
            </a:fld>
            <a:endParaRPr lang="zh-CN" altLang="en-US" sz="2400">
              <a:solidFill>
                <a:schemeClr val="tx1"/>
              </a:solidFill>
            </a:endParaRPr>
          </a:p>
        </p:txBody>
      </p:sp>
      <p:sp>
        <p:nvSpPr>
          <p:cNvPr id="4"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5" name="灯片编号占位符 5"/>
          <p:cNvSpPr>
            <a:spLocks noGrp="1" noChangeArrowheads="1"/>
          </p:cNvSpPr>
          <p:nvPr>
            <p:ph type="sldNum" sz="quarter" idx="12"/>
          </p:nvPr>
        </p:nvSpPr>
        <p:spPr/>
        <p:txBody>
          <a:bodyPr/>
          <a:lstStyle>
            <a:lvl1pPr>
              <a:defRPr/>
            </a:lvl1pPr>
          </a:lstStyle>
          <a:p>
            <a:fld id="{A997ACF0-0B29-44AD-91D1-A8B9E0E9BCA8}" type="slidenum">
              <a:rPr lang="zh-CN" altLang="en-US"/>
            </a:fld>
            <a:endParaRPr lang="zh-CN" altLang="en-US" sz="2400">
              <a:solidFill>
                <a:schemeClr val="tx1"/>
              </a:solidFil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fld id="{C5E1E3C9-5B6B-49FB-A1D6-36748075B4E9}" type="datetime1">
              <a:rPr lang="zh-CN" altLang="en-US"/>
            </a:fld>
            <a:endParaRPr lang="zh-CN" altLang="en-US" sz="2400">
              <a:solidFill>
                <a:schemeClr val="tx1"/>
              </a:solidFill>
            </a:endParaRPr>
          </a:p>
        </p:txBody>
      </p:sp>
      <p:sp>
        <p:nvSpPr>
          <p:cNvPr id="3"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4" name="灯片编号占位符 5"/>
          <p:cNvSpPr>
            <a:spLocks noGrp="1" noChangeArrowheads="1"/>
          </p:cNvSpPr>
          <p:nvPr>
            <p:ph type="sldNum" sz="quarter" idx="12"/>
          </p:nvPr>
        </p:nvSpPr>
        <p:spPr/>
        <p:txBody>
          <a:bodyPr/>
          <a:lstStyle>
            <a:lvl1pPr>
              <a:defRPr/>
            </a:lvl1pPr>
          </a:lstStyle>
          <a:p>
            <a:fld id="{E1776326-71C0-4C22-9C88-5850BA7E6D54}" type="slidenum">
              <a:rPr lang="zh-CN" altLang="en-US"/>
            </a:fld>
            <a:endParaRPr lang="zh-CN" altLang="en-US" sz="2400">
              <a:solidFill>
                <a:schemeClr val="tx1"/>
              </a:solidFil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nchor="b"/>
          <a:lstStyle>
            <a:lvl1pPr>
              <a:defRPr sz="4265"/>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717" y="988485"/>
            <a:ext cx="6172200" cy="4872567"/>
          </a:xfrm>
        </p:spPr>
        <p:txBody>
          <a:bodyPr/>
          <a:lstStyle>
            <a:lvl1pPr>
              <a:defRPr sz="4265"/>
            </a:lvl1pPr>
            <a:lvl2pPr>
              <a:defRPr sz="3735"/>
            </a:lvl2pPr>
            <a:lvl3pPr>
              <a:defRPr sz="3200"/>
            </a:lvl3pPr>
            <a:lvl4pPr>
              <a:defRPr sz="2665"/>
            </a:lvl4pPr>
            <a:lvl5pPr>
              <a:defRPr sz="2665"/>
            </a:lvl5pPr>
            <a:lvl6pPr>
              <a:defRPr sz="2665"/>
            </a:lvl6pPr>
            <a:lvl7pPr>
              <a:defRPr sz="2665"/>
            </a:lvl7pPr>
            <a:lvl8pPr>
              <a:defRPr sz="2665"/>
            </a:lvl8pPr>
            <a:lvl9pPr>
              <a:defRPr sz="2665"/>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40318" y="2057400"/>
            <a:ext cx="3932767" cy="3812117"/>
          </a:xfrm>
        </p:spPr>
        <p:txBody>
          <a:bodyPr/>
          <a:lstStyle>
            <a:lvl1pPr marL="0" indent="0">
              <a:buNone/>
              <a:defRPr sz="2135"/>
            </a:lvl1pPr>
            <a:lvl2pPr marL="609600" indent="0">
              <a:buNone/>
              <a:defRPr sz="1865"/>
            </a:lvl2pPr>
            <a:lvl3pPr marL="1219200" indent="0">
              <a:buNone/>
              <a:defRPr sz="1600"/>
            </a:lvl3pPr>
            <a:lvl4pPr marL="1828800" indent="0">
              <a:buNone/>
              <a:defRPr sz="1335"/>
            </a:lvl4pPr>
            <a:lvl5pPr marL="2438400" indent="0">
              <a:buNone/>
              <a:defRPr sz="1335"/>
            </a:lvl5pPr>
            <a:lvl6pPr marL="3048000" indent="0">
              <a:buNone/>
              <a:defRPr sz="1335"/>
            </a:lvl6pPr>
            <a:lvl7pPr marL="3657600" indent="0">
              <a:buNone/>
              <a:defRPr sz="1335"/>
            </a:lvl7pPr>
            <a:lvl8pPr marL="4267200" indent="0">
              <a:buNone/>
              <a:defRPr sz="1335"/>
            </a:lvl8pPr>
            <a:lvl9pPr marL="4876800" indent="0">
              <a:buNone/>
              <a:defRPr sz="1335"/>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fld id="{A29AAB0F-F67F-4994-AB97-624C19543D6D}" type="datetime1">
              <a:rPr lang="zh-CN" altLang="en-US"/>
            </a:fld>
            <a:endParaRPr lang="zh-CN" altLang="en-US" sz="2400">
              <a:solidFill>
                <a:schemeClr val="tx1"/>
              </a:solidFill>
            </a:endParaRPr>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7" name="灯片编号占位符 5"/>
          <p:cNvSpPr>
            <a:spLocks noGrp="1" noChangeArrowheads="1"/>
          </p:cNvSpPr>
          <p:nvPr>
            <p:ph type="sldNum" sz="quarter" idx="12"/>
          </p:nvPr>
        </p:nvSpPr>
        <p:spPr/>
        <p:txBody>
          <a:bodyPr/>
          <a:lstStyle>
            <a:lvl1pPr>
              <a:defRPr/>
            </a:lvl1pPr>
          </a:lstStyle>
          <a:p>
            <a:fld id="{26D1F1AE-3774-46BD-82D3-137E75665B12}" type="slidenum">
              <a:rPr lang="zh-CN" altLang="en-US"/>
            </a:fld>
            <a:endParaRPr lang="zh-CN" altLang="en-US" sz="2400">
              <a:solidFill>
                <a:schemeClr val="tx1"/>
              </a:solidFil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nchor="b"/>
          <a:lstStyle>
            <a:lvl1pPr>
              <a:defRPr sz="4265"/>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717" y="988485"/>
            <a:ext cx="6172200" cy="4872567"/>
          </a:xfrm>
        </p:spPr>
        <p:txBody>
          <a:bodyPr/>
          <a:lstStyle>
            <a:lvl1pPr marL="0" indent="0">
              <a:buNone/>
              <a:defRPr sz="4265"/>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pPr lvl="0"/>
            <a:endParaRPr lang="zh-CN" altLang="en-US" noProof="0" smtClean="0">
              <a:sym typeface="Calibri" panose="020F0502020204030204" pitchFamily="34" charset="0"/>
            </a:endParaRPr>
          </a:p>
        </p:txBody>
      </p:sp>
      <p:sp>
        <p:nvSpPr>
          <p:cNvPr id="4" name="文本占位符 3"/>
          <p:cNvSpPr>
            <a:spLocks noGrp="1"/>
          </p:cNvSpPr>
          <p:nvPr>
            <p:ph type="body" sz="half" idx="2"/>
          </p:nvPr>
        </p:nvSpPr>
        <p:spPr>
          <a:xfrm>
            <a:off x="840318" y="2057400"/>
            <a:ext cx="3932767" cy="3812117"/>
          </a:xfrm>
        </p:spPr>
        <p:txBody>
          <a:bodyPr/>
          <a:lstStyle>
            <a:lvl1pPr marL="0" indent="0">
              <a:buNone/>
              <a:defRPr sz="2135"/>
            </a:lvl1pPr>
            <a:lvl2pPr marL="609600" indent="0">
              <a:buNone/>
              <a:defRPr sz="1865"/>
            </a:lvl2pPr>
            <a:lvl3pPr marL="1219200" indent="0">
              <a:buNone/>
              <a:defRPr sz="1600"/>
            </a:lvl3pPr>
            <a:lvl4pPr marL="1828800" indent="0">
              <a:buNone/>
              <a:defRPr sz="1335"/>
            </a:lvl4pPr>
            <a:lvl5pPr marL="2438400" indent="0">
              <a:buNone/>
              <a:defRPr sz="1335"/>
            </a:lvl5pPr>
            <a:lvl6pPr marL="3048000" indent="0">
              <a:buNone/>
              <a:defRPr sz="1335"/>
            </a:lvl6pPr>
            <a:lvl7pPr marL="3657600" indent="0">
              <a:buNone/>
              <a:defRPr sz="1335"/>
            </a:lvl7pPr>
            <a:lvl8pPr marL="4267200" indent="0">
              <a:buNone/>
              <a:defRPr sz="1335"/>
            </a:lvl8pPr>
            <a:lvl9pPr marL="4876800" indent="0">
              <a:buNone/>
              <a:defRPr sz="1335"/>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fld id="{99C845D6-4E6C-4512-9939-891498712365}" type="datetime1">
              <a:rPr lang="zh-CN" altLang="en-US"/>
            </a:fld>
            <a:endParaRPr lang="zh-CN" altLang="en-US" sz="2400">
              <a:solidFill>
                <a:schemeClr val="tx1"/>
              </a:solidFill>
            </a:endParaRPr>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7" name="灯片编号占位符 5"/>
          <p:cNvSpPr>
            <a:spLocks noGrp="1" noChangeArrowheads="1"/>
          </p:cNvSpPr>
          <p:nvPr>
            <p:ph type="sldNum" sz="quarter" idx="12"/>
          </p:nvPr>
        </p:nvSpPr>
        <p:spPr/>
        <p:txBody>
          <a:bodyPr/>
          <a:lstStyle>
            <a:lvl1pPr>
              <a:defRPr/>
            </a:lvl1pPr>
          </a:lstStyle>
          <a:p>
            <a:fld id="{3713F6A0-C7E7-4CF2-845B-11146518CEDD}" type="slidenum">
              <a:rPr lang="zh-CN" altLang="en-US"/>
            </a:fld>
            <a:endParaRPr lang="zh-CN" altLang="en-US" sz="2400">
              <a:solidFill>
                <a:schemeClr val="tx1"/>
              </a:solidFil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fld id="{DB3C246A-FE9C-4819-A77A-149D790CC111}" type="datetime1">
              <a:rPr lang="zh-CN" altLang="en-US"/>
            </a:fld>
            <a:endParaRPr lang="zh-CN" altLang="en-US" sz="2400">
              <a:solidFill>
                <a:schemeClr val="tx1"/>
              </a:solidFill>
            </a:endParaRPr>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6" name="灯片编号占位符 5"/>
          <p:cNvSpPr>
            <a:spLocks noGrp="1" noChangeArrowheads="1"/>
          </p:cNvSpPr>
          <p:nvPr>
            <p:ph type="sldNum" sz="quarter" idx="12"/>
          </p:nvPr>
        </p:nvSpPr>
        <p:spPr/>
        <p:txBody>
          <a:bodyPr/>
          <a:lstStyle>
            <a:lvl1pPr>
              <a:defRPr/>
            </a:lvl1pPr>
          </a:lstStyle>
          <a:p>
            <a:fld id="{71D3A438-D50C-4D6A-95CD-43F4BE455598}" type="slidenum">
              <a:rPr lang="zh-CN" altLang="en-US"/>
            </a:fld>
            <a:endParaRPr lang="zh-CN" altLang="en-US" sz="2400">
              <a:solidFill>
                <a:schemeClr val="tx1"/>
              </a:solidFil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5167"/>
            <a:ext cx="2743200" cy="5850467"/>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275167"/>
            <a:ext cx="8026400" cy="5850467"/>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fld id="{4AAECE84-B898-481E-893E-66D5B0926185}" type="datetime1">
              <a:rPr lang="zh-CN" altLang="en-US"/>
            </a:fld>
            <a:endParaRPr lang="zh-CN" altLang="en-US" sz="2400">
              <a:solidFill>
                <a:schemeClr val="tx1"/>
              </a:solidFill>
            </a:endParaRPr>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6" name="灯片编号占位符 5"/>
          <p:cNvSpPr>
            <a:spLocks noGrp="1" noChangeArrowheads="1"/>
          </p:cNvSpPr>
          <p:nvPr>
            <p:ph type="sldNum" sz="quarter" idx="12"/>
          </p:nvPr>
        </p:nvSpPr>
        <p:spPr/>
        <p:txBody>
          <a:bodyPr/>
          <a:lstStyle>
            <a:lvl1pPr>
              <a:defRPr/>
            </a:lvl1pPr>
          </a:lstStyle>
          <a:p>
            <a:fld id="{BD1BFD79-AC9C-4F5F-B0D4-6EFE0C829719}" type="slidenum">
              <a:rPr lang="zh-CN" altLang="en-US"/>
            </a:fld>
            <a:endParaRPr lang="zh-CN" altLang="en-US" sz="2400">
              <a:solidFill>
                <a:schemeClr val="tx1"/>
              </a:solidFil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5167"/>
            <a:ext cx="10972800" cy="1143000"/>
          </a:xfrm>
        </p:spPr>
        <p:txBody>
          <a:bodyPr/>
          <a:lstStyle/>
          <a:p>
            <a:r>
              <a:rPr lang="zh-CN" altLang="en-US" smtClean="0"/>
              <a:t>单击此处编辑母版标题样式</a:t>
            </a:r>
            <a:endParaRPr lang="zh-CN" altLang="en-US"/>
          </a:p>
        </p:txBody>
      </p:sp>
      <p:sp>
        <p:nvSpPr>
          <p:cNvPr id="3" name="日期占位符 3"/>
          <p:cNvSpPr>
            <a:spLocks noGrp="1" noChangeArrowheads="1"/>
          </p:cNvSpPr>
          <p:nvPr>
            <p:ph type="dt" sz="half" idx="10"/>
          </p:nvPr>
        </p:nvSpPr>
        <p:spPr/>
        <p:txBody>
          <a:bodyPr/>
          <a:lstStyle>
            <a:lvl1pPr>
              <a:defRPr/>
            </a:lvl1pPr>
          </a:lstStyle>
          <a:p>
            <a:pPr>
              <a:defRPr/>
            </a:pPr>
            <a:fld id="{1568F5DF-1258-491C-893A-5B3002955ABA}" type="datetime1">
              <a:rPr lang="zh-CN" altLang="en-US"/>
            </a:fld>
            <a:endParaRPr lang="zh-CN" altLang="en-US" sz="2400">
              <a:solidFill>
                <a:schemeClr val="tx1"/>
              </a:solidFill>
            </a:endParaRPr>
          </a:p>
        </p:txBody>
      </p:sp>
      <p:sp>
        <p:nvSpPr>
          <p:cNvPr id="4"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5" name="灯片编号占位符 5"/>
          <p:cNvSpPr>
            <a:spLocks noGrp="1" noChangeArrowheads="1"/>
          </p:cNvSpPr>
          <p:nvPr>
            <p:ph type="sldNum" sz="quarter" idx="12"/>
          </p:nvPr>
        </p:nvSpPr>
        <p:spPr/>
        <p:txBody>
          <a:bodyPr/>
          <a:lstStyle>
            <a:lvl1pPr>
              <a:defRPr/>
            </a:lvl1pPr>
          </a:lstStyle>
          <a:p>
            <a:fld id="{153AA947-9FB6-4E9B-AFD6-F9C6FDC5FDCC}" type="slidenum">
              <a:rPr lang="zh-CN" altLang="en-US"/>
            </a:fld>
            <a:endParaRPr lang="zh-CN" altLang="en-US" sz="2400">
              <a:solidFill>
                <a:schemeClr val="tx1"/>
              </a:solidFil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219200" y="277813"/>
            <a:ext cx="103632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hasCustomPrompt="1"/>
          </p:nvPr>
        </p:nvSpPr>
        <p:spPr>
          <a:xfrm>
            <a:off x="1219200" y="1600201"/>
            <a:ext cx="5080000" cy="4530725"/>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hasCustomPrompt="1"/>
          </p:nvPr>
        </p:nvSpPr>
        <p:spPr>
          <a:xfrm>
            <a:off x="6502400" y="1600201"/>
            <a:ext cx="5080000" cy="4530725"/>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a:xfrm>
            <a:off x="1219200" y="6251575"/>
            <a:ext cx="2641600" cy="457200"/>
          </a:xfrm>
        </p:spPr>
        <p:txBody>
          <a:bodyPr/>
          <a:lstStyle>
            <a:lvl1pPr>
              <a:defRPr/>
            </a:lvl1pPr>
          </a:lstStyle>
          <a:p>
            <a:endParaRPr lang="en-US" altLang="zh-CN"/>
          </a:p>
        </p:txBody>
      </p:sp>
      <p:sp>
        <p:nvSpPr>
          <p:cNvPr id="6" name="页脚占位符 5"/>
          <p:cNvSpPr>
            <a:spLocks noGrp="1"/>
          </p:cNvSpPr>
          <p:nvPr>
            <p:ph type="ftr" sz="quarter" idx="11"/>
          </p:nvPr>
        </p:nvSpPr>
        <p:spPr>
          <a:xfrm>
            <a:off x="4470400" y="6248400"/>
            <a:ext cx="3962400" cy="457200"/>
          </a:xfrm>
        </p:spPr>
        <p:txBody>
          <a:bodyPr/>
          <a:lstStyle>
            <a:lvl1pPr>
              <a:defRPr/>
            </a:lvl1pPr>
          </a:lstStyle>
          <a:p>
            <a:endParaRPr lang="en-US" altLang="zh-CN"/>
          </a:p>
        </p:txBody>
      </p:sp>
      <p:sp>
        <p:nvSpPr>
          <p:cNvPr id="7" name="灯片编号占位符 6"/>
          <p:cNvSpPr>
            <a:spLocks noGrp="1"/>
          </p:cNvSpPr>
          <p:nvPr>
            <p:ph type="sldNum" sz="quarter" idx="12"/>
          </p:nvPr>
        </p:nvSpPr>
        <p:spPr>
          <a:xfrm>
            <a:off x="9042400" y="6248400"/>
            <a:ext cx="2540000" cy="457200"/>
          </a:xfrm>
        </p:spPr>
        <p:txBody>
          <a:bodyPr/>
          <a:lstStyle>
            <a:lvl1pPr>
              <a:defRPr/>
            </a:lvl1pPr>
          </a:lstStyle>
          <a:p>
            <a:fld id="{7D13BF12-950D-4E4A-9514-4BEF41FEC54E}" type="slidenum">
              <a:rPr lang="zh-CN" altLang="en-US"/>
            </a:fld>
            <a:endParaRPr lang="en-US" altLang="zh-CN"/>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219200" y="277813"/>
            <a:ext cx="10363200" cy="11430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1219200" y="1600201"/>
            <a:ext cx="10363200" cy="4530725"/>
          </a:xfrm>
        </p:spPr>
        <p:txBody>
          <a:bodyPr/>
          <a:lstStyle/>
          <a:p>
            <a:endParaRPr lang="zh-CN" altLang="en-US"/>
          </a:p>
        </p:txBody>
      </p:sp>
      <p:sp>
        <p:nvSpPr>
          <p:cNvPr id="4" name="日期占位符 3"/>
          <p:cNvSpPr>
            <a:spLocks noGrp="1"/>
          </p:cNvSpPr>
          <p:nvPr>
            <p:ph type="dt" sz="half" idx="10"/>
          </p:nvPr>
        </p:nvSpPr>
        <p:spPr>
          <a:xfrm>
            <a:off x="1219200" y="6251575"/>
            <a:ext cx="2641600" cy="457200"/>
          </a:xfrm>
        </p:spPr>
        <p:txBody>
          <a:bodyPr/>
          <a:lstStyle>
            <a:lvl1pPr>
              <a:defRPr/>
            </a:lvl1pPr>
          </a:lstStyle>
          <a:p>
            <a:endParaRPr lang="en-US" altLang="zh-CN"/>
          </a:p>
        </p:txBody>
      </p:sp>
      <p:sp>
        <p:nvSpPr>
          <p:cNvPr id="5" name="页脚占位符 4"/>
          <p:cNvSpPr>
            <a:spLocks noGrp="1"/>
          </p:cNvSpPr>
          <p:nvPr>
            <p:ph type="ftr" sz="quarter" idx="11"/>
          </p:nvPr>
        </p:nvSpPr>
        <p:spPr>
          <a:xfrm>
            <a:off x="4470400" y="6248400"/>
            <a:ext cx="3962400" cy="457200"/>
          </a:xfrm>
        </p:spPr>
        <p:txBody>
          <a:bodyPr/>
          <a:lstStyle>
            <a:lvl1pPr>
              <a:defRPr/>
            </a:lvl1pPr>
          </a:lstStyle>
          <a:p>
            <a:endParaRPr lang="en-US" altLang="zh-CN"/>
          </a:p>
        </p:txBody>
      </p:sp>
      <p:sp>
        <p:nvSpPr>
          <p:cNvPr id="6" name="灯片编号占位符 5"/>
          <p:cNvSpPr>
            <a:spLocks noGrp="1"/>
          </p:cNvSpPr>
          <p:nvPr>
            <p:ph type="sldNum" sz="quarter" idx="12"/>
          </p:nvPr>
        </p:nvSpPr>
        <p:spPr>
          <a:xfrm>
            <a:off x="9042400" y="6248400"/>
            <a:ext cx="2540000" cy="457200"/>
          </a:xfrm>
        </p:spPr>
        <p:txBody>
          <a:bodyPr/>
          <a:lstStyle>
            <a:lvl1pPr>
              <a:defRPr/>
            </a:lvl1pPr>
          </a:lstStyle>
          <a:p>
            <a:fld id="{64B00735-9A34-416B-B056-C8F0C86396BA}" type="slidenum">
              <a:rPr lang="zh-CN" altLang="en-US"/>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image" Target="../media/image2.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5" Type="http://schemas.openxmlformats.org/officeDocument/2006/relationships/theme" Target="../theme/theme3.xml"/><Relationship Id="rId14" Type="http://schemas.openxmlformats.org/officeDocument/2006/relationships/slideLayout" Target="../slideLayouts/slideLayout36.xml"/><Relationship Id="rId13" Type="http://schemas.openxmlformats.org/officeDocument/2006/relationships/slideLayout" Target="../slideLayouts/slideLayout35.xml"/><Relationship Id="rId12" Type="http://schemas.openxmlformats.org/officeDocument/2006/relationships/slideLayout" Target="../slideLayouts/slideLayout34.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821BB6-FFC6-4F4F-BB7C-1255C9EBF2D9}"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4954EA-27E7-4AB6-94E1-688632AAB0E2}"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wipe dir="d"/>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10" name="矩形 9"/>
          <p:cNvSpPr/>
          <p:nvPr userDrawn="1"/>
        </p:nvSpPr>
        <p:spPr bwMode="hidden">
          <a:xfrm>
            <a:off x="0" y="5980361"/>
            <a:ext cx="12188952" cy="452163"/>
          </a:xfrm>
          <a:prstGeom prst="rect">
            <a:avLst/>
          </a:prstGeom>
          <a:solidFill>
            <a:schemeClr val="bg1"/>
          </a:solidFill>
          <a:ln>
            <a:noFill/>
          </a:ln>
          <a:effectLst>
            <a:outerShdw blurRad="50800" dist="25400" dir="5400000" algn="t"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dirty="0">
              <a:latin typeface="Microsoft YaHei UI" panose="020B0503020204020204" pitchFamily="34" charset="-122"/>
              <a:ea typeface="Microsoft YaHei UI" panose="020B0503020204020204" pitchFamily="34" charset="-122"/>
            </a:endParaRPr>
          </a:p>
        </p:txBody>
      </p:sp>
      <p:sp>
        <p:nvSpPr>
          <p:cNvPr id="9" name="矩形 8"/>
          <p:cNvSpPr/>
          <p:nvPr userDrawn="1"/>
        </p:nvSpPr>
        <p:spPr bwMode="hidden">
          <a:xfrm>
            <a:off x="1524" y="214604"/>
            <a:ext cx="12188952" cy="452163"/>
          </a:xfrm>
          <a:prstGeom prst="rect">
            <a:avLst/>
          </a:prstGeom>
          <a:solidFill>
            <a:schemeClr val="bg1"/>
          </a:solidFill>
          <a:ln>
            <a:noFill/>
          </a:ln>
          <a:effectLst>
            <a:outerShdw blurRad="50800" dist="25400" dir="16200000"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dirty="0">
              <a:latin typeface="Microsoft YaHei UI" panose="020B0503020204020204" pitchFamily="34" charset="-122"/>
              <a:ea typeface="Microsoft YaHei UI" panose="020B0503020204020204" pitchFamily="34" charset="-122"/>
            </a:endParaRPr>
          </a:p>
        </p:txBody>
      </p:sp>
      <p:sp>
        <p:nvSpPr>
          <p:cNvPr id="8" name="矩形 7"/>
          <p:cNvSpPr/>
          <p:nvPr userDrawn="1"/>
        </p:nvSpPr>
        <p:spPr bwMode="hidden">
          <a:xfrm>
            <a:off x="1524" y="214604"/>
            <a:ext cx="12188952" cy="62179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dirty="0">
              <a:latin typeface="Microsoft YaHei UI" panose="020B0503020204020204" pitchFamily="34" charset="-122"/>
              <a:ea typeface="Microsoft YaHei UI" panose="020B0503020204020204" pitchFamily="34" charset="-122"/>
            </a:endParaRPr>
          </a:p>
        </p:txBody>
      </p:sp>
      <p:sp>
        <p:nvSpPr>
          <p:cNvPr id="2" name="标题占位符 1"/>
          <p:cNvSpPr>
            <a:spLocks noGrp="1"/>
          </p:cNvSpPr>
          <p:nvPr>
            <p:ph type="title"/>
          </p:nvPr>
        </p:nvSpPr>
        <p:spPr>
          <a:xfrm>
            <a:off x="1295400" y="419100"/>
            <a:ext cx="9601200" cy="1257300"/>
          </a:xfrm>
          <a:prstGeom prst="rect">
            <a:avLst/>
          </a:prstGeom>
        </p:spPr>
        <p:txBody>
          <a:bodyPr vert="horz" lIns="91440" tIns="45720" rIns="91440" bIns="45720" rtlCol="0" anchor="b">
            <a:noAutofit/>
          </a:bodyPr>
          <a:lstStyle/>
          <a:p>
            <a:r>
              <a:rPr lang="zh-CN" dirty="0"/>
              <a:t>单击此处编辑母版标题样式</a:t>
            </a:r>
            <a:endParaRPr lang="zh-CN" dirty="0"/>
          </a:p>
        </p:txBody>
      </p:sp>
      <p:sp>
        <p:nvSpPr>
          <p:cNvPr id="3" name="文本占位符 2"/>
          <p:cNvSpPr>
            <a:spLocks noGrp="1"/>
          </p:cNvSpPr>
          <p:nvPr>
            <p:ph type="body" idx="1"/>
          </p:nvPr>
        </p:nvSpPr>
        <p:spPr>
          <a:xfrm>
            <a:off x="1295400" y="1905000"/>
            <a:ext cx="9601200" cy="4267200"/>
          </a:xfrm>
          <a:prstGeom prst="rect">
            <a:avLst/>
          </a:prstGeom>
        </p:spPr>
        <p:txBody>
          <a:bodyPr vert="horz" lIns="91440" tIns="45720" rIns="91440" bIns="45720" rtlCol="0">
            <a:normAutofit/>
          </a:bodyPr>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4" name="日期占位符 3"/>
          <p:cNvSpPr>
            <a:spLocks noGrp="1"/>
          </p:cNvSpPr>
          <p:nvPr>
            <p:ph type="dt" sz="half" idx="2"/>
          </p:nvPr>
        </p:nvSpPr>
        <p:spPr>
          <a:xfrm>
            <a:off x="9339166" y="6484777"/>
            <a:ext cx="1335054" cy="274022"/>
          </a:xfrm>
          <a:prstGeom prst="rect">
            <a:avLst/>
          </a:prstGeom>
        </p:spPr>
        <p:txBody>
          <a:bodyPr vert="horz" lIns="91440" tIns="45720" rIns="91440" bIns="45720" rtlCol="0" anchor="ctr"/>
          <a:lstStyle>
            <a:lvl1pPr algn="r" latinLnBrk="0">
              <a:defRPr lang="zh-CN" sz="1000">
                <a:solidFill>
                  <a:schemeClr val="tx1">
                    <a:tint val="75000"/>
                  </a:schemeClr>
                </a:solidFill>
                <a:latin typeface="Microsoft YaHei UI" panose="020B0503020204020204" pitchFamily="34" charset="-122"/>
                <a:ea typeface="Microsoft YaHei UI" panose="020B0503020204020204" pitchFamily="34" charset="-122"/>
              </a:defRPr>
            </a:lvl1pPr>
          </a:lstStyle>
          <a:p>
            <a:fld id="{287D4020-EAAB-4E36-8532-04C08CBCE9E1}" type="datetime1">
              <a:rPr lang="en-US" altLang="zh-CN" smtClean="0"/>
            </a:fld>
            <a:endParaRPr lang="en-US" altLang="zh-CN" dirty="0"/>
          </a:p>
        </p:txBody>
      </p:sp>
      <p:sp>
        <p:nvSpPr>
          <p:cNvPr id="5" name="页脚占位符 4"/>
          <p:cNvSpPr>
            <a:spLocks noGrp="1"/>
          </p:cNvSpPr>
          <p:nvPr>
            <p:ph type="ftr" sz="quarter" idx="3"/>
          </p:nvPr>
        </p:nvSpPr>
        <p:spPr>
          <a:xfrm>
            <a:off x="609600" y="6484777"/>
            <a:ext cx="4123765" cy="274022"/>
          </a:xfrm>
          <a:prstGeom prst="rect">
            <a:avLst/>
          </a:prstGeom>
        </p:spPr>
        <p:txBody>
          <a:bodyPr vert="horz" lIns="91440" tIns="45720" rIns="91440" bIns="45720" rtlCol="0" anchor="ctr"/>
          <a:lstStyle>
            <a:lvl1pPr algn="l" latinLnBrk="0">
              <a:defRPr lang="zh-CN" sz="1000">
                <a:solidFill>
                  <a:schemeClr val="tx1">
                    <a:tint val="75000"/>
                  </a:schemeClr>
                </a:solidFill>
                <a:latin typeface="Microsoft YaHei UI" panose="020B0503020204020204" pitchFamily="34" charset="-122"/>
                <a:ea typeface="Microsoft YaHei UI" panose="020B0503020204020204" pitchFamily="34" charset="-122"/>
              </a:defRPr>
            </a:lvl1pPr>
          </a:lstStyle>
          <a:p>
            <a:endParaRPr lang="zh-CN" altLang="en-US" dirty="0"/>
          </a:p>
        </p:txBody>
      </p:sp>
      <p:sp>
        <p:nvSpPr>
          <p:cNvPr id="6" name="幻灯片编号占位符 5"/>
          <p:cNvSpPr>
            <a:spLocks noGrp="1"/>
          </p:cNvSpPr>
          <p:nvPr>
            <p:ph type="sldNum" sz="quarter" idx="4"/>
          </p:nvPr>
        </p:nvSpPr>
        <p:spPr>
          <a:xfrm>
            <a:off x="10896600" y="6484777"/>
            <a:ext cx="685800" cy="274022"/>
          </a:xfrm>
          <a:prstGeom prst="rect">
            <a:avLst/>
          </a:prstGeom>
        </p:spPr>
        <p:txBody>
          <a:bodyPr vert="horz" lIns="91440" tIns="45720" rIns="91440" bIns="45720" rtlCol="0" anchor="ctr"/>
          <a:lstStyle>
            <a:lvl1pPr algn="r" latinLnBrk="0">
              <a:defRPr lang="zh-CN" sz="1000">
                <a:solidFill>
                  <a:schemeClr val="tx1">
                    <a:tint val="75000"/>
                  </a:schemeClr>
                </a:solidFill>
                <a:latin typeface="Microsoft YaHei UI" panose="020B0503020204020204" pitchFamily="34" charset="-122"/>
                <a:ea typeface="Microsoft YaHei UI" panose="020B0503020204020204" pitchFamily="34" charset="-122"/>
              </a:defRPr>
            </a:lvl1pPr>
          </a:lstStyle>
          <a:p>
            <a:fld id="{E31375A4-56A4-47D6-9801-1991572033F7}" type="slidenum">
              <a:rPr lang="en-US" altLang="zh-CN" smtClean="0"/>
            </a:fld>
            <a:endParaRPr lang="en-US" altLang="zh-CN" dirty="0"/>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txStyles>
    <p:titleStyle>
      <a:lvl1pPr algn="l" defTabSz="914400" rtl="0" eaLnBrk="1" latinLnBrk="0" hangingPunct="1">
        <a:lnSpc>
          <a:spcPct val="90000"/>
        </a:lnSpc>
        <a:spcBef>
          <a:spcPct val="0"/>
        </a:spcBef>
        <a:buNone/>
        <a:defRPr lang="zh-CN" sz="4000" kern="1200" baseline="0">
          <a:solidFill>
            <a:schemeClr val="accent2"/>
          </a:solidFill>
          <a:latin typeface="Microsoft YaHei UI" panose="020B0503020204020204" pitchFamily="34" charset="-122"/>
          <a:ea typeface="Microsoft YaHei UI" panose="020B0503020204020204" pitchFamily="34" charset="-122"/>
          <a:cs typeface="+mj-cs"/>
        </a:defRPr>
      </a:lvl1pPr>
    </p:titleStyle>
    <p:bodyStyle>
      <a:lvl1pPr marL="228600" indent="-228600" algn="l" defTabSz="914400" rtl="0" eaLnBrk="1" latinLnBrk="0" hangingPunct="1">
        <a:lnSpc>
          <a:spcPct val="90000"/>
        </a:lnSpc>
        <a:spcBef>
          <a:spcPts val="1800"/>
        </a:spcBef>
        <a:buSzPct val="90000"/>
        <a:buFont typeface="Arial" panose="020B0604020202020204" pitchFamily="34" charset="0"/>
        <a:buChar char="▪"/>
        <a:defRPr lang="zh-CN" sz="2000" kern="1200">
          <a:solidFill>
            <a:schemeClr val="tx1"/>
          </a:solidFill>
          <a:latin typeface="Microsoft YaHei UI" panose="020B0503020204020204" pitchFamily="34" charset="-122"/>
          <a:ea typeface="Microsoft YaHei UI" panose="020B0503020204020204" pitchFamily="34" charset="-122"/>
          <a:cs typeface="+mn-cs"/>
        </a:defRPr>
      </a:lvl1pPr>
      <a:lvl2pPr marL="502920" indent="-228600" algn="l" defTabSz="914400" rtl="0" eaLnBrk="1" latinLnBrk="0" hangingPunct="1">
        <a:lnSpc>
          <a:spcPct val="90000"/>
        </a:lnSpc>
        <a:spcBef>
          <a:spcPts val="1200"/>
        </a:spcBef>
        <a:buSzPct val="90000"/>
        <a:buFont typeface="Arial" panose="020B0604020202020204" pitchFamily="34" charset="0"/>
        <a:buChar char="▪"/>
        <a:defRPr lang="zh-CN" sz="1800" kern="1200">
          <a:solidFill>
            <a:schemeClr val="tx1"/>
          </a:solidFill>
          <a:latin typeface="Microsoft YaHei UI" panose="020B0503020204020204" pitchFamily="34" charset="-122"/>
          <a:ea typeface="Microsoft YaHei UI" panose="020B0503020204020204" pitchFamily="34" charset="-122"/>
          <a:cs typeface="+mn-cs"/>
        </a:defRPr>
      </a:lvl2pPr>
      <a:lvl3pPr marL="731520" indent="-182880" algn="l" defTabSz="914400" rtl="0" eaLnBrk="1" latinLnBrk="0" hangingPunct="1">
        <a:lnSpc>
          <a:spcPct val="90000"/>
        </a:lnSpc>
        <a:spcBef>
          <a:spcPts val="800"/>
        </a:spcBef>
        <a:buSzPct val="90000"/>
        <a:buFont typeface="Arial" panose="020B0604020202020204" pitchFamily="34" charset="0"/>
        <a:buChar char="▪"/>
        <a:defRPr lang="zh-CN" sz="1600" kern="1200">
          <a:solidFill>
            <a:schemeClr val="tx1"/>
          </a:solidFill>
          <a:latin typeface="Microsoft YaHei UI" panose="020B0503020204020204" pitchFamily="34" charset="-122"/>
          <a:ea typeface="Microsoft YaHei UI" panose="020B0503020204020204" pitchFamily="34" charset="-122"/>
          <a:cs typeface="+mn-cs"/>
        </a:defRPr>
      </a:lvl3pPr>
      <a:lvl4pPr marL="1005840" indent="-182880" algn="l" defTabSz="914400" rtl="0" eaLnBrk="1" latinLnBrk="0" hangingPunct="1">
        <a:lnSpc>
          <a:spcPct val="90000"/>
        </a:lnSpc>
        <a:spcBef>
          <a:spcPts val="800"/>
        </a:spcBef>
        <a:buSzPct val="90000"/>
        <a:buFont typeface="Arial" panose="020B0604020202020204" pitchFamily="34" charset="0"/>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4pPr>
      <a:lvl5pPr marL="1234440" indent="-182880" algn="l" defTabSz="914400" rtl="0" eaLnBrk="1" latinLnBrk="0" hangingPunct="1">
        <a:lnSpc>
          <a:spcPct val="90000"/>
        </a:lnSpc>
        <a:spcBef>
          <a:spcPts val="600"/>
        </a:spcBef>
        <a:buSzPct val="90000"/>
        <a:buFont typeface="Arial" panose="020B0604020202020204" pitchFamily="34" charset="0"/>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5pPr>
      <a:lvl6pPr marL="1463040" indent="-182880" algn="l" defTabSz="914400" rtl="0" eaLnBrk="1" latinLnBrk="0" hangingPunct="1">
        <a:lnSpc>
          <a:spcPct val="90000"/>
        </a:lnSpc>
        <a:spcBef>
          <a:spcPts val="600"/>
        </a:spcBef>
        <a:buSzPct val="90000"/>
        <a:buFont typeface="Arial" panose="020B0604020202020204" pitchFamily="34" charset="0"/>
        <a:buChar char="▪"/>
        <a:defRPr lang="zh-CN" sz="1400" kern="1200">
          <a:solidFill>
            <a:schemeClr val="tx1"/>
          </a:solidFill>
          <a:latin typeface="+mn-lt"/>
          <a:ea typeface="+mn-ea"/>
          <a:cs typeface="+mn-cs"/>
        </a:defRPr>
      </a:lvl6pPr>
      <a:lvl7pPr marL="1691640" indent="-182880" algn="l" defTabSz="914400" rtl="0" eaLnBrk="1" latinLnBrk="0" hangingPunct="1">
        <a:lnSpc>
          <a:spcPct val="90000"/>
        </a:lnSpc>
        <a:spcBef>
          <a:spcPts val="600"/>
        </a:spcBef>
        <a:buSzPct val="90000"/>
        <a:buFont typeface="Arial" panose="020B0604020202020204" pitchFamily="34" charset="0"/>
        <a:buChar char="▪"/>
        <a:defRPr lang="zh-CN" sz="1400" kern="1200">
          <a:solidFill>
            <a:schemeClr val="tx1"/>
          </a:solidFill>
          <a:latin typeface="+mn-lt"/>
          <a:ea typeface="+mn-ea"/>
          <a:cs typeface="+mn-cs"/>
        </a:defRPr>
      </a:lvl7pPr>
      <a:lvl8pPr marL="1920240" indent="-182880" algn="l" defTabSz="914400" rtl="0" eaLnBrk="1" latinLnBrk="0" hangingPunct="1">
        <a:lnSpc>
          <a:spcPct val="90000"/>
        </a:lnSpc>
        <a:spcBef>
          <a:spcPts val="600"/>
        </a:spcBef>
        <a:buSzPct val="90000"/>
        <a:buFont typeface="Arial" panose="020B0604020202020204" pitchFamily="34" charset="0"/>
        <a:buChar char="▪"/>
        <a:defRPr lang="zh-CN" sz="14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SzPct val="90000"/>
        <a:buFont typeface="Arial" panose="020B0604020202020204" pitchFamily="34" charset="0"/>
        <a:buChar char="▪"/>
        <a:defRPr lang="zh-CN" sz="1400" kern="1200">
          <a:solidFill>
            <a:schemeClr val="tx1"/>
          </a:solidFill>
          <a:latin typeface="+mn-lt"/>
          <a:ea typeface="+mn-ea"/>
          <a:cs typeface="+mn-cs"/>
        </a:defRPr>
      </a:lvl9pPr>
    </p:bodyStyle>
    <p:otherStyle>
      <a:defPPr>
        <a:defRPr lang="zh-CN"/>
      </a:defPPr>
      <a:lvl1pPr marL="0" algn="l" defTabSz="914400" rtl="0" eaLnBrk="1" latinLnBrk="0" hangingPunct="1">
        <a:defRPr lang="zh-CN" sz="1800" kern="1200">
          <a:solidFill>
            <a:schemeClr val="tx1"/>
          </a:solidFill>
          <a:latin typeface="+mn-lt"/>
          <a:ea typeface="+mn-ea"/>
          <a:cs typeface="+mn-cs"/>
        </a:defRPr>
      </a:lvl1pPr>
      <a:lvl2pPr marL="457200" algn="l" defTabSz="914400" rtl="0" eaLnBrk="1" latinLnBrk="0" hangingPunct="1">
        <a:defRPr lang="zh-CN" sz="1800" kern="1200">
          <a:solidFill>
            <a:schemeClr val="tx1"/>
          </a:solidFill>
          <a:latin typeface="+mn-lt"/>
          <a:ea typeface="+mn-ea"/>
          <a:cs typeface="+mn-cs"/>
        </a:defRPr>
      </a:lvl2pPr>
      <a:lvl3pPr marL="914400" algn="l" defTabSz="914400" rtl="0" eaLnBrk="1" latinLnBrk="0" hangingPunct="1">
        <a:defRPr lang="zh-CN" sz="1800" kern="1200">
          <a:solidFill>
            <a:schemeClr val="tx1"/>
          </a:solidFill>
          <a:latin typeface="+mn-lt"/>
          <a:ea typeface="+mn-ea"/>
          <a:cs typeface="+mn-cs"/>
        </a:defRPr>
      </a:lvl3pPr>
      <a:lvl4pPr marL="1371600" algn="l" defTabSz="914400" rtl="0" eaLnBrk="1" latinLnBrk="0" hangingPunct="1">
        <a:defRPr lang="zh-CN" sz="1800" kern="1200">
          <a:solidFill>
            <a:schemeClr val="tx1"/>
          </a:solidFill>
          <a:latin typeface="+mn-lt"/>
          <a:ea typeface="+mn-ea"/>
          <a:cs typeface="+mn-cs"/>
        </a:defRPr>
      </a:lvl4pPr>
      <a:lvl5pPr marL="1828800" algn="l" defTabSz="914400" rtl="0" eaLnBrk="1" latinLnBrk="0" hangingPunct="1">
        <a:defRPr lang="zh-CN" sz="1800" kern="1200">
          <a:solidFill>
            <a:schemeClr val="tx1"/>
          </a:solidFill>
          <a:latin typeface="+mn-lt"/>
          <a:ea typeface="+mn-ea"/>
          <a:cs typeface="+mn-cs"/>
        </a:defRPr>
      </a:lvl5pPr>
      <a:lvl6pPr marL="2286000" algn="l" defTabSz="914400" rtl="0" eaLnBrk="1" latinLnBrk="0" hangingPunct="1">
        <a:defRPr lang="zh-CN" sz="1800" kern="1200">
          <a:solidFill>
            <a:schemeClr val="tx1"/>
          </a:solidFill>
          <a:latin typeface="+mn-lt"/>
          <a:ea typeface="+mn-ea"/>
          <a:cs typeface="+mn-cs"/>
        </a:defRPr>
      </a:lvl6pPr>
      <a:lvl7pPr marL="2743200" algn="l" defTabSz="914400" rtl="0" eaLnBrk="1" latinLnBrk="0" hangingPunct="1">
        <a:defRPr lang="zh-CN" sz="1800" kern="1200">
          <a:solidFill>
            <a:schemeClr val="tx1"/>
          </a:solidFill>
          <a:latin typeface="+mn-lt"/>
          <a:ea typeface="+mn-ea"/>
          <a:cs typeface="+mn-cs"/>
        </a:defRPr>
      </a:lvl7pPr>
      <a:lvl8pPr marL="3200400" algn="l" defTabSz="914400" rtl="0" eaLnBrk="1" latinLnBrk="0" hangingPunct="1">
        <a:defRPr lang="zh-CN" sz="1800" kern="1200">
          <a:solidFill>
            <a:schemeClr val="tx1"/>
          </a:solidFill>
          <a:latin typeface="+mn-lt"/>
          <a:ea typeface="+mn-ea"/>
          <a:cs typeface="+mn-cs"/>
        </a:defRPr>
      </a:lvl8pPr>
      <a:lvl9pPr marL="3657600" algn="l" defTabSz="914400" rtl="0" eaLnBrk="1" latinLnBrk="0" hangingPunct="1">
        <a:defRPr lang="zh-CN"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609600" y="275167"/>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smtClean="0">
                <a:sym typeface="Calibri" panose="020F0502020204030204" pitchFamily="34" charset="0"/>
              </a:rPr>
              <a:t>单击此处编辑母版标题样式</a:t>
            </a:r>
            <a:endParaRPr lang="zh-CN" altLang="zh-CN" smtClean="0">
              <a:sym typeface="Calibri" panose="020F0502020204030204" pitchFamily="34" charset="0"/>
            </a:endParaRPr>
          </a:p>
        </p:txBody>
      </p:sp>
      <p:sp>
        <p:nvSpPr>
          <p:cNvPr id="1027" name="文本占位符 2"/>
          <p:cNvSpPr>
            <a:spLocks noGrp="1" noChangeArrowheads="1"/>
          </p:cNvSpPr>
          <p:nvPr>
            <p:ph type="body" idx="1"/>
          </p:nvPr>
        </p:nvSpPr>
        <p:spPr bwMode="auto">
          <a:xfrm>
            <a:off x="609600" y="1600201"/>
            <a:ext cx="10972800" cy="4525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smtClean="0">
                <a:sym typeface="Calibri" panose="020F0502020204030204" pitchFamily="34" charset="0"/>
              </a:rPr>
              <a:t>单击此处编辑母版文本样式</a:t>
            </a:r>
            <a:endParaRPr lang="zh-CN" altLang="zh-CN" smtClean="0">
              <a:sym typeface="Calibri" panose="020F0502020204030204" pitchFamily="34" charset="0"/>
            </a:endParaRPr>
          </a:p>
          <a:p>
            <a:pPr lvl="1"/>
            <a:r>
              <a:rPr lang="zh-CN" altLang="zh-CN" smtClean="0">
                <a:sym typeface="Calibri" panose="020F0502020204030204" pitchFamily="34" charset="0"/>
              </a:rPr>
              <a:t>第二级</a:t>
            </a:r>
            <a:endParaRPr lang="zh-CN" altLang="zh-CN" smtClean="0">
              <a:sym typeface="Calibri" panose="020F0502020204030204" pitchFamily="34" charset="0"/>
            </a:endParaRPr>
          </a:p>
          <a:p>
            <a:pPr lvl="2"/>
            <a:r>
              <a:rPr lang="zh-CN" altLang="zh-CN" smtClean="0">
                <a:sym typeface="Calibri" panose="020F0502020204030204" pitchFamily="34" charset="0"/>
              </a:rPr>
              <a:t>第三级</a:t>
            </a:r>
            <a:endParaRPr lang="zh-CN" altLang="zh-CN" smtClean="0">
              <a:sym typeface="Calibri" panose="020F0502020204030204" pitchFamily="34" charset="0"/>
            </a:endParaRPr>
          </a:p>
          <a:p>
            <a:pPr lvl="3"/>
            <a:r>
              <a:rPr lang="zh-CN" altLang="zh-CN" smtClean="0">
                <a:sym typeface="Calibri" panose="020F0502020204030204" pitchFamily="34" charset="0"/>
              </a:rPr>
              <a:t>第四级</a:t>
            </a:r>
            <a:endParaRPr lang="zh-CN" altLang="zh-CN" smtClean="0">
              <a:sym typeface="Calibri" panose="020F0502020204030204" pitchFamily="34" charset="0"/>
            </a:endParaRPr>
          </a:p>
          <a:p>
            <a:pPr lvl="4"/>
            <a:r>
              <a:rPr lang="zh-CN" altLang="zh-CN" smtClean="0">
                <a:sym typeface="Calibri" panose="020F0502020204030204" pitchFamily="34" charset="0"/>
              </a:rPr>
              <a:t>第五级</a:t>
            </a:r>
            <a:endParaRPr lang="zh-CN" altLang="zh-CN" smtClean="0">
              <a:sym typeface="Calibri" panose="020F0502020204030204" pitchFamily="34" charset="0"/>
            </a:endParaRPr>
          </a:p>
        </p:txBody>
      </p:sp>
      <p:sp>
        <p:nvSpPr>
          <p:cNvPr id="1028" name="日期占位符 3"/>
          <p:cNvSpPr>
            <a:spLocks noGrp="1" noChangeArrowheads="1"/>
          </p:cNvSpPr>
          <p:nvPr>
            <p:ph type="dt" sz="half" idx="2"/>
          </p:nvPr>
        </p:nvSpPr>
        <p:spPr bwMode="auto">
          <a:xfrm>
            <a:off x="609600" y="6356351"/>
            <a:ext cx="2844800" cy="366183"/>
          </a:xfrm>
          <a:prstGeom prst="rect">
            <a:avLst/>
          </a:prstGeom>
          <a:noFill/>
          <a:ln>
            <a:noFill/>
          </a:ln>
        </p:spPr>
        <p:txBody>
          <a:bodyPr vert="horz" wrap="square" lIns="91440" tIns="45720" rIns="91440" bIns="45720" numCol="1" anchor="ctr" anchorCtr="0" compatLnSpc="1"/>
          <a:lstStyle>
            <a:lvl1pPr eaLnBrk="1" hangingPunct="1">
              <a:buFont typeface="Arial" panose="020B0604020202020204" pitchFamily="34" charset="0"/>
              <a:buNone/>
              <a:defRPr sz="1600">
                <a:solidFill>
                  <a:srgbClr val="898989"/>
                </a:solidFill>
                <a:latin typeface="Arial" panose="020B0604020202020204" pitchFamily="34" charset="0"/>
              </a:defRPr>
            </a:lvl1pPr>
          </a:lstStyle>
          <a:p>
            <a:pPr>
              <a:defRPr/>
            </a:pPr>
            <a:fld id="{AD578E2E-6F4E-4593-A120-3008FE2F5900}" type="datetime1">
              <a:rPr lang="zh-CN" altLang="en-US"/>
            </a:fld>
            <a:endParaRPr lang="zh-CN" altLang="en-US" sz="2400">
              <a:solidFill>
                <a:schemeClr val="tx1"/>
              </a:solidFill>
            </a:endParaRPr>
          </a:p>
        </p:txBody>
      </p:sp>
      <p:sp>
        <p:nvSpPr>
          <p:cNvPr id="1029" name="页脚占位符 4"/>
          <p:cNvSpPr>
            <a:spLocks noGrp="1" noChangeArrowheads="1"/>
          </p:cNvSpPr>
          <p:nvPr>
            <p:ph type="ftr" sz="quarter" idx="3"/>
          </p:nvPr>
        </p:nvSpPr>
        <p:spPr bwMode="auto">
          <a:xfrm>
            <a:off x="4165600" y="6356351"/>
            <a:ext cx="3860800" cy="366183"/>
          </a:xfrm>
          <a:prstGeom prst="rect">
            <a:avLst/>
          </a:prstGeom>
          <a:noFill/>
          <a:ln>
            <a:noFill/>
          </a:ln>
        </p:spPr>
        <p:txBody>
          <a:bodyPr vert="horz" wrap="square" lIns="91440" tIns="45720" rIns="91440" bIns="45720" numCol="1" anchor="ctr" anchorCtr="0" compatLnSpc="1"/>
          <a:lstStyle>
            <a:lvl1pPr algn="ctr" eaLnBrk="1" hangingPunct="1">
              <a:buFont typeface="Arial" panose="020B0604020202020204" pitchFamily="34" charset="0"/>
              <a:buNone/>
              <a:defRPr sz="1600">
                <a:solidFill>
                  <a:srgbClr val="898989"/>
                </a:solidFill>
                <a:latin typeface="Arial" panose="020B0604020202020204" pitchFamily="34" charset="0"/>
              </a:defRPr>
            </a:lvl1pPr>
          </a:lstStyle>
          <a:p>
            <a:pPr>
              <a:defRPr/>
            </a:pPr>
            <a:endParaRPr lang="zh-CN" altLang="zh-CN"/>
          </a:p>
        </p:txBody>
      </p:sp>
      <p:sp>
        <p:nvSpPr>
          <p:cNvPr id="1030" name="灯片编号占位符 5"/>
          <p:cNvSpPr>
            <a:spLocks noGrp="1" noChangeArrowheads="1"/>
          </p:cNvSpPr>
          <p:nvPr>
            <p:ph type="sldNum" sz="quarter" idx="4"/>
          </p:nvPr>
        </p:nvSpPr>
        <p:spPr bwMode="auto">
          <a:xfrm>
            <a:off x="8737600" y="6356351"/>
            <a:ext cx="2844800" cy="366183"/>
          </a:xfrm>
          <a:prstGeom prst="rect">
            <a:avLst/>
          </a:prstGeom>
          <a:noFill/>
          <a:ln>
            <a:noFill/>
          </a:ln>
        </p:spPr>
        <p:txBody>
          <a:bodyPr vert="horz" wrap="square" lIns="91440" tIns="45720" rIns="91440" bIns="45720" numCol="1" anchor="ctr" anchorCtr="0" compatLnSpc="1"/>
          <a:lstStyle>
            <a:lvl1pPr algn="r" eaLnBrk="1" hangingPunct="1">
              <a:buFont typeface="Arial" panose="020B0604020202020204" pitchFamily="34" charset="0"/>
              <a:buNone/>
              <a:defRPr sz="1600">
                <a:solidFill>
                  <a:srgbClr val="898989"/>
                </a:solidFill>
              </a:defRPr>
            </a:lvl1pPr>
          </a:lstStyle>
          <a:p>
            <a:fld id="{3C665EA7-BBE4-494A-9985-4BC56C43640A}"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Lst>
  <p:hf sldNum="0" hdr="0" ftr="0"/>
  <p:txStyles>
    <p:titleStyle>
      <a:lvl1pPr marL="1219200" indent="-1219200" algn="ctr" rtl="0" eaLnBrk="0" fontAlgn="base" hangingPunct="0">
        <a:spcBef>
          <a:spcPct val="0"/>
        </a:spcBef>
        <a:spcAft>
          <a:spcPct val="0"/>
        </a:spcAft>
        <a:defRPr sz="5865" kern="1200">
          <a:solidFill>
            <a:schemeClr val="tx1"/>
          </a:solidFill>
          <a:latin typeface="+mj-lt"/>
          <a:ea typeface="+mj-ea"/>
          <a:cs typeface="+mj-cs"/>
          <a:sym typeface="Calibri" panose="020F0502020204030204" pitchFamily="34" charset="0"/>
        </a:defRPr>
      </a:lvl1pPr>
      <a:lvl2pPr marL="1219200" indent="-1219200" algn="ctr" rtl="0" eaLnBrk="0" fontAlgn="base" hangingPunct="0">
        <a:spcBef>
          <a:spcPct val="0"/>
        </a:spcBef>
        <a:spcAft>
          <a:spcPct val="0"/>
        </a:spcAft>
        <a:defRPr sz="5865">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219200" indent="-1219200" algn="ctr" rtl="0" eaLnBrk="0" fontAlgn="base" hangingPunct="0">
        <a:spcBef>
          <a:spcPct val="0"/>
        </a:spcBef>
        <a:spcAft>
          <a:spcPct val="0"/>
        </a:spcAft>
        <a:defRPr sz="5865">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219200" indent="-1219200" algn="ctr" rtl="0" eaLnBrk="0" fontAlgn="base" hangingPunct="0">
        <a:spcBef>
          <a:spcPct val="0"/>
        </a:spcBef>
        <a:spcAft>
          <a:spcPct val="0"/>
        </a:spcAft>
        <a:defRPr sz="5865">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1219200" indent="-1219200" algn="ctr" rtl="0" eaLnBrk="0" fontAlgn="base" hangingPunct="0">
        <a:spcBef>
          <a:spcPct val="0"/>
        </a:spcBef>
        <a:spcAft>
          <a:spcPct val="0"/>
        </a:spcAft>
        <a:defRPr sz="5865">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1828800" indent="-12192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438400" indent="-12192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048000" indent="-12192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657600" indent="-12192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sym typeface="Calibri" panose="020F0502020204030204" pitchFamily="34" charset="0"/>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sym typeface="Calibri" panose="020F0502020204030204" pitchFamily="34" charset="0"/>
        </a:defRPr>
      </a:lvl1pPr>
      <a:lvl2pPr marL="990600" indent="-381000" algn="l" rtl="0" eaLnBrk="0" fontAlgn="base" hangingPunct="0">
        <a:spcBef>
          <a:spcPct val="20000"/>
        </a:spcBef>
        <a:spcAft>
          <a:spcPct val="0"/>
        </a:spcAft>
        <a:buFont typeface="Arial" panose="020B0604020202020204" pitchFamily="34" charset="0"/>
        <a:buChar char="–"/>
        <a:defRPr sz="3735" kern="1200">
          <a:solidFill>
            <a:schemeClr val="tx1"/>
          </a:solidFill>
          <a:latin typeface="+mn-lt"/>
          <a:ea typeface="+mn-ea"/>
          <a:cs typeface="+mn-cs"/>
          <a:sym typeface="Calibri" panose="020F0502020204030204" pitchFamily="34" charset="0"/>
        </a:defRPr>
      </a:lvl2pPr>
      <a:lvl3pPr marL="1524000" indent="-3048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sym typeface="Calibri" panose="020F0502020204030204" pitchFamily="34" charset="0"/>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sym typeface="Calibri" panose="020F0502020204030204" pitchFamily="34" charset="0"/>
        </a:defRPr>
      </a:lvl5pPr>
      <a:lvl6pPr marL="33528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6pPr>
      <a:lvl7pPr marL="39624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7pPr>
      <a:lvl8pPr marL="45720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8pPr>
      <a:lvl9pPr marL="51816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microsoft.com/office/2007/relationships/hdphoto" Target="../media/image5.wdp"/><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3.xml"/><Relationship Id="rId1" Type="http://schemas.openxmlformats.org/officeDocument/2006/relationships/image" Target="../media/image7.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3.xml"/><Relationship Id="rId1" Type="http://schemas.openxmlformats.org/officeDocument/2006/relationships/image" Target="../media/image8.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3.xml"/><Relationship Id="rId1" Type="http://schemas.openxmlformats.org/officeDocument/2006/relationships/image" Target="../media/image9.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33.xml.rels><?xml version="1.0" encoding="UTF-8" standalone="yes"?>
<Relationships xmlns="http://schemas.openxmlformats.org/package/2006/relationships"><Relationship Id="rId5" Type="http://schemas.openxmlformats.org/officeDocument/2006/relationships/slideLayout" Target="../slideLayouts/slideLayout34.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jpeg"/></Relationships>
</file>

<file path=ppt/slides/_rels/slide34.xml.rels><?xml version="1.0" encoding="UTF-8" standalone="yes"?>
<Relationships xmlns="http://schemas.openxmlformats.org/package/2006/relationships"><Relationship Id="rId6" Type="http://schemas.openxmlformats.org/officeDocument/2006/relationships/notesSlide" Target="../notesSlides/notesSlide32.xml"/><Relationship Id="rId5" Type="http://schemas.openxmlformats.org/officeDocument/2006/relationships/slideLayout" Target="../slideLayouts/slideLayout34.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jpeg"/></Relationships>
</file>

<file path=ppt/slides/_rels/slide35.xml.rels><?xml version="1.0" encoding="UTF-8" standalone="yes"?>
<Relationships xmlns="http://schemas.openxmlformats.org/package/2006/relationships"><Relationship Id="rId6" Type="http://schemas.openxmlformats.org/officeDocument/2006/relationships/notesSlide" Target="../notesSlides/notesSlide33.xml"/><Relationship Id="rId5" Type="http://schemas.openxmlformats.org/officeDocument/2006/relationships/slideLayout" Target="../slideLayouts/slideLayout34.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jpeg"/></Relationships>
</file>

<file path=ppt/slides/_rels/slide36.xml.rels><?xml version="1.0" encoding="UTF-8" standalone="yes"?>
<Relationships xmlns="http://schemas.openxmlformats.org/package/2006/relationships"><Relationship Id="rId6" Type="http://schemas.openxmlformats.org/officeDocument/2006/relationships/slideLayout" Target="../slideLayouts/slideLayout34.xml"/><Relationship Id="rId5" Type="http://schemas.openxmlformats.org/officeDocument/2006/relationships/image" Target="../media/image14.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jpeg"/></Relationships>
</file>

<file path=ppt/slides/_rels/slide37.xml.rels><?xml version="1.0" encoding="UTF-8" standalone="yes"?>
<Relationships xmlns="http://schemas.openxmlformats.org/package/2006/relationships"><Relationship Id="rId5" Type="http://schemas.openxmlformats.org/officeDocument/2006/relationships/slideLayout" Target="../slideLayouts/slideLayout34.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jpeg"/></Relationships>
</file>

<file path=ppt/slides/_rels/slide38.xml.rels><?xml version="1.0" encoding="UTF-8" standalone="yes"?>
<Relationships xmlns="http://schemas.openxmlformats.org/package/2006/relationships"><Relationship Id="rId6" Type="http://schemas.openxmlformats.org/officeDocument/2006/relationships/notesSlide" Target="../notesSlides/notesSlide34.xml"/><Relationship Id="rId5" Type="http://schemas.openxmlformats.org/officeDocument/2006/relationships/slideLayout" Target="../slideLayouts/slideLayout34.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jpeg"/></Relationships>
</file>

<file path=ppt/slides/_rels/slide39.xml.rels><?xml version="1.0" encoding="UTF-8" standalone="yes"?>
<Relationships xmlns="http://schemas.openxmlformats.org/package/2006/relationships"><Relationship Id="rId7" Type="http://schemas.openxmlformats.org/officeDocument/2006/relationships/notesSlide" Target="../notesSlides/notesSlide35.xml"/><Relationship Id="rId6" Type="http://schemas.openxmlformats.org/officeDocument/2006/relationships/slideLayout" Target="../slideLayouts/slideLayout34.xml"/><Relationship Id="rId5" Type="http://schemas.openxmlformats.org/officeDocument/2006/relationships/image" Target="../media/image15.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jpe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34.xml"/><Relationship Id="rId2" Type="http://schemas.openxmlformats.org/officeDocument/2006/relationships/image" Target="../media/image16.png"/><Relationship Id="rId1" Type="http://schemas.openxmlformats.org/officeDocument/2006/relationships/image" Target="../media/image10.jpeg"/></Relationships>
</file>

<file path=ppt/slides/_rels/slide41.xml.rels><?xml version="1.0" encoding="UTF-8" standalone="yes"?>
<Relationships xmlns="http://schemas.openxmlformats.org/package/2006/relationships"><Relationship Id="rId5" Type="http://schemas.openxmlformats.org/officeDocument/2006/relationships/slideLayout" Target="../slideLayouts/slideLayout34.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jpeg"/></Relationships>
</file>

<file path=ppt/slides/_rels/slide42.xml.rels><?xml version="1.0" encoding="UTF-8" standalone="yes"?>
<Relationships xmlns="http://schemas.openxmlformats.org/package/2006/relationships"><Relationship Id="rId5" Type="http://schemas.openxmlformats.org/officeDocument/2006/relationships/slideLayout" Target="../slideLayouts/slideLayout34.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jpeg"/></Relationships>
</file>

<file path=ppt/slides/_rels/slide43.xml.rels><?xml version="1.0" encoding="UTF-8" standalone="yes"?>
<Relationships xmlns="http://schemas.openxmlformats.org/package/2006/relationships"><Relationship Id="rId6" Type="http://schemas.openxmlformats.org/officeDocument/2006/relationships/notesSlide" Target="../notesSlides/notesSlide36.xml"/><Relationship Id="rId5" Type="http://schemas.openxmlformats.org/officeDocument/2006/relationships/slideLayout" Target="../slideLayouts/slideLayout34.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jpeg"/></Relationships>
</file>

<file path=ppt/slides/_rels/slide44.xml.rels><?xml version="1.0" encoding="UTF-8" standalone="yes"?>
<Relationships xmlns="http://schemas.openxmlformats.org/package/2006/relationships"><Relationship Id="rId7" Type="http://schemas.openxmlformats.org/officeDocument/2006/relationships/notesSlide" Target="../notesSlides/notesSlide37.xml"/><Relationship Id="rId6" Type="http://schemas.openxmlformats.org/officeDocument/2006/relationships/slideLayout" Target="../slideLayouts/slideLayout34.xml"/><Relationship Id="rId5" Type="http://schemas.openxmlformats.org/officeDocument/2006/relationships/image" Target="../media/image15.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jpeg"/></Relationships>
</file>

<file path=ppt/slides/_rels/slide45.xml.rels><?xml version="1.0" encoding="UTF-8" standalone="yes"?>
<Relationships xmlns="http://schemas.openxmlformats.org/package/2006/relationships"><Relationship Id="rId5" Type="http://schemas.openxmlformats.org/officeDocument/2006/relationships/slideLayout" Target="../slideLayouts/slideLayout34.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jpeg"/></Relationships>
</file>

<file path=ppt/slides/_rels/slide46.xml.rels><?xml version="1.0" encoding="UTF-8" standalone="yes"?>
<Relationships xmlns="http://schemas.openxmlformats.org/package/2006/relationships"><Relationship Id="rId6" Type="http://schemas.openxmlformats.org/officeDocument/2006/relationships/slideLayout" Target="../slideLayouts/slideLayout34.xml"/><Relationship Id="rId5" Type="http://schemas.openxmlformats.org/officeDocument/2006/relationships/image" Target="../media/image15.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jpeg"/></Relationships>
</file>

<file path=ppt/slides/_rels/slide47.xml.rels><?xml version="1.0" encoding="UTF-8" standalone="yes"?>
<Relationships xmlns="http://schemas.openxmlformats.org/package/2006/relationships"><Relationship Id="rId5" Type="http://schemas.openxmlformats.org/officeDocument/2006/relationships/slideLayout" Target="../slideLayouts/slideLayout34.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jpeg"/></Relationships>
</file>

<file path=ppt/slides/_rels/slide48.xml.rels><?xml version="1.0" encoding="UTF-8" standalone="yes"?>
<Relationships xmlns="http://schemas.openxmlformats.org/package/2006/relationships"><Relationship Id="rId5" Type="http://schemas.openxmlformats.org/officeDocument/2006/relationships/slideLayout" Target="../slideLayouts/slideLayout34.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jpeg"/></Relationships>
</file>

<file path=ppt/slides/_rels/slide49.xml.rels><?xml version="1.0" encoding="UTF-8" standalone="yes"?>
<Relationships xmlns="http://schemas.openxmlformats.org/package/2006/relationships"><Relationship Id="rId5" Type="http://schemas.openxmlformats.org/officeDocument/2006/relationships/slideLayout" Target="../slideLayouts/slideLayout34.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jpeg"/></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34.xml"/><Relationship Id="rId2" Type="http://schemas.openxmlformats.org/officeDocument/2006/relationships/image" Target="../media/image17.png"/><Relationship Id="rId1" Type="http://schemas.openxmlformats.org/officeDocument/2006/relationships/image" Target="../media/image10.jpeg"/></Relationships>
</file>

<file path=ppt/slides/_rels/slide51.xml.rels><?xml version="1.0" encoding="UTF-8" standalone="yes"?>
<Relationships xmlns="http://schemas.openxmlformats.org/package/2006/relationships"><Relationship Id="rId5" Type="http://schemas.openxmlformats.org/officeDocument/2006/relationships/slideLayout" Target="../slideLayouts/slideLayout34.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jpeg"/></Relationships>
</file>

<file path=ppt/slides/_rels/slide52.xml.rels><?xml version="1.0" encoding="UTF-8" standalone="yes"?>
<Relationships xmlns="http://schemas.openxmlformats.org/package/2006/relationships"><Relationship Id="rId5" Type="http://schemas.openxmlformats.org/officeDocument/2006/relationships/slideLayout" Target="../slideLayouts/slideLayout34.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jpeg"/></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34.xml"/><Relationship Id="rId2" Type="http://schemas.openxmlformats.org/officeDocument/2006/relationships/image" Target="../media/image18.png"/><Relationship Id="rId1" Type="http://schemas.openxmlformats.org/officeDocument/2006/relationships/image" Target="../media/image10.jpeg"/></Relationships>
</file>

<file path=ppt/slides/_rels/slide54.xml.rels><?xml version="1.0" encoding="UTF-8" standalone="yes"?>
<Relationships xmlns="http://schemas.openxmlformats.org/package/2006/relationships"><Relationship Id="rId5" Type="http://schemas.openxmlformats.org/officeDocument/2006/relationships/slideLayout" Target="../slideLayouts/slideLayout34.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jpeg"/></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34.xml"/><Relationship Id="rId2" Type="http://schemas.openxmlformats.org/officeDocument/2006/relationships/image" Target="../media/image19.png"/><Relationship Id="rId1" Type="http://schemas.openxmlformats.org/officeDocument/2006/relationships/image" Target="../media/image10.jpeg"/></Relationships>
</file>

<file path=ppt/slides/_rels/slide56.xml.rels><?xml version="1.0" encoding="UTF-8" standalone="yes"?>
<Relationships xmlns="http://schemas.openxmlformats.org/package/2006/relationships"><Relationship Id="rId5" Type="http://schemas.openxmlformats.org/officeDocument/2006/relationships/slideLayout" Target="../slideLayouts/slideLayout34.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jpe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矩形 2"/>
          <p:cNvSpPr/>
          <p:nvPr/>
        </p:nvSpPr>
        <p:spPr>
          <a:xfrm>
            <a:off x="0" y="0"/>
            <a:ext cx="12192000" cy="6858000"/>
          </a:xfrm>
          <a:prstGeom prst="rect">
            <a:avLst/>
          </a:prstGeom>
          <a:solidFill>
            <a:srgbClr val="1212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p:nvPicPr>
        <p:blipFill rotWithShape="1">
          <a:blip r:embed="rId1" cstate="email"/>
          <a:srcRect/>
          <a:stretch>
            <a:fillRect/>
          </a:stretch>
        </p:blipFill>
        <p:spPr>
          <a:xfrm>
            <a:off x="2146300" y="0"/>
            <a:ext cx="10045700" cy="5875574"/>
          </a:xfrm>
          <a:prstGeom prst="rect">
            <a:avLst/>
          </a:prstGeom>
        </p:spPr>
      </p:pic>
      <p:sp>
        <p:nvSpPr>
          <p:cNvPr id="6" name="矩形 5"/>
          <p:cNvSpPr/>
          <p:nvPr/>
        </p:nvSpPr>
        <p:spPr>
          <a:xfrm>
            <a:off x="-1" y="1756138"/>
            <a:ext cx="10425181" cy="3120662"/>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0425183" y="1756138"/>
            <a:ext cx="1766817" cy="3120662"/>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5037587" y="2502048"/>
            <a:ext cx="4367284" cy="830997"/>
          </a:xfrm>
          <a:prstGeom prst="rect">
            <a:avLst/>
          </a:prstGeom>
          <a:noFill/>
        </p:spPr>
        <p:txBody>
          <a:bodyPr wrap="square" rtlCol="0">
            <a:spAutoFit/>
          </a:bodyPr>
          <a:lstStyle/>
          <a:p>
            <a:r>
              <a:rPr lang="zh-CN" altLang="en-US" sz="4800" dirty="0">
                <a:solidFill>
                  <a:schemeClr val="bg1"/>
                </a:solidFill>
                <a:latin typeface="微软雅黑" panose="020B0503020204020204" pitchFamily="34" charset="-122"/>
                <a:ea typeface="微软雅黑" panose="020B0503020204020204" pitchFamily="34" charset="-122"/>
              </a:rPr>
              <a:t>配置管理</a:t>
            </a:r>
            <a:endParaRPr lang="zh-CN" altLang="en-US" sz="4800" dirty="0">
              <a:solidFill>
                <a:schemeClr val="bg1"/>
              </a:solidFill>
              <a:latin typeface="微软雅黑" panose="020B0503020204020204" pitchFamily="34" charset="-122"/>
              <a:ea typeface="微软雅黑" panose="020B0503020204020204" pitchFamily="34" charset="-122"/>
            </a:endParaRPr>
          </a:p>
        </p:txBody>
      </p:sp>
      <p:sp>
        <p:nvSpPr>
          <p:cNvPr id="11" name="椭圆 10"/>
          <p:cNvSpPr/>
          <p:nvPr/>
        </p:nvSpPr>
        <p:spPr>
          <a:xfrm>
            <a:off x="9561580" y="2469445"/>
            <a:ext cx="1727200" cy="17272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000" dirty="0" smtClean="0">
                <a:solidFill>
                  <a:srgbClr val="0070C0"/>
                </a:solidFill>
                <a:latin typeface="Impact" panose="020B0806030902050204" pitchFamily="34" charset="0"/>
              </a:rPr>
              <a:t>2019</a:t>
            </a:r>
            <a:endParaRPr lang="zh-CN" altLang="en-US" sz="4000" dirty="0">
              <a:solidFill>
                <a:srgbClr val="0070C0"/>
              </a:solidFill>
              <a:latin typeface="Impact" panose="020B0806030902050204" pitchFamily="34" charset="0"/>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right)">
                                      <p:cBhvr>
                                        <p:cTn id="7" dur="1000"/>
                                        <p:tgtEl>
                                          <p:spTgt spid="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left)">
                                      <p:cBhvr>
                                        <p:cTn id="10" dur="1000"/>
                                        <p:tgtEl>
                                          <p:spTgt spid="7"/>
                                        </p:tgtEl>
                                      </p:cBhvr>
                                    </p:animEffect>
                                  </p:childTnLst>
                                </p:cTn>
                              </p:par>
                            </p:childTnLst>
                          </p:cTn>
                        </p:par>
                        <p:par>
                          <p:cTn id="11" fill="hold">
                            <p:stCondLst>
                              <p:cond delay="1000"/>
                            </p:stCondLst>
                            <p:childTnLst>
                              <p:par>
                                <p:cTn id="12" presetID="10" presetClass="entr" presetSubtype="0" fill="hold" grpId="0" nodeType="afterEffect">
                                  <p:stCondLst>
                                    <p:cond delay="0"/>
                                  </p:stCondLst>
                                  <p:iterate type="lt">
                                    <p:tmPct val="50000"/>
                                  </p:iterate>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1" cstate="email">
            <a:extLst>
              <a:ext uri="{BEBA8EAE-BF5A-486C-A8C5-ECC9F3942E4B}">
                <a14:imgProps xmlns:a14="http://schemas.microsoft.com/office/drawing/2010/main">
                  <a14:imgLayer r:embed="rId2">
                    <a14:imgEffect>
                      <a14:saturation sat="0"/>
                    </a14:imgEffect>
                  </a14:imgLayer>
                </a14:imgProps>
              </a:ext>
            </a:extLst>
          </a:blip>
          <a:srcRect t="33436" b="43385"/>
          <a:stretch>
            <a:fillRect/>
          </a:stretch>
        </p:blipFill>
        <p:spPr>
          <a:xfrm>
            <a:off x="0" y="614150"/>
            <a:ext cx="12192000" cy="1542196"/>
          </a:xfrm>
          <a:prstGeom prst="rect">
            <a:avLst/>
          </a:prstGeom>
        </p:spPr>
      </p:pic>
      <p:sp>
        <p:nvSpPr>
          <p:cNvPr id="6" name="矩形 5"/>
          <p:cNvSpPr/>
          <p:nvPr/>
        </p:nvSpPr>
        <p:spPr>
          <a:xfrm>
            <a:off x="1351129" y="614150"/>
            <a:ext cx="3016155" cy="1542196"/>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351129" y="973346"/>
            <a:ext cx="2613546" cy="584775"/>
          </a:xfrm>
          <a:prstGeom prst="rect">
            <a:avLst/>
          </a:prstGeom>
          <a:noFill/>
        </p:spPr>
        <p:txBody>
          <a:bodyPr wrap="square" rtlCol="0">
            <a:spAutoFit/>
          </a:bodyPr>
          <a:lstStyle/>
          <a:p>
            <a:r>
              <a:rPr lang="zh-CN" altLang="en-US" sz="3200" dirty="0">
                <a:solidFill>
                  <a:schemeClr val="bg1"/>
                </a:solidFill>
                <a:latin typeface="微软雅黑" panose="020B0503020204020204" pitchFamily="34" charset="-122"/>
                <a:ea typeface="微软雅黑" panose="020B0503020204020204" pitchFamily="34" charset="-122"/>
              </a:rPr>
              <a:t>目录</a:t>
            </a:r>
            <a:endParaRPr lang="zh-CN" altLang="en-US" sz="3200" dirty="0">
              <a:solidFill>
                <a:schemeClr val="bg1"/>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1282889" y="2662387"/>
            <a:ext cx="8620766" cy="400110"/>
          </a:xfrm>
          <a:prstGeom prst="rect">
            <a:avLst/>
          </a:prstGeom>
          <a:noFill/>
        </p:spPr>
        <p:txBody>
          <a:bodyPr wrap="square" rtlCol="0">
            <a:spAutoFit/>
          </a:bodyPr>
          <a:lstStyle/>
          <a:p>
            <a:r>
              <a:rPr lang="en-US" altLang="zh-CN" sz="2000" b="1" dirty="0">
                <a:solidFill>
                  <a:schemeClr val="accent1"/>
                </a:solidFill>
                <a:latin typeface="微软雅黑" panose="020B0503020204020204" pitchFamily="34" charset="-122"/>
                <a:ea typeface="微软雅黑" panose="020B0503020204020204" pitchFamily="34" charset="-122"/>
              </a:rPr>
              <a:t>PART 01  </a:t>
            </a:r>
            <a:r>
              <a:rPr lang="zh-CN" altLang="en-US" sz="2000" dirty="0">
                <a:latin typeface="微软雅黑" panose="020B0503020204020204" pitchFamily="34" charset="-122"/>
                <a:ea typeface="微软雅黑" panose="020B0503020204020204" pitchFamily="34" charset="-122"/>
              </a:rPr>
              <a:t>背景</a:t>
            </a:r>
            <a:endParaRPr lang="zh-CN" altLang="en-US" sz="2000"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1282889" y="3408493"/>
            <a:ext cx="8620766" cy="400110"/>
          </a:xfrm>
          <a:prstGeom prst="rect">
            <a:avLst/>
          </a:prstGeom>
          <a:noFill/>
        </p:spPr>
        <p:txBody>
          <a:bodyPr wrap="square" rtlCol="0">
            <a:spAutoFit/>
          </a:bodyPr>
          <a:lstStyle/>
          <a:p>
            <a:r>
              <a:rPr lang="en-US" altLang="zh-CN" sz="2000" b="1" dirty="0">
                <a:solidFill>
                  <a:schemeClr val="accent1"/>
                </a:solidFill>
                <a:latin typeface="微软雅黑" panose="020B0503020204020204" pitchFamily="34" charset="-122"/>
                <a:ea typeface="微软雅黑" panose="020B0503020204020204" pitchFamily="34" charset="-122"/>
              </a:rPr>
              <a:t>PART 02  </a:t>
            </a:r>
            <a:r>
              <a:rPr lang="zh-CN" altLang="en-US" sz="2000" dirty="0">
                <a:latin typeface="微软雅黑" panose="020B0503020204020204" pitchFamily="34" charset="-122"/>
                <a:ea typeface="微软雅黑" panose="020B0503020204020204" pitchFamily="34" charset="-122"/>
              </a:rPr>
              <a:t>配置管理的概念</a:t>
            </a:r>
            <a:endParaRPr lang="zh-CN" altLang="en-US" sz="2000" dirty="0">
              <a:latin typeface="微软雅黑" panose="020B0503020204020204" pitchFamily="34" charset="-122"/>
              <a:ea typeface="微软雅黑" panose="020B0503020204020204" pitchFamily="34" charset="-122"/>
            </a:endParaRPr>
          </a:p>
        </p:txBody>
      </p:sp>
      <p:sp>
        <p:nvSpPr>
          <p:cNvPr id="11" name="文本框 10"/>
          <p:cNvSpPr txBox="1"/>
          <p:nvPr/>
        </p:nvSpPr>
        <p:spPr>
          <a:xfrm>
            <a:off x="1282889" y="4154599"/>
            <a:ext cx="8620766" cy="400110"/>
          </a:xfrm>
          <a:prstGeom prst="rect">
            <a:avLst/>
          </a:prstGeom>
          <a:noFill/>
        </p:spPr>
        <p:txBody>
          <a:bodyPr wrap="square" rtlCol="0">
            <a:spAutoFit/>
          </a:bodyPr>
          <a:lstStyle/>
          <a:p>
            <a:r>
              <a:rPr lang="en-US" altLang="zh-CN" sz="2000" b="1" dirty="0">
                <a:solidFill>
                  <a:schemeClr val="accent1"/>
                </a:solidFill>
                <a:latin typeface="微软雅黑" panose="020B0503020204020204" pitchFamily="34" charset="-122"/>
                <a:ea typeface="微软雅黑" panose="020B0503020204020204" pitchFamily="34" charset="-122"/>
              </a:rPr>
              <a:t>PART 03  </a:t>
            </a:r>
            <a:r>
              <a:rPr lang="zh-CN" altLang="en-US" sz="2000" dirty="0">
                <a:latin typeface="微软雅黑" panose="020B0503020204020204" pitchFamily="34" charset="-122"/>
                <a:ea typeface="微软雅黑" panose="020B0503020204020204" pitchFamily="34" charset="-122"/>
              </a:rPr>
              <a:t>配置管理的目的</a:t>
            </a:r>
            <a:endParaRPr lang="zh-CN" altLang="en-US" sz="2000" dirty="0">
              <a:latin typeface="微软雅黑" panose="020B0503020204020204" pitchFamily="34" charset="-122"/>
              <a:ea typeface="微软雅黑" panose="020B0503020204020204" pitchFamily="34" charset="-122"/>
            </a:endParaRPr>
          </a:p>
        </p:txBody>
      </p:sp>
      <p:sp>
        <p:nvSpPr>
          <p:cNvPr id="12" name="文本框 11"/>
          <p:cNvSpPr txBox="1"/>
          <p:nvPr/>
        </p:nvSpPr>
        <p:spPr>
          <a:xfrm>
            <a:off x="1282889" y="4900705"/>
            <a:ext cx="8620766" cy="400110"/>
          </a:xfrm>
          <a:prstGeom prst="rect">
            <a:avLst/>
          </a:prstGeom>
          <a:noFill/>
        </p:spPr>
        <p:txBody>
          <a:bodyPr wrap="square" rtlCol="0">
            <a:spAutoFit/>
          </a:bodyPr>
          <a:lstStyle/>
          <a:p>
            <a:r>
              <a:rPr lang="en-US" altLang="zh-CN" sz="2000" b="1" dirty="0">
                <a:solidFill>
                  <a:schemeClr val="accent1"/>
                </a:solidFill>
                <a:latin typeface="微软雅黑" panose="020B0503020204020204" pitchFamily="34" charset="-122"/>
                <a:ea typeface="微软雅黑" panose="020B0503020204020204" pitchFamily="34" charset="-122"/>
              </a:rPr>
              <a:t>PART 04  </a:t>
            </a:r>
            <a:r>
              <a:rPr lang="zh-CN" altLang="en-US" sz="2000" dirty="0">
                <a:latin typeface="微软雅黑" panose="020B0503020204020204" pitchFamily="34" charset="-122"/>
                <a:ea typeface="微软雅黑" panose="020B0503020204020204" pitchFamily="34" charset="-122"/>
              </a:rPr>
              <a:t>配置管理的功能</a:t>
            </a:r>
            <a:endParaRPr lang="zh-CN" altLang="en-US" sz="2000" dirty="0">
              <a:latin typeface="微软雅黑" panose="020B0503020204020204" pitchFamily="34" charset="-122"/>
              <a:ea typeface="微软雅黑" panose="020B0503020204020204" pitchFamily="34" charset="-122"/>
            </a:endParaRPr>
          </a:p>
        </p:txBody>
      </p:sp>
      <p:sp>
        <p:nvSpPr>
          <p:cNvPr id="13" name="文本框 12"/>
          <p:cNvSpPr txBox="1"/>
          <p:nvPr/>
        </p:nvSpPr>
        <p:spPr>
          <a:xfrm>
            <a:off x="1282889" y="5646813"/>
            <a:ext cx="8620766" cy="400110"/>
          </a:xfrm>
          <a:prstGeom prst="rect">
            <a:avLst/>
          </a:prstGeom>
          <a:noFill/>
        </p:spPr>
        <p:txBody>
          <a:bodyPr wrap="square" rtlCol="0">
            <a:spAutoFit/>
          </a:bodyPr>
          <a:lstStyle/>
          <a:p>
            <a:r>
              <a:rPr lang="en-US" altLang="zh-CN" sz="2000" b="1" dirty="0">
                <a:solidFill>
                  <a:schemeClr val="accent1"/>
                </a:solidFill>
                <a:latin typeface="微软雅黑" panose="020B0503020204020204" pitchFamily="34" charset="-122"/>
                <a:ea typeface="微软雅黑" panose="020B0503020204020204" pitchFamily="34" charset="-122"/>
              </a:rPr>
              <a:t>PART 05  </a:t>
            </a:r>
            <a:r>
              <a:rPr lang="zh-CN" altLang="en-US" sz="2000" dirty="0">
                <a:latin typeface="微软雅黑" panose="020B0503020204020204" pitchFamily="34" charset="-122"/>
                <a:ea typeface="微软雅黑" panose="020B0503020204020204" pitchFamily="34" charset="-122"/>
              </a:rPr>
              <a:t>配置管理的意义</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000" fill="hold"/>
                                        <p:tgtEl>
                                          <p:spTgt spid="6"/>
                                        </p:tgtEl>
                                        <p:attrNameLst>
                                          <p:attrName>ppt_x</p:attrName>
                                        </p:attrNameLst>
                                      </p:cBhvr>
                                      <p:tavLst>
                                        <p:tav tm="0">
                                          <p:val>
                                            <p:strVal val="1+#ppt_w/2"/>
                                          </p:val>
                                        </p:tav>
                                        <p:tav tm="100000">
                                          <p:val>
                                            <p:strVal val="#ppt_x"/>
                                          </p:val>
                                        </p:tav>
                                      </p:tavLst>
                                    </p:anim>
                                    <p:anim calcmode="lin" valueType="num">
                                      <p:cBhvr additive="base">
                                        <p:cTn id="8" dur="1000" fill="hold"/>
                                        <p:tgtEl>
                                          <p:spTgt spid="6"/>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10" presetClass="entr" presetSubtype="0" fill="hold" grpId="0" nodeType="afterEffect">
                                  <p:stCondLst>
                                    <p:cond delay="0"/>
                                  </p:stCondLst>
                                  <p:iterate type="lt">
                                    <p:tmPct val="20000"/>
                                  </p:iterate>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childTnLst>
                                </p:cTn>
                              </p:par>
                            </p:childTnLst>
                          </p:cTn>
                        </p:par>
                        <p:par>
                          <p:cTn id="13" fill="hold">
                            <p:stCondLst>
                              <p:cond delay="1200"/>
                            </p:stCondLst>
                            <p:childTnLst>
                              <p:par>
                                <p:cTn id="14" presetID="10" presetClass="entr" presetSubtype="0" fill="hold" grpId="0" nodeType="afterEffect">
                                  <p:stCondLst>
                                    <p:cond delay="0"/>
                                  </p:stCondLst>
                                  <p:iterate type="lt">
                                    <p:tmPct val="10000"/>
                                  </p:iterate>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par>
                          <p:cTn id="17" fill="hold">
                            <p:stCondLst>
                              <p:cond delay="2200"/>
                            </p:stCondLst>
                            <p:childTnLst>
                              <p:par>
                                <p:cTn id="18" presetID="10" presetClass="entr" presetSubtype="0" fill="hold" grpId="0" nodeType="afterEffect">
                                  <p:stCondLst>
                                    <p:cond delay="0"/>
                                  </p:stCondLst>
                                  <p:iterate type="lt">
                                    <p:tmPct val="10000"/>
                                  </p:iterate>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childTnLst>
                          </p:cTn>
                        </p:par>
                        <p:par>
                          <p:cTn id="21" fill="hold">
                            <p:stCondLst>
                              <p:cond delay="3450"/>
                            </p:stCondLst>
                            <p:childTnLst>
                              <p:par>
                                <p:cTn id="22" presetID="10" presetClass="entr" presetSubtype="0" fill="hold" grpId="0" nodeType="afterEffect">
                                  <p:stCondLst>
                                    <p:cond delay="0"/>
                                  </p:stCondLst>
                                  <p:iterate type="lt">
                                    <p:tmPct val="10000"/>
                                  </p:iterate>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childTnLst>
                          </p:cTn>
                        </p:par>
                        <p:par>
                          <p:cTn id="25" fill="hold">
                            <p:stCondLst>
                              <p:cond delay="4699"/>
                            </p:stCondLst>
                            <p:childTnLst>
                              <p:par>
                                <p:cTn id="26" presetID="10" presetClass="entr" presetSubtype="0" fill="hold" grpId="0" nodeType="afterEffect">
                                  <p:stCondLst>
                                    <p:cond delay="0"/>
                                  </p:stCondLst>
                                  <p:iterate type="lt">
                                    <p:tmPct val="10000"/>
                                  </p:iterate>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childTnLst>
                          </p:cTn>
                        </p:par>
                        <p:par>
                          <p:cTn id="29" fill="hold">
                            <p:stCondLst>
                              <p:cond delay="5949"/>
                            </p:stCondLst>
                            <p:childTnLst>
                              <p:par>
                                <p:cTn id="30" presetID="10" presetClass="entr" presetSubtype="0" fill="hold" grpId="0" nodeType="afterEffect">
                                  <p:stCondLst>
                                    <p:cond delay="0"/>
                                  </p:stCondLst>
                                  <p:iterate type="lt">
                                    <p:tmPct val="10000"/>
                                  </p:iterate>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P spid="10" grpId="0"/>
      <p:bldP spid="11" grpId="0"/>
      <p:bldP spid="12" grpId="0"/>
      <p:bldP spid="1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229719"/>
            <a:ext cx="982639" cy="4663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982639" y="295927"/>
            <a:ext cx="4012442" cy="400110"/>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背景</a:t>
            </a:r>
            <a:endParaRPr lang="en-US" altLang="zh-CN" sz="2000" dirty="0">
              <a:latin typeface="微软雅黑" panose="020B0503020204020204" pitchFamily="34" charset="-122"/>
              <a:ea typeface="微软雅黑" panose="020B0503020204020204" pitchFamily="34" charset="-122"/>
            </a:endParaRPr>
          </a:p>
        </p:txBody>
      </p:sp>
      <p:sp>
        <p:nvSpPr>
          <p:cNvPr id="6" name="矩形 5"/>
          <p:cNvSpPr/>
          <p:nvPr/>
        </p:nvSpPr>
        <p:spPr>
          <a:xfrm>
            <a:off x="4821892" y="3277282"/>
            <a:ext cx="1468582" cy="1150434"/>
          </a:xfrm>
          <a:prstGeom prst="rect">
            <a:avLst/>
          </a:prstGeom>
          <a:solidFill>
            <a:schemeClr val="accent1"/>
          </a:solidFill>
          <a:ln>
            <a:noFill/>
          </a:ln>
          <a:effectLst/>
          <a:scene3d>
            <a:camera prst="orthographicFront">
              <a:rot lat="2400000" lon="24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2800" b="1" dirty="0">
                <a:latin typeface="微软雅黑" panose="020B0503020204020204" pitchFamily="34" charset="-122"/>
                <a:ea typeface="微软雅黑" panose="020B0503020204020204" pitchFamily="34" charset="-122"/>
              </a:rPr>
              <a:t>01</a:t>
            </a:r>
            <a:endParaRPr lang="en-US" altLang="zh-CN" sz="2800" b="1" dirty="0">
              <a:latin typeface="微软雅黑" panose="020B0503020204020204" pitchFamily="34" charset="-122"/>
              <a:ea typeface="微软雅黑" panose="020B0503020204020204" pitchFamily="34" charset="-122"/>
            </a:endParaRPr>
          </a:p>
          <a:p>
            <a:pPr algn="ctr"/>
            <a:r>
              <a:rPr lang="zh-CN" altLang="en-US" sz="1600" dirty="0">
                <a:latin typeface="微软雅黑" panose="020B0503020204020204" pitchFamily="34" charset="-122"/>
                <a:ea typeface="微软雅黑" panose="020B0503020204020204" pitchFamily="34" charset="-122"/>
              </a:rPr>
              <a:t>丢失链接</a:t>
            </a:r>
            <a:endParaRPr lang="zh-CN" altLang="en-US" sz="1600" dirty="0">
              <a:latin typeface="微软雅黑" panose="020B0503020204020204" pitchFamily="34" charset="-122"/>
              <a:ea typeface="微软雅黑" panose="020B0503020204020204" pitchFamily="34" charset="-122"/>
            </a:endParaRPr>
          </a:p>
        </p:txBody>
      </p:sp>
      <p:sp>
        <p:nvSpPr>
          <p:cNvPr id="7" name="矩形 6"/>
          <p:cNvSpPr/>
          <p:nvPr/>
        </p:nvSpPr>
        <p:spPr>
          <a:xfrm>
            <a:off x="5929388" y="3277282"/>
            <a:ext cx="1468582" cy="1150434"/>
          </a:xfrm>
          <a:prstGeom prst="rect">
            <a:avLst/>
          </a:prstGeom>
          <a:solidFill>
            <a:schemeClr val="tx1">
              <a:lumMod val="75000"/>
              <a:lumOff val="25000"/>
            </a:schemeClr>
          </a:solidFill>
          <a:ln>
            <a:noFill/>
          </a:ln>
          <a:effectLst/>
          <a:scene3d>
            <a:camera prst="orthographicFront">
              <a:rot lat="2400000" lon="192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2800" b="1" dirty="0">
                <a:latin typeface="微软雅黑" panose="020B0503020204020204" pitchFamily="34" charset="-122"/>
                <a:ea typeface="微软雅黑" panose="020B0503020204020204" pitchFamily="34" charset="-122"/>
              </a:rPr>
              <a:t>02</a:t>
            </a:r>
            <a:endParaRPr lang="en-US" altLang="zh-CN" sz="2800" b="1" dirty="0">
              <a:latin typeface="微软雅黑" panose="020B0503020204020204" pitchFamily="34" charset="-122"/>
              <a:ea typeface="微软雅黑" panose="020B0503020204020204" pitchFamily="34" charset="-122"/>
            </a:endParaRPr>
          </a:p>
          <a:p>
            <a:pPr algn="ctr"/>
            <a:r>
              <a:rPr lang="zh-CN" altLang="en-US" sz="1600" dirty="0">
                <a:latin typeface="微软雅黑" panose="020B0503020204020204" pitchFamily="34" charset="-122"/>
                <a:ea typeface="微软雅黑" panose="020B0503020204020204" pitchFamily="34" charset="-122"/>
              </a:rPr>
              <a:t>代码覆盖</a:t>
            </a:r>
            <a:endParaRPr lang="en-US" altLang="zh-CN" sz="1600" dirty="0">
              <a:latin typeface="微软雅黑" panose="020B0503020204020204" pitchFamily="34" charset="-122"/>
              <a:ea typeface="微软雅黑" panose="020B0503020204020204" pitchFamily="34" charset="-122"/>
            </a:endParaRPr>
          </a:p>
        </p:txBody>
      </p:sp>
      <p:sp>
        <p:nvSpPr>
          <p:cNvPr id="8" name="矩形 7"/>
          <p:cNvSpPr/>
          <p:nvPr/>
        </p:nvSpPr>
        <p:spPr>
          <a:xfrm>
            <a:off x="1079112" y="3101415"/>
            <a:ext cx="3897290" cy="879105"/>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lgn="ctr"/>
            <a:r>
              <a:rPr lang="zh-CN" altLang="en-US" sz="1600" dirty="0">
                <a:latin typeface="微软雅黑" panose="020B0503020204020204" pitchFamily="34" charset="-122"/>
                <a:ea typeface="微软雅黑" panose="020B0503020204020204" pitchFamily="34" charset="-122"/>
              </a:rPr>
              <a:t>原来还好好地，但是现在它指向的代码已经不见了</a:t>
            </a:r>
            <a:endParaRPr lang="zh-CN" altLang="en-US" sz="1600" dirty="0">
              <a:latin typeface="微软雅黑" panose="020B0503020204020204" pitchFamily="34" charset="-122"/>
              <a:ea typeface="微软雅黑" panose="020B0503020204020204" pitchFamily="34" charset="-122"/>
            </a:endParaRPr>
          </a:p>
        </p:txBody>
      </p:sp>
      <p:sp>
        <p:nvSpPr>
          <p:cNvPr id="9" name="矩形 8"/>
          <p:cNvSpPr/>
          <p:nvPr/>
        </p:nvSpPr>
        <p:spPr>
          <a:xfrm>
            <a:off x="7243460" y="3101415"/>
            <a:ext cx="3897290" cy="879105"/>
          </a:xfrm>
          <a:prstGeom prst="rect">
            <a:avLst/>
          </a:prstGeom>
          <a:solidFill>
            <a:schemeClr val="tx1">
              <a:lumMod val="75000"/>
              <a:lumOff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lgn="ctr"/>
            <a:r>
              <a:rPr lang="zh-CN" altLang="en-US" sz="1600" dirty="0">
                <a:latin typeface="微软雅黑" panose="020B0503020204020204" pitchFamily="34" charset="-122"/>
                <a:ea typeface="微软雅黑" panose="020B0503020204020204" pitchFamily="34" charset="-122"/>
              </a:rPr>
              <a:t>开发人员对相同的代码同时进行修改，相互覆盖</a:t>
            </a:r>
            <a:endParaRPr lang="zh-CN" altLang="en-US" sz="1600" dirty="0">
              <a:latin typeface="微软雅黑" panose="020B0503020204020204" pitchFamily="34" charset="-122"/>
              <a:ea typeface="微软雅黑" panose="020B0503020204020204" pitchFamily="34" charset="-122"/>
            </a:endParaRPr>
          </a:p>
        </p:txBody>
      </p:sp>
      <p:sp>
        <p:nvSpPr>
          <p:cNvPr id="10" name="矩形 9"/>
          <p:cNvSpPr/>
          <p:nvPr/>
        </p:nvSpPr>
        <p:spPr>
          <a:xfrm>
            <a:off x="4821892" y="4541241"/>
            <a:ext cx="1468582" cy="1150434"/>
          </a:xfrm>
          <a:prstGeom prst="rect">
            <a:avLst/>
          </a:prstGeom>
          <a:solidFill>
            <a:schemeClr val="tx1">
              <a:lumMod val="75000"/>
              <a:lumOff val="25000"/>
            </a:schemeClr>
          </a:solidFill>
          <a:ln>
            <a:noFill/>
          </a:ln>
          <a:effectLst/>
          <a:scene3d>
            <a:camera prst="orthographicFront">
              <a:rot lat="2400000" lon="24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2800" b="1" dirty="0">
                <a:latin typeface="微软雅黑" panose="020B0503020204020204" pitchFamily="34" charset="-122"/>
                <a:ea typeface="微软雅黑" panose="020B0503020204020204" pitchFamily="34" charset="-122"/>
              </a:rPr>
              <a:t>03</a:t>
            </a:r>
            <a:endParaRPr lang="en-US" altLang="zh-CN" sz="2800" b="1" dirty="0">
              <a:latin typeface="微软雅黑" panose="020B0503020204020204" pitchFamily="34" charset="-122"/>
              <a:ea typeface="微软雅黑" panose="020B0503020204020204" pitchFamily="34" charset="-122"/>
            </a:endParaRPr>
          </a:p>
          <a:p>
            <a:pPr algn="ctr"/>
            <a:r>
              <a:rPr lang="zh-CN" altLang="en-US" sz="1600" dirty="0">
                <a:latin typeface="微软雅黑" panose="020B0503020204020204" pitchFamily="34" charset="-122"/>
                <a:ea typeface="微软雅黑" panose="020B0503020204020204" pitchFamily="34" charset="-122"/>
              </a:rPr>
              <a:t>无法返回</a:t>
            </a:r>
            <a:endParaRPr lang="zh-CN" altLang="en-US" sz="1600" dirty="0">
              <a:latin typeface="微软雅黑" panose="020B0503020204020204" pitchFamily="34" charset="-122"/>
              <a:ea typeface="微软雅黑" panose="020B0503020204020204" pitchFamily="34" charset="-122"/>
            </a:endParaRPr>
          </a:p>
        </p:txBody>
      </p:sp>
      <p:sp>
        <p:nvSpPr>
          <p:cNvPr id="11" name="矩形 10"/>
          <p:cNvSpPr/>
          <p:nvPr/>
        </p:nvSpPr>
        <p:spPr>
          <a:xfrm>
            <a:off x="5929388" y="4541241"/>
            <a:ext cx="1468582" cy="1150434"/>
          </a:xfrm>
          <a:prstGeom prst="rect">
            <a:avLst/>
          </a:prstGeom>
          <a:solidFill>
            <a:schemeClr val="accent1"/>
          </a:solidFill>
          <a:ln>
            <a:noFill/>
          </a:ln>
          <a:effectLst/>
          <a:scene3d>
            <a:camera prst="orthographicFront">
              <a:rot lat="2400000" lon="192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2800" b="1" dirty="0">
                <a:latin typeface="微软雅黑" panose="020B0503020204020204" pitchFamily="34" charset="-122"/>
                <a:ea typeface="微软雅黑" panose="020B0503020204020204" pitchFamily="34" charset="-122"/>
              </a:rPr>
              <a:t>04</a:t>
            </a:r>
            <a:endParaRPr lang="en-US" altLang="zh-CN" sz="2800" b="1" dirty="0">
              <a:latin typeface="微软雅黑" panose="020B0503020204020204" pitchFamily="34" charset="-122"/>
              <a:ea typeface="微软雅黑" panose="020B0503020204020204" pitchFamily="34" charset="-122"/>
            </a:endParaRPr>
          </a:p>
          <a:p>
            <a:pPr algn="ctr"/>
            <a:r>
              <a:rPr lang="zh-CN" altLang="en-US" sz="1600" dirty="0">
                <a:latin typeface="微软雅黑" panose="020B0503020204020204" pitchFamily="34" charset="-122"/>
                <a:ea typeface="微软雅黑" panose="020B0503020204020204" pitchFamily="34" charset="-122"/>
              </a:rPr>
              <a:t>版本不清</a:t>
            </a:r>
            <a:endParaRPr lang="en-US" altLang="zh-CN" sz="1600" dirty="0">
              <a:latin typeface="微软雅黑" panose="020B0503020204020204" pitchFamily="34" charset="-122"/>
              <a:ea typeface="微软雅黑" panose="020B0503020204020204" pitchFamily="34" charset="-122"/>
            </a:endParaRPr>
          </a:p>
        </p:txBody>
      </p:sp>
      <p:sp>
        <p:nvSpPr>
          <p:cNvPr id="12" name="矩形 11"/>
          <p:cNvSpPr/>
          <p:nvPr/>
        </p:nvSpPr>
        <p:spPr>
          <a:xfrm>
            <a:off x="1079112" y="4365374"/>
            <a:ext cx="3897290" cy="879105"/>
          </a:xfrm>
          <a:prstGeom prst="rect">
            <a:avLst/>
          </a:prstGeom>
          <a:solidFill>
            <a:schemeClr val="tx1">
              <a:lumMod val="75000"/>
              <a:lumOff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lgn="ctr"/>
            <a:r>
              <a:rPr lang="zh-CN" altLang="en-US" sz="1600" dirty="0">
                <a:latin typeface="微软雅黑" panose="020B0503020204020204" pitchFamily="34" charset="-122"/>
                <a:ea typeface="微软雅黑" panose="020B0503020204020204" pitchFamily="34" charset="-122"/>
              </a:rPr>
              <a:t>新的修改比原来的更差，但是无法直接撤回到原来的情况</a:t>
            </a:r>
            <a:endParaRPr lang="zh-CN" altLang="en-US" sz="1600" dirty="0">
              <a:latin typeface="微软雅黑" panose="020B0503020204020204" pitchFamily="34" charset="-122"/>
              <a:ea typeface="微软雅黑" panose="020B0503020204020204" pitchFamily="34" charset="-122"/>
            </a:endParaRPr>
          </a:p>
        </p:txBody>
      </p:sp>
      <p:sp>
        <p:nvSpPr>
          <p:cNvPr id="13" name="矩形 12"/>
          <p:cNvSpPr/>
          <p:nvPr/>
        </p:nvSpPr>
        <p:spPr>
          <a:xfrm>
            <a:off x="7243460" y="4365374"/>
            <a:ext cx="3897290" cy="879105"/>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lgn="ctr"/>
            <a:r>
              <a:rPr lang="zh-CN" altLang="en-US" sz="1600" dirty="0">
                <a:latin typeface="微软雅黑" panose="020B0503020204020204" pitchFamily="34" charset="-122"/>
                <a:ea typeface="微软雅黑" panose="020B0503020204020204" pitchFamily="34" charset="-122"/>
              </a:rPr>
              <a:t>客户报告了错误，该给予哪一个补丁？</a:t>
            </a:r>
            <a:endParaRPr lang="zh-CN" altLang="en-US" sz="1600" dirty="0">
              <a:latin typeface="微软雅黑" panose="020B0503020204020204" pitchFamily="34" charset="-122"/>
              <a:ea typeface="微软雅黑" panose="020B0503020204020204" pitchFamily="34" charset="-122"/>
            </a:endParaRPr>
          </a:p>
        </p:txBody>
      </p:sp>
      <p:sp>
        <p:nvSpPr>
          <p:cNvPr id="14" name="文本框 13"/>
          <p:cNvSpPr txBox="1"/>
          <p:nvPr/>
        </p:nvSpPr>
        <p:spPr>
          <a:xfrm>
            <a:off x="721515" y="2025308"/>
            <a:ext cx="11242436" cy="369332"/>
          </a:xfrm>
          <a:prstGeom prst="rect">
            <a:avLst/>
          </a:prstGeom>
          <a:noFill/>
        </p:spPr>
        <p:txBody>
          <a:bodyPr wrap="square" rtlCol="0">
            <a:spAutoFit/>
          </a:bodyPr>
          <a:lstStyle/>
          <a:p>
            <a:r>
              <a:rPr lang="zh-CN" altLang="en-US" b="1" dirty="0">
                <a:solidFill>
                  <a:schemeClr val="accent1"/>
                </a:solidFill>
                <a:latin typeface="微软雅黑" panose="020B0503020204020204" pitchFamily="34" charset="-122"/>
                <a:ea typeface="微软雅黑" panose="020B0503020204020204" pitchFamily="34" charset="-122"/>
              </a:rPr>
              <a:t>早期软件开发中存在的一些问题</a:t>
            </a:r>
            <a:r>
              <a:rPr lang="en-US" altLang="zh-CN" b="1" dirty="0">
                <a:solidFill>
                  <a:schemeClr val="accent1"/>
                </a:solidFill>
                <a:latin typeface="微软雅黑" panose="020B0503020204020204" pitchFamily="34" charset="-122"/>
                <a:ea typeface="微软雅黑" panose="020B0503020204020204" pitchFamily="34" charset="-122"/>
              </a:rPr>
              <a:t>. </a:t>
            </a:r>
            <a:endParaRPr lang="zh-CN" altLang="en-US" dirty="0">
              <a:latin typeface="微软雅黑" panose="020B0503020204020204" pitchFamily="34" charset="-122"/>
              <a:ea typeface="微软雅黑" panose="020B0503020204020204" pitchFamily="34" charset="-122"/>
            </a:endParaRPr>
          </a:p>
        </p:txBody>
      </p:sp>
      <p:sp>
        <p:nvSpPr>
          <p:cNvPr id="15" name="矩形 14"/>
          <p:cNvSpPr/>
          <p:nvPr/>
        </p:nvSpPr>
        <p:spPr>
          <a:xfrm>
            <a:off x="649515" y="2101974"/>
            <a:ext cx="72000" cy="21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500"/>
                                        <p:tgtEl>
                                          <p:spTgt spid="15"/>
                                        </p:tgtEl>
                                      </p:cBhvr>
                                    </p:animEffect>
                                    <p:anim calcmode="lin" valueType="num">
                                      <p:cBhvr>
                                        <p:cTn id="8" dur="1500" fill="hold"/>
                                        <p:tgtEl>
                                          <p:spTgt spid="15"/>
                                        </p:tgtEl>
                                        <p:attrNameLst>
                                          <p:attrName>style.rotation</p:attrName>
                                        </p:attrNameLst>
                                      </p:cBhvr>
                                      <p:tavLst>
                                        <p:tav tm="0">
                                          <p:val>
                                            <p:fltVal val="720"/>
                                          </p:val>
                                        </p:tav>
                                        <p:tav tm="100000">
                                          <p:val>
                                            <p:fltVal val="0"/>
                                          </p:val>
                                        </p:tav>
                                      </p:tavLst>
                                    </p:anim>
                                    <p:anim calcmode="lin" valueType="num">
                                      <p:cBhvr>
                                        <p:cTn id="9" dur="1500" fill="hold"/>
                                        <p:tgtEl>
                                          <p:spTgt spid="15"/>
                                        </p:tgtEl>
                                        <p:attrNameLst>
                                          <p:attrName>ppt_h</p:attrName>
                                        </p:attrNameLst>
                                      </p:cBhvr>
                                      <p:tavLst>
                                        <p:tav tm="0">
                                          <p:val>
                                            <p:fltVal val="0"/>
                                          </p:val>
                                        </p:tav>
                                        <p:tav tm="100000">
                                          <p:val>
                                            <p:strVal val="#ppt_h"/>
                                          </p:val>
                                        </p:tav>
                                      </p:tavLst>
                                    </p:anim>
                                    <p:anim calcmode="lin" valueType="num">
                                      <p:cBhvr>
                                        <p:cTn id="10" dur="1500" fill="hold"/>
                                        <p:tgtEl>
                                          <p:spTgt spid="15"/>
                                        </p:tgtEl>
                                        <p:attrNameLst>
                                          <p:attrName>ppt_w</p:attrName>
                                        </p:attrNameLst>
                                      </p:cBhvr>
                                      <p:tavLst>
                                        <p:tav tm="0">
                                          <p:val>
                                            <p:fltVal val="0"/>
                                          </p:val>
                                        </p:tav>
                                        <p:tav tm="100000">
                                          <p:val>
                                            <p:strVal val="#ppt_w"/>
                                          </p:val>
                                        </p:tav>
                                      </p:tavLst>
                                    </p:anim>
                                  </p:childTnLst>
                                </p:cTn>
                              </p:par>
                            </p:childTnLst>
                          </p:cTn>
                        </p:par>
                        <p:par>
                          <p:cTn id="11" fill="hold">
                            <p:stCondLst>
                              <p:cond delay="1500"/>
                            </p:stCondLst>
                            <p:childTnLst>
                              <p:par>
                                <p:cTn id="12" presetID="10" presetClass="entr" presetSubtype="0" fill="hold" grpId="0" nodeType="afterEffect">
                                  <p:stCondLst>
                                    <p:cond delay="0"/>
                                  </p:stCondLst>
                                  <p:iterate type="lt">
                                    <p:tmPct val="10000"/>
                                  </p:iterate>
                                  <p:childTnLst>
                                    <p:set>
                                      <p:cBhvr>
                                        <p:cTn id="13" dur="1" fill="hold">
                                          <p:stCondLst>
                                            <p:cond delay="0"/>
                                          </p:stCondLst>
                                        </p:cTn>
                                        <p:tgtEl>
                                          <p:spTgt spid="14"/>
                                        </p:tgtEl>
                                        <p:attrNameLst>
                                          <p:attrName>style.visibility</p:attrName>
                                        </p:attrNameLst>
                                      </p:cBhvr>
                                      <p:to>
                                        <p:strVal val="visible"/>
                                      </p:to>
                                    </p:set>
                                    <p:animEffect transition="in" filter="fade">
                                      <p:cBhvr>
                                        <p:cTn id="14" dur="500"/>
                                        <p:tgtEl>
                                          <p:spTgt spid="14"/>
                                        </p:tgtEl>
                                      </p:cBhvr>
                                    </p:animEffect>
                                  </p:childTnLst>
                                </p:cTn>
                              </p:par>
                            </p:childTnLst>
                          </p:cTn>
                        </p:par>
                        <p:par>
                          <p:cTn id="15" fill="hold">
                            <p:stCondLst>
                              <p:cond delay="1250"/>
                            </p:stCondLst>
                            <p:childTnLst>
                              <p:par>
                                <p:cTn id="16" presetID="22" presetClass="entr" presetSubtype="2"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right)">
                                      <p:cBhvr>
                                        <p:cTn id="18" dur="500"/>
                                        <p:tgtEl>
                                          <p:spTgt spid="6"/>
                                        </p:tgtEl>
                                      </p:cBhvr>
                                    </p:animEffect>
                                  </p:childTnLst>
                                </p:cTn>
                              </p:par>
                            </p:childTnLst>
                          </p:cTn>
                        </p:par>
                        <p:par>
                          <p:cTn id="19" fill="hold">
                            <p:stCondLst>
                              <p:cond delay="1750"/>
                            </p:stCondLst>
                            <p:childTnLst>
                              <p:par>
                                <p:cTn id="20" presetID="22" presetClass="entr" presetSubtype="2"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right)">
                                      <p:cBhvr>
                                        <p:cTn id="22" dur="1000"/>
                                        <p:tgtEl>
                                          <p:spTgt spid="8"/>
                                        </p:tgtEl>
                                      </p:cBhvr>
                                    </p:animEffect>
                                  </p:childTnLst>
                                </p:cTn>
                              </p:par>
                            </p:childTnLst>
                          </p:cTn>
                        </p:par>
                        <p:par>
                          <p:cTn id="23" fill="hold">
                            <p:stCondLst>
                              <p:cond delay="2750"/>
                            </p:stCondLst>
                            <p:childTnLst>
                              <p:par>
                                <p:cTn id="24" presetID="22" presetClass="entr" presetSubtype="8" fill="hold" grpId="0"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left)">
                                      <p:cBhvr>
                                        <p:cTn id="26" dur="500"/>
                                        <p:tgtEl>
                                          <p:spTgt spid="7"/>
                                        </p:tgtEl>
                                      </p:cBhvr>
                                    </p:animEffect>
                                  </p:childTnLst>
                                </p:cTn>
                              </p:par>
                            </p:childTnLst>
                          </p:cTn>
                        </p:par>
                        <p:par>
                          <p:cTn id="27" fill="hold">
                            <p:stCondLst>
                              <p:cond delay="3250"/>
                            </p:stCondLst>
                            <p:childTnLst>
                              <p:par>
                                <p:cTn id="28" presetID="22" presetClass="entr" presetSubtype="8"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1000"/>
                                        <p:tgtEl>
                                          <p:spTgt spid="9"/>
                                        </p:tgtEl>
                                      </p:cBhvr>
                                    </p:animEffect>
                                  </p:childTnLst>
                                </p:cTn>
                              </p:par>
                            </p:childTnLst>
                          </p:cTn>
                        </p:par>
                        <p:par>
                          <p:cTn id="31" fill="hold">
                            <p:stCondLst>
                              <p:cond delay="4250"/>
                            </p:stCondLst>
                            <p:childTnLst>
                              <p:par>
                                <p:cTn id="32" presetID="22" presetClass="entr" presetSubtype="2"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wipe(right)">
                                      <p:cBhvr>
                                        <p:cTn id="34" dur="500"/>
                                        <p:tgtEl>
                                          <p:spTgt spid="10"/>
                                        </p:tgtEl>
                                      </p:cBhvr>
                                    </p:animEffect>
                                  </p:childTnLst>
                                </p:cTn>
                              </p:par>
                            </p:childTnLst>
                          </p:cTn>
                        </p:par>
                        <p:par>
                          <p:cTn id="35" fill="hold">
                            <p:stCondLst>
                              <p:cond delay="4750"/>
                            </p:stCondLst>
                            <p:childTnLst>
                              <p:par>
                                <p:cTn id="36" presetID="22" presetClass="entr" presetSubtype="2" fill="hold" grpId="0" nodeType="after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wipe(right)">
                                      <p:cBhvr>
                                        <p:cTn id="38" dur="1000"/>
                                        <p:tgtEl>
                                          <p:spTgt spid="12"/>
                                        </p:tgtEl>
                                      </p:cBhvr>
                                    </p:animEffect>
                                  </p:childTnLst>
                                </p:cTn>
                              </p:par>
                            </p:childTnLst>
                          </p:cTn>
                        </p:par>
                        <p:par>
                          <p:cTn id="39" fill="hold">
                            <p:stCondLst>
                              <p:cond delay="5750"/>
                            </p:stCondLst>
                            <p:childTnLst>
                              <p:par>
                                <p:cTn id="40" presetID="22" presetClass="entr" presetSubtype="8" fill="hold" grpId="0" nodeType="after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left)">
                                      <p:cBhvr>
                                        <p:cTn id="42" dur="500"/>
                                        <p:tgtEl>
                                          <p:spTgt spid="11"/>
                                        </p:tgtEl>
                                      </p:cBhvr>
                                    </p:animEffect>
                                  </p:childTnLst>
                                </p:cTn>
                              </p:par>
                            </p:childTnLst>
                          </p:cTn>
                        </p:par>
                        <p:par>
                          <p:cTn id="43" fill="hold">
                            <p:stCondLst>
                              <p:cond delay="6250"/>
                            </p:stCondLst>
                            <p:childTnLst>
                              <p:par>
                                <p:cTn id="44" presetID="22" presetClass="entr" presetSubtype="8"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wipe(left)">
                                      <p:cBhvr>
                                        <p:cTn id="46"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p:bldP spid="1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引入</a:t>
            </a:r>
            <a:endParaRPr lang="zh-CN" dirty="0"/>
          </a:p>
        </p:txBody>
      </p:sp>
      <p:sp>
        <p:nvSpPr>
          <p:cNvPr id="3" name="内容占位符 2"/>
          <p:cNvSpPr>
            <a:spLocks noGrp="1"/>
          </p:cNvSpPr>
          <p:nvPr>
            <p:ph idx="1"/>
          </p:nvPr>
        </p:nvSpPr>
        <p:spPr/>
        <p:txBody>
          <a:bodyPr/>
          <a:lstStyle/>
          <a:p>
            <a:r>
              <a:rPr lang="zh-CN" altLang="en-US" dirty="0" smtClean="0"/>
              <a:t>在软件开发过程中，变更不可避免。而变更如果没有进行相应的变更控制，有可能</a:t>
            </a:r>
            <a:endParaRPr lang="en-US" altLang="zh-CN" dirty="0" smtClean="0"/>
          </a:p>
          <a:p>
            <a:pPr marL="0" indent="0">
              <a:buNone/>
            </a:pPr>
            <a:r>
              <a:rPr lang="en-US" altLang="zh-CN" dirty="0"/>
              <a:t> </a:t>
            </a:r>
            <a:r>
              <a:rPr lang="en-US" altLang="zh-CN" dirty="0" smtClean="0"/>
              <a:t>  </a:t>
            </a:r>
            <a:r>
              <a:rPr lang="zh-CN" altLang="en-US" dirty="0" smtClean="0"/>
              <a:t>会引起项目开发中的混乱状态。</a:t>
            </a:r>
            <a:endParaRPr lang="en-US" altLang="zh-CN" dirty="0" smtClean="0"/>
          </a:p>
          <a:p>
            <a:r>
              <a:rPr lang="zh-CN" altLang="en-US" dirty="0" smtClean="0"/>
              <a:t>软件配置管理，就是为了协调软件开发过程，使变更能够更加正确，并且更容易被</a:t>
            </a:r>
            <a:endParaRPr lang="en-US" altLang="zh-CN" dirty="0" smtClean="0"/>
          </a:p>
          <a:p>
            <a:pPr marL="0" indent="0">
              <a:buNone/>
            </a:pPr>
            <a:r>
              <a:rPr lang="zh-CN" altLang="en-US" dirty="0" smtClean="0"/>
              <a:t>   适应，减少因变更带来的混乱和错误。</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229719"/>
            <a:ext cx="982639" cy="4663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982639" y="295927"/>
            <a:ext cx="4012442" cy="400110"/>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背景</a:t>
            </a:r>
            <a:endParaRPr lang="en-US" altLang="zh-CN" sz="2000" dirty="0">
              <a:latin typeface="微软雅黑" panose="020B0503020204020204" pitchFamily="34" charset="-122"/>
              <a:ea typeface="微软雅黑" panose="020B0503020204020204" pitchFamily="34" charset="-122"/>
            </a:endParaRPr>
          </a:p>
        </p:txBody>
      </p:sp>
      <p:sp>
        <p:nvSpPr>
          <p:cNvPr id="14" name="文本框 13"/>
          <p:cNvSpPr txBox="1"/>
          <p:nvPr/>
        </p:nvSpPr>
        <p:spPr>
          <a:xfrm>
            <a:off x="721515" y="1128982"/>
            <a:ext cx="11242436" cy="369332"/>
          </a:xfrm>
          <a:prstGeom prst="rect">
            <a:avLst/>
          </a:prstGeom>
          <a:noFill/>
        </p:spPr>
        <p:txBody>
          <a:bodyPr wrap="square" rtlCol="0">
            <a:spAutoFit/>
          </a:bodyPr>
          <a:lstStyle/>
          <a:p>
            <a:r>
              <a:rPr lang="zh-CN" altLang="en-US" b="1" dirty="0">
                <a:solidFill>
                  <a:schemeClr val="accent1"/>
                </a:solidFill>
                <a:latin typeface="微软雅黑" panose="020B0503020204020204" pitchFamily="34" charset="-122"/>
                <a:ea typeface="微软雅黑" panose="020B0503020204020204" pitchFamily="34" charset="-122"/>
              </a:rPr>
              <a:t>从软件开发规模来看</a:t>
            </a:r>
            <a:r>
              <a:rPr lang="en-US" altLang="zh-CN" b="1" dirty="0">
                <a:solidFill>
                  <a:schemeClr val="accent1"/>
                </a:solidFill>
                <a:latin typeface="微软雅黑" panose="020B0503020204020204" pitchFamily="34" charset="-122"/>
                <a:ea typeface="微软雅黑" panose="020B0503020204020204" pitchFamily="34" charset="-122"/>
              </a:rPr>
              <a:t>. </a:t>
            </a:r>
            <a:endParaRPr lang="zh-CN" altLang="en-US" dirty="0">
              <a:latin typeface="微软雅黑" panose="020B0503020204020204" pitchFamily="34" charset="-122"/>
              <a:ea typeface="微软雅黑" panose="020B0503020204020204" pitchFamily="34" charset="-122"/>
            </a:endParaRPr>
          </a:p>
        </p:txBody>
      </p:sp>
      <p:sp>
        <p:nvSpPr>
          <p:cNvPr id="15" name="矩形 14"/>
          <p:cNvSpPr/>
          <p:nvPr/>
        </p:nvSpPr>
        <p:spPr>
          <a:xfrm>
            <a:off x="649515" y="1201639"/>
            <a:ext cx="72000" cy="21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1589169" y="2298749"/>
            <a:ext cx="2365581" cy="5429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ea typeface="微软雅黑" panose="020B0503020204020204" pitchFamily="34" charset="-122"/>
              </a:rPr>
              <a:t>软件开发早期</a:t>
            </a:r>
            <a:endParaRPr lang="zh-CN" altLang="en-US" sz="1600" dirty="0">
              <a:latin typeface="微软雅黑" panose="020B0503020204020204" pitchFamily="34" charset="-122"/>
              <a:ea typeface="微软雅黑" panose="020B0503020204020204" pitchFamily="34" charset="-122"/>
            </a:endParaRPr>
          </a:p>
        </p:txBody>
      </p:sp>
      <p:cxnSp>
        <p:nvCxnSpPr>
          <p:cNvPr id="17" name="直接连接符 8"/>
          <p:cNvCxnSpPr/>
          <p:nvPr/>
        </p:nvCxnSpPr>
        <p:spPr>
          <a:xfrm>
            <a:off x="1603458" y="2913112"/>
            <a:ext cx="0" cy="2214562"/>
          </a:xfrm>
          <a:prstGeom prst="line">
            <a:avLst/>
          </a:prstGeom>
          <a:ln>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1652464" y="3143230"/>
            <a:ext cx="2694453" cy="1895455"/>
          </a:xfrm>
          <a:prstGeom prst="rect">
            <a:avLst/>
          </a:prstGeom>
          <a:noFill/>
        </p:spPr>
        <p:txBody>
          <a:bodyPr wrap="square" rtlCol="0">
            <a:spAutoFit/>
          </a:bodyPr>
          <a:lstStyle/>
          <a:p>
            <a:pPr marL="285750" indent="-285750">
              <a:lnSpc>
                <a:spcPct val="150000"/>
              </a:lnSpc>
              <a:buFont typeface="Wingdings" panose="05000000000000000000" pitchFamily="2" charset="2"/>
              <a:buChar char="n"/>
            </a:pPr>
            <a:r>
              <a:rPr lang="en-US" altLang="zh-CN" sz="1600" dirty="0">
                <a:latin typeface="微软雅黑" panose="020B0503020204020204" pitchFamily="34" charset="-122"/>
                <a:ea typeface="微软雅黑" panose="020B0503020204020204" pitchFamily="34" charset="-122"/>
              </a:rPr>
              <a:t>&lt;1000</a:t>
            </a:r>
            <a:r>
              <a:rPr lang="zh-CN" altLang="en-US" sz="1600" dirty="0">
                <a:latin typeface="微软雅黑" panose="020B0503020204020204" pitchFamily="34" charset="-122"/>
                <a:ea typeface="微软雅黑" panose="020B0503020204020204" pitchFamily="34" charset="-122"/>
              </a:rPr>
              <a:t>行机器代码</a:t>
            </a:r>
            <a:endParaRPr lang="en-US" altLang="zh-CN" sz="16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n"/>
            </a:pP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个程序员</a:t>
            </a:r>
            <a:endParaRPr lang="en-US" altLang="zh-CN" sz="16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n"/>
            </a:pPr>
            <a:r>
              <a:rPr lang="en-US" altLang="zh-CN" sz="1600" dirty="0">
                <a:latin typeface="微软雅黑" panose="020B0503020204020204" pitchFamily="34" charset="-122"/>
                <a:ea typeface="微软雅黑" panose="020B0503020204020204" pitchFamily="34" charset="-122"/>
              </a:rPr>
              <a:t>&lt;1</a:t>
            </a:r>
            <a:r>
              <a:rPr lang="zh-CN" altLang="en-US" sz="1600" dirty="0">
                <a:latin typeface="微软雅黑" panose="020B0503020204020204" pitchFamily="34" charset="-122"/>
                <a:ea typeface="微软雅黑" panose="020B0503020204020204" pitchFamily="34" charset="-122"/>
              </a:rPr>
              <a:t>个月</a:t>
            </a:r>
            <a:endParaRPr lang="zh-CN" altLang="en-US" sz="16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n"/>
            </a:pPr>
            <a:r>
              <a:rPr lang="en-US" altLang="zh-CN" sz="1600" dirty="0">
                <a:latin typeface="微软雅黑" panose="020B0503020204020204" pitchFamily="34" charset="-122"/>
                <a:ea typeface="微软雅黑" panose="020B0503020204020204" pitchFamily="34" charset="-122"/>
              </a:rPr>
              <a:t>&lt;$5000</a:t>
            </a:r>
            <a:endParaRPr lang="en-US" altLang="zh-CN" sz="16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n"/>
            </a:pP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个工作地点</a:t>
            </a:r>
            <a:endParaRPr lang="zh-CN" altLang="en-US" sz="1600" dirty="0">
              <a:latin typeface="微软雅黑" panose="020B0503020204020204" pitchFamily="34" charset="-122"/>
              <a:ea typeface="微软雅黑" panose="020B0503020204020204" pitchFamily="34" charset="-122"/>
            </a:endParaRPr>
          </a:p>
        </p:txBody>
      </p:sp>
      <p:sp>
        <p:nvSpPr>
          <p:cNvPr id="19" name="矩形 18"/>
          <p:cNvSpPr/>
          <p:nvPr/>
        </p:nvSpPr>
        <p:spPr>
          <a:xfrm>
            <a:off x="6622530" y="2298749"/>
            <a:ext cx="2365581" cy="54292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ea typeface="微软雅黑" panose="020B0503020204020204" pitchFamily="34" charset="-122"/>
              </a:rPr>
              <a:t>近期</a:t>
            </a:r>
            <a:endParaRPr lang="zh-CN" altLang="en-US" sz="1600" dirty="0">
              <a:latin typeface="微软雅黑" panose="020B0503020204020204" pitchFamily="34" charset="-122"/>
              <a:ea typeface="微软雅黑" panose="020B0503020204020204" pitchFamily="34" charset="-122"/>
            </a:endParaRPr>
          </a:p>
        </p:txBody>
      </p:sp>
      <p:cxnSp>
        <p:nvCxnSpPr>
          <p:cNvPr id="20" name="直接连接符 11"/>
          <p:cNvCxnSpPr/>
          <p:nvPr/>
        </p:nvCxnSpPr>
        <p:spPr>
          <a:xfrm>
            <a:off x="6636819" y="2913112"/>
            <a:ext cx="0" cy="2214562"/>
          </a:xfrm>
          <a:prstGeom prst="line">
            <a:avLst/>
          </a:prstGeom>
          <a:ln>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6685825" y="3143230"/>
            <a:ext cx="2302287" cy="1895455"/>
          </a:xfrm>
          <a:prstGeom prst="rect">
            <a:avLst/>
          </a:prstGeom>
          <a:noFill/>
        </p:spPr>
        <p:txBody>
          <a:bodyPr wrap="square" rtlCol="0">
            <a:spAutoFit/>
          </a:bodyPr>
          <a:lstStyle/>
          <a:p>
            <a:pPr marL="285750" indent="-285750">
              <a:lnSpc>
                <a:spcPct val="150000"/>
              </a:lnSpc>
              <a:buFont typeface="Wingdings" panose="05000000000000000000" pitchFamily="2" charset="2"/>
              <a:buChar char="n"/>
            </a:pPr>
            <a:r>
              <a:rPr lang="en-US" altLang="zh-CN" sz="1600" dirty="0">
                <a:latin typeface="微软雅黑" panose="020B0503020204020204" pitchFamily="34" charset="-122"/>
                <a:ea typeface="微软雅黑" panose="020B0503020204020204" pitchFamily="34" charset="-122"/>
              </a:rPr>
              <a:t>&gt;25,000,000</a:t>
            </a:r>
            <a:r>
              <a:rPr lang="zh-CN" altLang="en-US" sz="1600" dirty="0">
                <a:latin typeface="微软雅黑" panose="020B0503020204020204" pitchFamily="34" charset="-122"/>
                <a:ea typeface="微软雅黑" panose="020B0503020204020204" pitchFamily="34" charset="-122"/>
              </a:rPr>
              <a:t>行源码</a:t>
            </a:r>
            <a:endParaRPr lang="en-US" altLang="zh-CN" sz="16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n"/>
            </a:pPr>
            <a:r>
              <a:rPr lang="en-US" altLang="zh-CN" sz="1600" dirty="0">
                <a:latin typeface="微软雅黑" panose="020B0503020204020204" pitchFamily="34" charset="-122"/>
                <a:ea typeface="微软雅黑" panose="020B0503020204020204" pitchFamily="34" charset="-122"/>
              </a:rPr>
              <a:t>1000</a:t>
            </a:r>
            <a:r>
              <a:rPr lang="zh-CN" altLang="en-US" sz="1600" dirty="0">
                <a:latin typeface="微软雅黑" panose="020B0503020204020204" pitchFamily="34" charset="-122"/>
                <a:ea typeface="微软雅黑" panose="020B0503020204020204" pitchFamily="34" charset="-122"/>
              </a:rPr>
              <a:t>个</a:t>
            </a:r>
            <a:endParaRPr lang="zh-CN" altLang="en-US" sz="16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n"/>
            </a:pPr>
            <a:r>
              <a:rPr lang="en-US" altLang="zh-CN" sz="1600" dirty="0">
                <a:latin typeface="微软雅黑" panose="020B0503020204020204" pitchFamily="34" charset="-122"/>
                <a:ea typeface="微软雅黑" panose="020B0503020204020204" pitchFamily="34" charset="-122"/>
              </a:rPr>
              <a:t>5</a:t>
            </a:r>
            <a:r>
              <a:rPr lang="zh-CN" altLang="en-US" sz="1600" dirty="0">
                <a:latin typeface="微软雅黑" panose="020B0503020204020204" pitchFamily="34" charset="-122"/>
                <a:ea typeface="微软雅黑" panose="020B0503020204020204" pitchFamily="34" charset="-122"/>
              </a:rPr>
              <a:t>年</a:t>
            </a:r>
            <a:endParaRPr lang="en-US" altLang="zh-CN" sz="16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n"/>
            </a:pPr>
            <a:r>
              <a:rPr lang="en-US" altLang="zh-CN" sz="1600" dirty="0">
                <a:latin typeface="微软雅黑" panose="020B0503020204020204" pitchFamily="34" charset="-122"/>
                <a:ea typeface="微软雅黑" panose="020B0503020204020204" pitchFamily="34" charset="-122"/>
              </a:rPr>
              <a:t>$500,000,000</a:t>
            </a:r>
            <a:endParaRPr lang="en-US" altLang="zh-CN" sz="16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n"/>
            </a:pPr>
            <a:r>
              <a:rPr lang="zh-CN" altLang="en-US" sz="1600" dirty="0">
                <a:latin typeface="微软雅黑" panose="020B0503020204020204" pitchFamily="34" charset="-122"/>
                <a:ea typeface="微软雅黑" panose="020B0503020204020204" pitchFamily="34" charset="-122"/>
              </a:rPr>
              <a:t>全球各地</a:t>
            </a:r>
            <a:endParaRPr lang="zh-CN" altLang="en-US" sz="1600" dirty="0">
              <a:latin typeface="微软雅黑" panose="020B0503020204020204" pitchFamily="34" charset="-122"/>
              <a:ea typeface="微软雅黑" panose="020B0503020204020204" pitchFamily="34" charset="-122"/>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500"/>
                                        <p:tgtEl>
                                          <p:spTgt spid="15"/>
                                        </p:tgtEl>
                                      </p:cBhvr>
                                    </p:animEffect>
                                    <p:anim calcmode="lin" valueType="num">
                                      <p:cBhvr>
                                        <p:cTn id="8" dur="1500" fill="hold"/>
                                        <p:tgtEl>
                                          <p:spTgt spid="15"/>
                                        </p:tgtEl>
                                        <p:attrNameLst>
                                          <p:attrName>style.rotation</p:attrName>
                                        </p:attrNameLst>
                                      </p:cBhvr>
                                      <p:tavLst>
                                        <p:tav tm="0">
                                          <p:val>
                                            <p:fltVal val="720"/>
                                          </p:val>
                                        </p:tav>
                                        <p:tav tm="100000">
                                          <p:val>
                                            <p:fltVal val="0"/>
                                          </p:val>
                                        </p:tav>
                                      </p:tavLst>
                                    </p:anim>
                                    <p:anim calcmode="lin" valueType="num">
                                      <p:cBhvr>
                                        <p:cTn id="9" dur="1500" fill="hold"/>
                                        <p:tgtEl>
                                          <p:spTgt spid="15"/>
                                        </p:tgtEl>
                                        <p:attrNameLst>
                                          <p:attrName>ppt_h</p:attrName>
                                        </p:attrNameLst>
                                      </p:cBhvr>
                                      <p:tavLst>
                                        <p:tav tm="0">
                                          <p:val>
                                            <p:fltVal val="0"/>
                                          </p:val>
                                        </p:tav>
                                        <p:tav tm="100000">
                                          <p:val>
                                            <p:strVal val="#ppt_h"/>
                                          </p:val>
                                        </p:tav>
                                      </p:tavLst>
                                    </p:anim>
                                    <p:anim calcmode="lin" valueType="num">
                                      <p:cBhvr>
                                        <p:cTn id="10" dur="1500" fill="hold"/>
                                        <p:tgtEl>
                                          <p:spTgt spid="15"/>
                                        </p:tgtEl>
                                        <p:attrNameLst>
                                          <p:attrName>ppt_w</p:attrName>
                                        </p:attrNameLst>
                                      </p:cBhvr>
                                      <p:tavLst>
                                        <p:tav tm="0">
                                          <p:val>
                                            <p:fltVal val="0"/>
                                          </p:val>
                                        </p:tav>
                                        <p:tav tm="100000">
                                          <p:val>
                                            <p:strVal val="#ppt_w"/>
                                          </p:val>
                                        </p:tav>
                                      </p:tavLst>
                                    </p:anim>
                                  </p:childTnLst>
                                </p:cTn>
                              </p:par>
                            </p:childTnLst>
                          </p:cTn>
                        </p:par>
                        <p:par>
                          <p:cTn id="11" fill="hold">
                            <p:stCondLst>
                              <p:cond delay="1500"/>
                            </p:stCondLst>
                            <p:childTnLst>
                              <p:par>
                                <p:cTn id="12" presetID="10" presetClass="entr" presetSubtype="0" fill="hold" grpId="0" nodeType="afterEffect">
                                  <p:stCondLst>
                                    <p:cond delay="0"/>
                                  </p:stCondLst>
                                  <p:iterate type="lt">
                                    <p:tmPct val="10000"/>
                                  </p:iterate>
                                  <p:childTnLst>
                                    <p:set>
                                      <p:cBhvr>
                                        <p:cTn id="13" dur="1" fill="hold">
                                          <p:stCondLst>
                                            <p:cond delay="0"/>
                                          </p:stCondLst>
                                        </p:cTn>
                                        <p:tgtEl>
                                          <p:spTgt spid="14"/>
                                        </p:tgtEl>
                                        <p:attrNameLst>
                                          <p:attrName>style.visibility</p:attrName>
                                        </p:attrNameLst>
                                      </p:cBhvr>
                                      <p:to>
                                        <p:strVal val="visible"/>
                                      </p:to>
                                    </p:set>
                                    <p:animEffect transition="in" filter="fade">
                                      <p:cBhvr>
                                        <p:cTn id="14" dur="500"/>
                                        <p:tgtEl>
                                          <p:spTgt spid="14"/>
                                        </p:tgtEl>
                                      </p:cBhvr>
                                    </p:animEffect>
                                  </p:childTnLst>
                                </p:cTn>
                              </p:par>
                            </p:childTnLst>
                          </p:cTn>
                        </p:par>
                        <p:par>
                          <p:cTn id="15" fill="hold">
                            <p:stCondLst>
                              <p:cond delay="1000"/>
                            </p:stCondLst>
                            <p:childTnLst>
                              <p:par>
                                <p:cTn id="16" presetID="47" presetClass="entr" presetSubtype="0" fill="hold" grpId="0" nodeType="after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1000"/>
                                        <p:tgtEl>
                                          <p:spTgt spid="16"/>
                                        </p:tgtEl>
                                      </p:cBhvr>
                                    </p:animEffect>
                                    <p:anim calcmode="lin" valueType="num">
                                      <p:cBhvr>
                                        <p:cTn id="19" dur="1000" fill="hold"/>
                                        <p:tgtEl>
                                          <p:spTgt spid="16"/>
                                        </p:tgtEl>
                                        <p:attrNameLst>
                                          <p:attrName>ppt_x</p:attrName>
                                        </p:attrNameLst>
                                      </p:cBhvr>
                                      <p:tavLst>
                                        <p:tav tm="0">
                                          <p:val>
                                            <p:strVal val="#ppt_x"/>
                                          </p:val>
                                        </p:tav>
                                        <p:tav tm="100000">
                                          <p:val>
                                            <p:strVal val="#ppt_x"/>
                                          </p:val>
                                        </p:tav>
                                      </p:tavLst>
                                    </p:anim>
                                    <p:anim calcmode="lin" valueType="num">
                                      <p:cBhvr>
                                        <p:cTn id="20" dur="1000" fill="hold"/>
                                        <p:tgtEl>
                                          <p:spTgt spid="16"/>
                                        </p:tgtEl>
                                        <p:attrNameLst>
                                          <p:attrName>ppt_y</p:attrName>
                                        </p:attrNameLst>
                                      </p:cBhvr>
                                      <p:tavLst>
                                        <p:tav tm="0">
                                          <p:val>
                                            <p:strVal val="#ppt_y-.1"/>
                                          </p:val>
                                        </p:tav>
                                        <p:tav tm="100000">
                                          <p:val>
                                            <p:strVal val="#ppt_y"/>
                                          </p:val>
                                        </p:tav>
                                      </p:tavLst>
                                    </p:anim>
                                  </p:childTnLst>
                                </p:cTn>
                              </p:par>
                            </p:childTnLst>
                          </p:cTn>
                        </p:par>
                        <p:par>
                          <p:cTn id="21" fill="hold">
                            <p:stCondLst>
                              <p:cond delay="2000"/>
                            </p:stCondLst>
                            <p:childTnLst>
                              <p:par>
                                <p:cTn id="22" presetID="22" presetClass="entr" presetSubtype="1" fill="hold" nodeType="after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wipe(up)">
                                      <p:cBhvr>
                                        <p:cTn id="24" dur="500"/>
                                        <p:tgtEl>
                                          <p:spTgt spid="17"/>
                                        </p:tgtEl>
                                      </p:cBhvr>
                                    </p:animEffect>
                                  </p:childTnLst>
                                </p:cTn>
                              </p:par>
                            </p:childTnLst>
                          </p:cTn>
                        </p:par>
                        <p:par>
                          <p:cTn id="25" fill="hold">
                            <p:stCondLst>
                              <p:cond delay="2500"/>
                            </p:stCondLst>
                            <p:childTnLst>
                              <p:par>
                                <p:cTn id="26" presetID="10" presetClass="entr" presetSubtype="0" fill="hold" grpId="0" nodeType="afterEffect">
                                  <p:stCondLst>
                                    <p:cond delay="0"/>
                                  </p:stCondLst>
                                  <p:childTnLst>
                                    <p:set>
                                      <p:cBhvr>
                                        <p:cTn id="27" dur="1" fill="hold">
                                          <p:stCondLst>
                                            <p:cond delay="0"/>
                                          </p:stCondLst>
                                        </p:cTn>
                                        <p:tgtEl>
                                          <p:spTgt spid="18">
                                            <p:txEl>
                                              <p:pRg st="0" end="0"/>
                                            </p:txEl>
                                          </p:spTgt>
                                        </p:tgtEl>
                                        <p:attrNameLst>
                                          <p:attrName>style.visibility</p:attrName>
                                        </p:attrNameLst>
                                      </p:cBhvr>
                                      <p:to>
                                        <p:strVal val="visible"/>
                                      </p:to>
                                    </p:set>
                                    <p:animEffect transition="in" filter="fade">
                                      <p:cBhvr>
                                        <p:cTn id="28" dur="500"/>
                                        <p:tgtEl>
                                          <p:spTgt spid="18">
                                            <p:txEl>
                                              <p:pRg st="0" end="0"/>
                                            </p:txEl>
                                          </p:spTgt>
                                        </p:tgtEl>
                                      </p:cBhvr>
                                    </p:animEffect>
                                  </p:childTnLst>
                                </p:cTn>
                              </p:par>
                            </p:childTnLst>
                          </p:cTn>
                        </p:par>
                        <p:par>
                          <p:cTn id="29" fill="hold">
                            <p:stCondLst>
                              <p:cond delay="3000"/>
                            </p:stCondLst>
                            <p:childTnLst>
                              <p:par>
                                <p:cTn id="30" presetID="10" presetClass="entr" presetSubtype="0" fill="hold" grpId="0" nodeType="afterEffect">
                                  <p:stCondLst>
                                    <p:cond delay="0"/>
                                  </p:stCondLst>
                                  <p:childTnLst>
                                    <p:set>
                                      <p:cBhvr>
                                        <p:cTn id="31" dur="1" fill="hold">
                                          <p:stCondLst>
                                            <p:cond delay="0"/>
                                          </p:stCondLst>
                                        </p:cTn>
                                        <p:tgtEl>
                                          <p:spTgt spid="18">
                                            <p:txEl>
                                              <p:pRg st="1" end="1"/>
                                            </p:txEl>
                                          </p:spTgt>
                                        </p:tgtEl>
                                        <p:attrNameLst>
                                          <p:attrName>style.visibility</p:attrName>
                                        </p:attrNameLst>
                                      </p:cBhvr>
                                      <p:to>
                                        <p:strVal val="visible"/>
                                      </p:to>
                                    </p:set>
                                    <p:animEffect transition="in" filter="fade">
                                      <p:cBhvr>
                                        <p:cTn id="32" dur="500"/>
                                        <p:tgtEl>
                                          <p:spTgt spid="18">
                                            <p:txEl>
                                              <p:pRg st="1" end="1"/>
                                            </p:txEl>
                                          </p:spTgt>
                                        </p:tgtEl>
                                      </p:cBhvr>
                                    </p:animEffect>
                                  </p:childTnLst>
                                </p:cTn>
                              </p:par>
                            </p:childTnLst>
                          </p:cTn>
                        </p:par>
                        <p:par>
                          <p:cTn id="33" fill="hold">
                            <p:stCondLst>
                              <p:cond delay="3500"/>
                            </p:stCondLst>
                            <p:childTnLst>
                              <p:par>
                                <p:cTn id="34" presetID="10" presetClass="entr" presetSubtype="0" fill="hold" grpId="0" nodeType="afterEffect">
                                  <p:stCondLst>
                                    <p:cond delay="0"/>
                                  </p:stCondLst>
                                  <p:childTnLst>
                                    <p:set>
                                      <p:cBhvr>
                                        <p:cTn id="35" dur="1" fill="hold">
                                          <p:stCondLst>
                                            <p:cond delay="0"/>
                                          </p:stCondLst>
                                        </p:cTn>
                                        <p:tgtEl>
                                          <p:spTgt spid="18">
                                            <p:txEl>
                                              <p:pRg st="2" end="2"/>
                                            </p:txEl>
                                          </p:spTgt>
                                        </p:tgtEl>
                                        <p:attrNameLst>
                                          <p:attrName>style.visibility</p:attrName>
                                        </p:attrNameLst>
                                      </p:cBhvr>
                                      <p:to>
                                        <p:strVal val="visible"/>
                                      </p:to>
                                    </p:set>
                                    <p:animEffect transition="in" filter="fade">
                                      <p:cBhvr>
                                        <p:cTn id="36" dur="500"/>
                                        <p:tgtEl>
                                          <p:spTgt spid="18">
                                            <p:txEl>
                                              <p:pRg st="2" end="2"/>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8">
                                            <p:txEl>
                                              <p:pRg st="3" end="3"/>
                                            </p:txEl>
                                          </p:spTgt>
                                        </p:tgtEl>
                                        <p:attrNameLst>
                                          <p:attrName>style.visibility</p:attrName>
                                        </p:attrNameLst>
                                      </p:cBhvr>
                                      <p:to>
                                        <p:strVal val="visible"/>
                                      </p:to>
                                    </p:set>
                                    <p:animEffect transition="in" filter="fade">
                                      <p:cBhvr>
                                        <p:cTn id="41" dur="500"/>
                                        <p:tgtEl>
                                          <p:spTgt spid="18">
                                            <p:txEl>
                                              <p:pRg st="3" end="3"/>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8">
                                            <p:txEl>
                                              <p:pRg st="4" end="4"/>
                                            </p:txEl>
                                          </p:spTgt>
                                        </p:tgtEl>
                                        <p:attrNameLst>
                                          <p:attrName>style.visibility</p:attrName>
                                        </p:attrNameLst>
                                      </p:cBhvr>
                                      <p:to>
                                        <p:strVal val="visible"/>
                                      </p:to>
                                    </p:set>
                                    <p:animEffect transition="in" filter="fade">
                                      <p:cBhvr>
                                        <p:cTn id="46" dur="500"/>
                                        <p:tgtEl>
                                          <p:spTgt spid="18">
                                            <p:txEl>
                                              <p:pRg st="4" end="4"/>
                                            </p:txEl>
                                          </p:spTgt>
                                        </p:tgtEl>
                                      </p:cBhvr>
                                    </p:animEffect>
                                  </p:childTnLst>
                                </p:cTn>
                              </p:par>
                            </p:childTnLst>
                          </p:cTn>
                        </p:par>
                        <p:par>
                          <p:cTn id="47" fill="hold">
                            <p:stCondLst>
                              <p:cond delay="500"/>
                            </p:stCondLst>
                            <p:childTnLst>
                              <p:par>
                                <p:cTn id="48" presetID="47" presetClass="entr" presetSubtype="0" fill="hold" grpId="0" nodeType="after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1000"/>
                                        <p:tgtEl>
                                          <p:spTgt spid="19"/>
                                        </p:tgtEl>
                                      </p:cBhvr>
                                    </p:animEffect>
                                    <p:anim calcmode="lin" valueType="num">
                                      <p:cBhvr>
                                        <p:cTn id="51" dur="1000" fill="hold"/>
                                        <p:tgtEl>
                                          <p:spTgt spid="19"/>
                                        </p:tgtEl>
                                        <p:attrNameLst>
                                          <p:attrName>ppt_x</p:attrName>
                                        </p:attrNameLst>
                                      </p:cBhvr>
                                      <p:tavLst>
                                        <p:tav tm="0">
                                          <p:val>
                                            <p:strVal val="#ppt_x"/>
                                          </p:val>
                                        </p:tav>
                                        <p:tav tm="100000">
                                          <p:val>
                                            <p:strVal val="#ppt_x"/>
                                          </p:val>
                                        </p:tav>
                                      </p:tavLst>
                                    </p:anim>
                                    <p:anim calcmode="lin" valueType="num">
                                      <p:cBhvr>
                                        <p:cTn id="52" dur="1000" fill="hold"/>
                                        <p:tgtEl>
                                          <p:spTgt spid="19"/>
                                        </p:tgtEl>
                                        <p:attrNameLst>
                                          <p:attrName>ppt_y</p:attrName>
                                        </p:attrNameLst>
                                      </p:cBhvr>
                                      <p:tavLst>
                                        <p:tav tm="0">
                                          <p:val>
                                            <p:strVal val="#ppt_y-.1"/>
                                          </p:val>
                                        </p:tav>
                                        <p:tav tm="100000">
                                          <p:val>
                                            <p:strVal val="#ppt_y"/>
                                          </p:val>
                                        </p:tav>
                                      </p:tavLst>
                                    </p:anim>
                                  </p:childTnLst>
                                </p:cTn>
                              </p:par>
                            </p:childTnLst>
                          </p:cTn>
                        </p:par>
                        <p:par>
                          <p:cTn id="53" fill="hold">
                            <p:stCondLst>
                              <p:cond delay="1500"/>
                            </p:stCondLst>
                            <p:childTnLst>
                              <p:par>
                                <p:cTn id="54" presetID="22" presetClass="entr" presetSubtype="1" fill="hold" nodeType="after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wipe(up)">
                                      <p:cBhvr>
                                        <p:cTn id="56" dur="500"/>
                                        <p:tgtEl>
                                          <p:spTgt spid="20"/>
                                        </p:tgtEl>
                                      </p:cBhvr>
                                    </p:animEffect>
                                  </p:childTnLst>
                                </p:cTn>
                              </p:par>
                            </p:childTnLst>
                          </p:cTn>
                        </p:par>
                        <p:par>
                          <p:cTn id="57" fill="hold">
                            <p:stCondLst>
                              <p:cond delay="2000"/>
                            </p:stCondLst>
                            <p:childTnLst>
                              <p:par>
                                <p:cTn id="58" presetID="10" presetClass="entr" presetSubtype="0" fill="hold" grpId="0" nodeType="afterEffect">
                                  <p:stCondLst>
                                    <p:cond delay="0"/>
                                  </p:stCondLst>
                                  <p:childTnLst>
                                    <p:set>
                                      <p:cBhvr>
                                        <p:cTn id="59" dur="1" fill="hold">
                                          <p:stCondLst>
                                            <p:cond delay="0"/>
                                          </p:stCondLst>
                                        </p:cTn>
                                        <p:tgtEl>
                                          <p:spTgt spid="21">
                                            <p:txEl>
                                              <p:pRg st="0" end="0"/>
                                            </p:txEl>
                                          </p:spTgt>
                                        </p:tgtEl>
                                        <p:attrNameLst>
                                          <p:attrName>style.visibility</p:attrName>
                                        </p:attrNameLst>
                                      </p:cBhvr>
                                      <p:to>
                                        <p:strVal val="visible"/>
                                      </p:to>
                                    </p:set>
                                    <p:animEffect transition="in" filter="fade">
                                      <p:cBhvr>
                                        <p:cTn id="60" dur="500"/>
                                        <p:tgtEl>
                                          <p:spTgt spid="21">
                                            <p:txEl>
                                              <p:pRg st="0" end="0"/>
                                            </p:txEl>
                                          </p:spTgt>
                                        </p:tgtEl>
                                      </p:cBhvr>
                                    </p:animEffect>
                                  </p:childTnLst>
                                </p:cTn>
                              </p:par>
                            </p:childTnLst>
                          </p:cTn>
                        </p:par>
                        <p:par>
                          <p:cTn id="61" fill="hold">
                            <p:stCondLst>
                              <p:cond delay="2500"/>
                            </p:stCondLst>
                            <p:childTnLst>
                              <p:par>
                                <p:cTn id="62" presetID="10" presetClass="entr" presetSubtype="0" fill="hold" grpId="0" nodeType="afterEffect">
                                  <p:stCondLst>
                                    <p:cond delay="0"/>
                                  </p:stCondLst>
                                  <p:childTnLst>
                                    <p:set>
                                      <p:cBhvr>
                                        <p:cTn id="63" dur="1" fill="hold">
                                          <p:stCondLst>
                                            <p:cond delay="0"/>
                                          </p:stCondLst>
                                        </p:cTn>
                                        <p:tgtEl>
                                          <p:spTgt spid="21">
                                            <p:txEl>
                                              <p:pRg st="1" end="1"/>
                                            </p:txEl>
                                          </p:spTgt>
                                        </p:tgtEl>
                                        <p:attrNameLst>
                                          <p:attrName>style.visibility</p:attrName>
                                        </p:attrNameLst>
                                      </p:cBhvr>
                                      <p:to>
                                        <p:strVal val="visible"/>
                                      </p:to>
                                    </p:set>
                                    <p:animEffect transition="in" filter="fade">
                                      <p:cBhvr>
                                        <p:cTn id="64" dur="500"/>
                                        <p:tgtEl>
                                          <p:spTgt spid="21">
                                            <p:txEl>
                                              <p:pRg st="1" end="1"/>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21">
                                            <p:txEl>
                                              <p:pRg st="2" end="2"/>
                                            </p:txEl>
                                          </p:spTgt>
                                        </p:tgtEl>
                                        <p:attrNameLst>
                                          <p:attrName>style.visibility</p:attrName>
                                        </p:attrNameLst>
                                      </p:cBhvr>
                                      <p:to>
                                        <p:strVal val="visible"/>
                                      </p:to>
                                    </p:set>
                                    <p:animEffect transition="in" filter="fade">
                                      <p:cBhvr>
                                        <p:cTn id="69" dur="500"/>
                                        <p:tgtEl>
                                          <p:spTgt spid="21">
                                            <p:txEl>
                                              <p:pRg st="2" end="2"/>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21">
                                            <p:txEl>
                                              <p:pRg st="3" end="3"/>
                                            </p:txEl>
                                          </p:spTgt>
                                        </p:tgtEl>
                                        <p:attrNameLst>
                                          <p:attrName>style.visibility</p:attrName>
                                        </p:attrNameLst>
                                      </p:cBhvr>
                                      <p:to>
                                        <p:strVal val="visible"/>
                                      </p:to>
                                    </p:set>
                                    <p:animEffect transition="in" filter="fade">
                                      <p:cBhvr>
                                        <p:cTn id="74" dur="500"/>
                                        <p:tgtEl>
                                          <p:spTgt spid="21">
                                            <p:txEl>
                                              <p:pRg st="3" end="3"/>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21">
                                            <p:txEl>
                                              <p:pRg st="4" end="4"/>
                                            </p:txEl>
                                          </p:spTgt>
                                        </p:tgtEl>
                                        <p:attrNameLst>
                                          <p:attrName>style.visibility</p:attrName>
                                        </p:attrNameLst>
                                      </p:cBhvr>
                                      <p:to>
                                        <p:strVal val="visible"/>
                                      </p:to>
                                    </p:set>
                                    <p:animEffect transition="in" filter="fade">
                                      <p:cBhvr>
                                        <p:cTn id="79" dur="500"/>
                                        <p:tgtEl>
                                          <p:spTgt spid="2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animBg="1"/>
      <p:bldP spid="16" grpId="0" animBg="1"/>
      <p:bldP spid="18" grpId="0" build="p"/>
      <p:bldP spid="19" grpId="0" animBg="1"/>
      <p:bldP spid="21"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229719"/>
            <a:ext cx="982639" cy="4663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982639" y="295927"/>
            <a:ext cx="4012442" cy="400110"/>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配置管理的概念</a:t>
            </a:r>
            <a:endParaRPr lang="en-US" altLang="zh-CN" sz="2000" dirty="0">
              <a:latin typeface="微软雅黑" panose="020B0503020204020204" pitchFamily="34" charset="-122"/>
              <a:ea typeface="微软雅黑" panose="020B0503020204020204" pitchFamily="34" charset="-122"/>
            </a:endParaRPr>
          </a:p>
        </p:txBody>
      </p:sp>
      <p:sp>
        <p:nvSpPr>
          <p:cNvPr id="14" name="文本框 13"/>
          <p:cNvSpPr txBox="1"/>
          <p:nvPr/>
        </p:nvSpPr>
        <p:spPr>
          <a:xfrm>
            <a:off x="721515" y="1128982"/>
            <a:ext cx="11242436" cy="369332"/>
          </a:xfrm>
          <a:prstGeom prst="rect">
            <a:avLst/>
          </a:prstGeom>
          <a:noFill/>
        </p:spPr>
        <p:txBody>
          <a:bodyPr wrap="square" rtlCol="0">
            <a:spAutoFit/>
          </a:bodyPr>
          <a:lstStyle/>
          <a:p>
            <a:r>
              <a:rPr lang="zh-CN" altLang="en-US" b="1" dirty="0">
                <a:solidFill>
                  <a:schemeClr val="accent1"/>
                </a:solidFill>
                <a:latin typeface="微软雅黑" panose="020B0503020204020204" pitchFamily="34" charset="-122"/>
                <a:ea typeface="微软雅黑" panose="020B0503020204020204" pitchFamily="34" charset="-122"/>
              </a:rPr>
              <a:t>配置项（</a:t>
            </a:r>
            <a:r>
              <a:rPr lang="en-US" altLang="zh-CN" b="1" dirty="0">
                <a:solidFill>
                  <a:schemeClr val="accent1"/>
                </a:solidFill>
                <a:latin typeface="微软雅黑" panose="020B0503020204020204" pitchFamily="34" charset="-122"/>
                <a:ea typeface="微软雅黑" panose="020B0503020204020204" pitchFamily="34" charset="-122"/>
              </a:rPr>
              <a:t>Configuration</a:t>
            </a:r>
            <a:r>
              <a:rPr lang="zh-CN" altLang="en-US" b="1" dirty="0">
                <a:solidFill>
                  <a:schemeClr val="accent1"/>
                </a:solidFill>
                <a:latin typeface="微软雅黑" panose="020B0503020204020204" pitchFamily="34" charset="-122"/>
                <a:ea typeface="微软雅黑" panose="020B0503020204020204" pitchFamily="34" charset="-122"/>
              </a:rPr>
              <a:t> </a:t>
            </a:r>
            <a:r>
              <a:rPr lang="en-US" altLang="zh-CN" b="1" dirty="0">
                <a:solidFill>
                  <a:schemeClr val="accent1"/>
                </a:solidFill>
                <a:latin typeface="微软雅黑" panose="020B0503020204020204" pitchFamily="34" charset="-122"/>
                <a:ea typeface="微软雅黑" panose="020B0503020204020204" pitchFamily="34" charset="-122"/>
              </a:rPr>
              <a:t>Item</a:t>
            </a:r>
            <a:r>
              <a:rPr lang="zh-CN" altLang="en-US" b="1" dirty="0">
                <a:solidFill>
                  <a:schemeClr val="accent1"/>
                </a:solidFill>
                <a:latin typeface="微软雅黑" panose="020B0503020204020204" pitchFamily="34" charset="-122"/>
                <a:ea typeface="微软雅黑" panose="020B0503020204020204" pitchFamily="34" charset="-122"/>
              </a:rPr>
              <a:t>）</a:t>
            </a:r>
            <a:r>
              <a:rPr lang="en-US" altLang="zh-CN" b="1" dirty="0">
                <a:solidFill>
                  <a:schemeClr val="accent1"/>
                </a:solidFill>
                <a:latin typeface="微软雅黑" panose="020B0503020204020204" pitchFamily="34" charset="-122"/>
                <a:ea typeface="微软雅黑" panose="020B0503020204020204" pitchFamily="34" charset="-122"/>
              </a:rPr>
              <a:t>. </a:t>
            </a:r>
            <a:endParaRPr lang="zh-CN" altLang="en-US" dirty="0">
              <a:latin typeface="微软雅黑" panose="020B0503020204020204" pitchFamily="34" charset="-122"/>
              <a:ea typeface="微软雅黑" panose="020B0503020204020204" pitchFamily="34" charset="-122"/>
            </a:endParaRPr>
          </a:p>
        </p:txBody>
      </p:sp>
      <p:sp>
        <p:nvSpPr>
          <p:cNvPr id="15" name="矩形 14"/>
          <p:cNvSpPr/>
          <p:nvPr/>
        </p:nvSpPr>
        <p:spPr>
          <a:xfrm>
            <a:off x="649515" y="1201639"/>
            <a:ext cx="72000" cy="21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011825" y="3021554"/>
            <a:ext cx="5978769" cy="2677656"/>
          </a:xfrm>
          <a:prstGeom prst="rect">
            <a:avLst/>
          </a:prstGeom>
          <a:noFill/>
        </p:spPr>
        <p:txBody>
          <a:bodyPr wrap="square" rtlCol="0">
            <a:spAutoFit/>
          </a:bodyPr>
          <a:lstStyle/>
          <a:p>
            <a:r>
              <a:rPr lang="zh-CN" altLang="en-US" sz="2400" b="1" dirty="0"/>
              <a:t>配置项 </a:t>
            </a:r>
            <a:r>
              <a:rPr lang="zh-CN" altLang="en-US" sz="2400" dirty="0"/>
              <a:t>是处于配置管理之下的软件和硬件的结合体，这个集合体在配置管理过程中作为一个实体出现</a:t>
            </a:r>
            <a:endParaRPr lang="en-US" altLang="zh-CN" sz="2400" dirty="0"/>
          </a:p>
          <a:p>
            <a:endParaRPr kumimoji="1" lang="en-US" altLang="zh-CN" sz="2400" dirty="0"/>
          </a:p>
          <a:p>
            <a:r>
              <a:rPr kumimoji="1" lang="zh-CN" altLang="en-US" sz="2400" dirty="0"/>
              <a:t>例如：项目计划，软件配置管理计划，设计文档，源代码，测试数据，项目数据，用户手册</a:t>
            </a:r>
            <a:r>
              <a:rPr kumimoji="1" lang="en-US" altLang="zh-CN" sz="2400" dirty="0"/>
              <a:t>……</a:t>
            </a:r>
            <a:endParaRPr kumimoji="1" lang="zh-CN" altLang="en-US" sz="2400" dirty="0"/>
          </a:p>
        </p:txBody>
      </p:sp>
      <p:pic>
        <p:nvPicPr>
          <p:cNvPr id="6" name="图片 5"/>
          <p:cNvPicPr>
            <a:picLocks noChangeAspect="1"/>
          </p:cNvPicPr>
          <p:nvPr/>
        </p:nvPicPr>
        <p:blipFill>
          <a:blip r:embed="rId1"/>
          <a:stretch>
            <a:fillRect/>
          </a:stretch>
        </p:blipFill>
        <p:spPr>
          <a:xfrm>
            <a:off x="8277566" y="2431867"/>
            <a:ext cx="3111500" cy="2933700"/>
          </a:xfrm>
          <a:prstGeom prst="rect">
            <a:avLst/>
          </a:prstGeom>
        </p:spPr>
      </p:pic>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500"/>
                                        <p:tgtEl>
                                          <p:spTgt spid="15"/>
                                        </p:tgtEl>
                                      </p:cBhvr>
                                    </p:animEffect>
                                    <p:anim calcmode="lin" valueType="num">
                                      <p:cBhvr>
                                        <p:cTn id="8" dur="1500" fill="hold"/>
                                        <p:tgtEl>
                                          <p:spTgt spid="15"/>
                                        </p:tgtEl>
                                        <p:attrNameLst>
                                          <p:attrName>style.rotation</p:attrName>
                                        </p:attrNameLst>
                                      </p:cBhvr>
                                      <p:tavLst>
                                        <p:tav tm="0">
                                          <p:val>
                                            <p:fltVal val="720"/>
                                          </p:val>
                                        </p:tav>
                                        <p:tav tm="100000">
                                          <p:val>
                                            <p:fltVal val="0"/>
                                          </p:val>
                                        </p:tav>
                                      </p:tavLst>
                                    </p:anim>
                                    <p:anim calcmode="lin" valueType="num">
                                      <p:cBhvr>
                                        <p:cTn id="9" dur="1500" fill="hold"/>
                                        <p:tgtEl>
                                          <p:spTgt spid="15"/>
                                        </p:tgtEl>
                                        <p:attrNameLst>
                                          <p:attrName>ppt_h</p:attrName>
                                        </p:attrNameLst>
                                      </p:cBhvr>
                                      <p:tavLst>
                                        <p:tav tm="0">
                                          <p:val>
                                            <p:fltVal val="0"/>
                                          </p:val>
                                        </p:tav>
                                        <p:tav tm="100000">
                                          <p:val>
                                            <p:strVal val="#ppt_h"/>
                                          </p:val>
                                        </p:tav>
                                      </p:tavLst>
                                    </p:anim>
                                    <p:anim calcmode="lin" valueType="num">
                                      <p:cBhvr>
                                        <p:cTn id="10" dur="1500" fill="hold"/>
                                        <p:tgtEl>
                                          <p:spTgt spid="15"/>
                                        </p:tgtEl>
                                        <p:attrNameLst>
                                          <p:attrName>ppt_w</p:attrName>
                                        </p:attrNameLst>
                                      </p:cBhvr>
                                      <p:tavLst>
                                        <p:tav tm="0">
                                          <p:val>
                                            <p:fltVal val="0"/>
                                          </p:val>
                                        </p:tav>
                                        <p:tav tm="100000">
                                          <p:val>
                                            <p:strVal val="#ppt_w"/>
                                          </p:val>
                                        </p:tav>
                                      </p:tavLst>
                                    </p:anim>
                                  </p:childTnLst>
                                </p:cTn>
                              </p:par>
                            </p:childTnLst>
                          </p:cTn>
                        </p:par>
                        <p:par>
                          <p:cTn id="11" fill="hold">
                            <p:stCondLst>
                              <p:cond delay="1500"/>
                            </p:stCondLst>
                            <p:childTnLst>
                              <p:par>
                                <p:cTn id="12" presetID="10" presetClass="entr" presetSubtype="0" fill="hold" grpId="0" nodeType="afterEffect">
                                  <p:stCondLst>
                                    <p:cond delay="0"/>
                                  </p:stCondLst>
                                  <p:iterate type="lt">
                                    <p:tmPct val="10000"/>
                                  </p:iterate>
                                  <p:childTnLst>
                                    <p:set>
                                      <p:cBhvr>
                                        <p:cTn id="13" dur="1" fill="hold">
                                          <p:stCondLst>
                                            <p:cond delay="0"/>
                                          </p:stCondLst>
                                        </p:cTn>
                                        <p:tgtEl>
                                          <p:spTgt spid="14"/>
                                        </p:tgtEl>
                                        <p:attrNameLst>
                                          <p:attrName>style.visibility</p:attrName>
                                        </p:attrNameLst>
                                      </p:cBhvr>
                                      <p:to>
                                        <p:strVal val="visible"/>
                                      </p:to>
                                    </p:set>
                                    <p:animEffect transition="in" filter="fade">
                                      <p:cBhvr>
                                        <p:cTn id="1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229719"/>
            <a:ext cx="982639" cy="4663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982639" y="295927"/>
            <a:ext cx="4012442" cy="400110"/>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配置管理的概念</a:t>
            </a:r>
            <a:endParaRPr lang="en-US" altLang="zh-CN" sz="2000" dirty="0">
              <a:latin typeface="微软雅黑" panose="020B0503020204020204" pitchFamily="34" charset="-122"/>
              <a:ea typeface="微软雅黑" panose="020B0503020204020204" pitchFamily="34" charset="-122"/>
            </a:endParaRPr>
          </a:p>
        </p:txBody>
      </p:sp>
      <p:sp>
        <p:nvSpPr>
          <p:cNvPr id="14" name="文本框 13"/>
          <p:cNvSpPr txBox="1"/>
          <p:nvPr/>
        </p:nvSpPr>
        <p:spPr>
          <a:xfrm>
            <a:off x="721515" y="1128982"/>
            <a:ext cx="11242436" cy="369332"/>
          </a:xfrm>
          <a:prstGeom prst="rect">
            <a:avLst/>
          </a:prstGeom>
          <a:noFill/>
        </p:spPr>
        <p:txBody>
          <a:bodyPr wrap="square" rtlCol="0">
            <a:spAutoFit/>
          </a:bodyPr>
          <a:lstStyle/>
          <a:p>
            <a:r>
              <a:rPr lang="zh-CN" altLang="en-US" b="1" dirty="0">
                <a:solidFill>
                  <a:schemeClr val="accent1"/>
                </a:solidFill>
                <a:latin typeface="微软雅黑" panose="020B0503020204020204" pitchFamily="34" charset="-122"/>
                <a:ea typeface="微软雅黑" panose="020B0503020204020204" pitchFamily="34" charset="-122"/>
              </a:rPr>
              <a:t>基线（</a:t>
            </a:r>
            <a:r>
              <a:rPr lang="en-US" altLang="zh-CN" b="1" dirty="0">
                <a:solidFill>
                  <a:schemeClr val="accent1"/>
                </a:solidFill>
                <a:latin typeface="微软雅黑" panose="020B0503020204020204" pitchFamily="34" charset="-122"/>
                <a:ea typeface="微软雅黑" panose="020B0503020204020204" pitchFamily="34" charset="-122"/>
              </a:rPr>
              <a:t>Baseline</a:t>
            </a:r>
            <a:r>
              <a:rPr lang="zh-CN" altLang="en-US" b="1" dirty="0">
                <a:solidFill>
                  <a:schemeClr val="accent1"/>
                </a:solidFill>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p:sp>
        <p:nvSpPr>
          <p:cNvPr id="15" name="矩形 14"/>
          <p:cNvSpPr/>
          <p:nvPr/>
        </p:nvSpPr>
        <p:spPr>
          <a:xfrm>
            <a:off x="649515" y="1201639"/>
            <a:ext cx="72000" cy="21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715209" y="2923080"/>
            <a:ext cx="7344385" cy="2062103"/>
          </a:xfrm>
          <a:prstGeom prst="rect">
            <a:avLst/>
          </a:prstGeom>
          <a:noFill/>
        </p:spPr>
        <p:txBody>
          <a:bodyPr wrap="square" rtlCol="0">
            <a:spAutoFit/>
          </a:bodyPr>
          <a:lstStyle/>
          <a:p>
            <a:r>
              <a:rPr lang="zh-CN" altLang="en-US" sz="3200" b="1" dirty="0"/>
              <a:t>基线 </a:t>
            </a:r>
            <a:r>
              <a:rPr lang="zh-CN" altLang="en-US" sz="3200" dirty="0"/>
              <a:t>指已经通过正式复审和批准的某归约或产品，</a:t>
            </a:r>
            <a:r>
              <a:rPr kumimoji="1" lang="zh-CN" altLang="en-US" sz="3200" dirty="0"/>
              <a:t>它因此可以作为进一步开发的基础并且只能通过正规的变更控制过程来改变。</a:t>
            </a:r>
            <a:endParaRPr kumimoji="1" lang="zh-CN" altLang="en-US" sz="3200" dirty="0"/>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500"/>
                                        <p:tgtEl>
                                          <p:spTgt spid="15"/>
                                        </p:tgtEl>
                                      </p:cBhvr>
                                    </p:animEffect>
                                    <p:anim calcmode="lin" valueType="num">
                                      <p:cBhvr>
                                        <p:cTn id="8" dur="1500" fill="hold"/>
                                        <p:tgtEl>
                                          <p:spTgt spid="15"/>
                                        </p:tgtEl>
                                        <p:attrNameLst>
                                          <p:attrName>style.rotation</p:attrName>
                                        </p:attrNameLst>
                                      </p:cBhvr>
                                      <p:tavLst>
                                        <p:tav tm="0">
                                          <p:val>
                                            <p:fltVal val="720"/>
                                          </p:val>
                                        </p:tav>
                                        <p:tav tm="100000">
                                          <p:val>
                                            <p:fltVal val="0"/>
                                          </p:val>
                                        </p:tav>
                                      </p:tavLst>
                                    </p:anim>
                                    <p:anim calcmode="lin" valueType="num">
                                      <p:cBhvr>
                                        <p:cTn id="9" dur="1500" fill="hold"/>
                                        <p:tgtEl>
                                          <p:spTgt spid="15"/>
                                        </p:tgtEl>
                                        <p:attrNameLst>
                                          <p:attrName>ppt_h</p:attrName>
                                        </p:attrNameLst>
                                      </p:cBhvr>
                                      <p:tavLst>
                                        <p:tav tm="0">
                                          <p:val>
                                            <p:fltVal val="0"/>
                                          </p:val>
                                        </p:tav>
                                        <p:tav tm="100000">
                                          <p:val>
                                            <p:strVal val="#ppt_h"/>
                                          </p:val>
                                        </p:tav>
                                      </p:tavLst>
                                    </p:anim>
                                    <p:anim calcmode="lin" valueType="num">
                                      <p:cBhvr>
                                        <p:cTn id="10" dur="1500" fill="hold"/>
                                        <p:tgtEl>
                                          <p:spTgt spid="15"/>
                                        </p:tgtEl>
                                        <p:attrNameLst>
                                          <p:attrName>ppt_w</p:attrName>
                                        </p:attrNameLst>
                                      </p:cBhvr>
                                      <p:tavLst>
                                        <p:tav tm="0">
                                          <p:val>
                                            <p:fltVal val="0"/>
                                          </p:val>
                                        </p:tav>
                                        <p:tav tm="100000">
                                          <p:val>
                                            <p:strVal val="#ppt_w"/>
                                          </p:val>
                                        </p:tav>
                                      </p:tavLst>
                                    </p:anim>
                                  </p:childTnLst>
                                </p:cTn>
                              </p:par>
                            </p:childTnLst>
                          </p:cTn>
                        </p:par>
                        <p:par>
                          <p:cTn id="11" fill="hold">
                            <p:stCondLst>
                              <p:cond delay="1500"/>
                            </p:stCondLst>
                            <p:childTnLst>
                              <p:par>
                                <p:cTn id="12" presetID="10" presetClass="entr" presetSubtype="0" fill="hold" grpId="0" nodeType="afterEffect">
                                  <p:stCondLst>
                                    <p:cond delay="0"/>
                                  </p:stCondLst>
                                  <p:iterate type="lt">
                                    <p:tmPct val="10000"/>
                                  </p:iterate>
                                  <p:childTnLst>
                                    <p:set>
                                      <p:cBhvr>
                                        <p:cTn id="13" dur="1" fill="hold">
                                          <p:stCondLst>
                                            <p:cond delay="0"/>
                                          </p:stCondLst>
                                        </p:cTn>
                                        <p:tgtEl>
                                          <p:spTgt spid="14"/>
                                        </p:tgtEl>
                                        <p:attrNameLst>
                                          <p:attrName>style.visibility</p:attrName>
                                        </p:attrNameLst>
                                      </p:cBhvr>
                                      <p:to>
                                        <p:strVal val="visible"/>
                                      </p:to>
                                    </p:set>
                                    <p:animEffect transition="in" filter="fade">
                                      <p:cBhvr>
                                        <p:cTn id="1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229719"/>
            <a:ext cx="982639" cy="4663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982636" y="253577"/>
            <a:ext cx="4012442" cy="400110"/>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配置管理的概念</a:t>
            </a:r>
            <a:endParaRPr lang="en-US" altLang="zh-CN" sz="2000" dirty="0">
              <a:latin typeface="微软雅黑" panose="020B0503020204020204" pitchFamily="34" charset="-122"/>
              <a:ea typeface="微软雅黑" panose="020B0503020204020204" pitchFamily="34" charset="-122"/>
            </a:endParaRPr>
          </a:p>
        </p:txBody>
      </p:sp>
      <p:grpSp>
        <p:nvGrpSpPr>
          <p:cNvPr id="2" name="组合 1"/>
          <p:cNvGrpSpPr/>
          <p:nvPr/>
        </p:nvGrpSpPr>
        <p:grpSpPr>
          <a:xfrm>
            <a:off x="422030" y="2117789"/>
            <a:ext cx="11373970" cy="3178481"/>
            <a:chOff x="422030" y="2117789"/>
            <a:chExt cx="11373970" cy="3178481"/>
          </a:xfrm>
        </p:grpSpPr>
        <p:sp>
          <p:nvSpPr>
            <p:cNvPr id="6" name="圆角矩形 5"/>
            <p:cNvSpPr/>
            <p:nvPr/>
          </p:nvSpPr>
          <p:spPr>
            <a:xfrm>
              <a:off x="422030" y="3756074"/>
              <a:ext cx="11035962" cy="240405"/>
            </a:xfrm>
            <a:prstGeom prst="roundRect">
              <a:avLst>
                <a:gd name="adj" fmla="val 49359"/>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sz="1600" dirty="0">
                <a:latin typeface="微软雅黑" panose="020B0503020204020204" pitchFamily="34" charset="-122"/>
                <a:ea typeface="微软雅黑" panose="020B0503020204020204" pitchFamily="34" charset="-122"/>
              </a:endParaRPr>
            </a:p>
          </p:txBody>
        </p:sp>
        <p:grpSp>
          <p:nvGrpSpPr>
            <p:cNvPr id="7" name="组合 6"/>
            <p:cNvGrpSpPr/>
            <p:nvPr/>
          </p:nvGrpSpPr>
          <p:grpSpPr>
            <a:xfrm>
              <a:off x="494867" y="2883878"/>
              <a:ext cx="703384" cy="703384"/>
              <a:chOff x="2250831" y="2560320"/>
              <a:chExt cx="745587" cy="745587"/>
            </a:xfrm>
          </p:grpSpPr>
          <p:sp>
            <p:nvSpPr>
              <p:cNvPr id="8" name="泪滴形 7"/>
              <p:cNvSpPr/>
              <p:nvPr/>
            </p:nvSpPr>
            <p:spPr>
              <a:xfrm rot="8100000">
                <a:off x="2250831" y="2560320"/>
                <a:ext cx="745587" cy="745587"/>
              </a:xfrm>
              <a:prstGeom prst="teardrop">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sz="1600" dirty="0">
                  <a:latin typeface="微软雅黑" panose="020B0503020204020204" pitchFamily="34" charset="-122"/>
                  <a:ea typeface="微软雅黑" panose="020B0503020204020204" pitchFamily="34" charset="-122"/>
                </a:endParaRPr>
              </a:p>
            </p:txBody>
          </p:sp>
          <p:sp>
            <p:nvSpPr>
              <p:cNvPr id="9" name="同心圆 8"/>
              <p:cNvSpPr/>
              <p:nvPr/>
            </p:nvSpPr>
            <p:spPr>
              <a:xfrm>
                <a:off x="2391507" y="2686929"/>
                <a:ext cx="450166" cy="450166"/>
              </a:xfrm>
              <a:prstGeom prst="donut">
                <a:avLst>
                  <a:gd name="adj" fmla="val 1562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sz="1600" dirty="0">
                  <a:solidFill>
                    <a:schemeClr val="tx1"/>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1232180" y="2848133"/>
              <a:ext cx="1902280" cy="784830"/>
            </a:xfrm>
            <a:prstGeom prst="rect">
              <a:avLst/>
            </a:prstGeom>
            <a:noFill/>
          </p:spPr>
          <p:txBody>
            <a:bodyPr wrap="square" rtlCol="0">
              <a:spAutoFit/>
            </a:bodyPr>
            <a:lstStyle/>
            <a:p>
              <a:pPr>
                <a:spcBef>
                  <a:spcPts val="600"/>
                </a:spcBef>
              </a:pPr>
              <a:r>
                <a:rPr lang="zh-CN" altLang="en-US" sz="1600" b="1" dirty="0">
                  <a:latin typeface="微软雅黑" panose="020B0503020204020204" pitchFamily="34" charset="-122"/>
                  <a:ea typeface="微软雅黑" panose="020B0503020204020204" pitchFamily="34" charset="-122"/>
                </a:rPr>
                <a:t>需求分析</a:t>
              </a:r>
              <a:endParaRPr lang="en-US" altLang="zh-CN" sz="1600" b="1" dirty="0">
                <a:latin typeface="微软雅黑" panose="020B0503020204020204" pitchFamily="34" charset="-122"/>
                <a:ea typeface="微软雅黑" panose="020B0503020204020204" pitchFamily="34" charset="-122"/>
              </a:endParaRPr>
            </a:p>
            <a:p>
              <a:pPr>
                <a:spcBef>
                  <a:spcPts val="600"/>
                </a:spcBef>
              </a:pPr>
              <a:r>
                <a:rPr lang="zh-CN" altLang="en-US" sz="2400" dirty="0">
                  <a:solidFill>
                    <a:srgbClr val="C00000"/>
                  </a:solidFill>
                  <a:latin typeface="微软雅黑" panose="020B0503020204020204" pitchFamily="34" charset="-122"/>
                  <a:ea typeface="微软雅黑" panose="020B0503020204020204" pitchFamily="34" charset="-122"/>
                </a:rPr>
                <a:t>软件需求</a:t>
              </a:r>
              <a:endParaRPr lang="zh-CN" altLang="en-US" sz="2400" dirty="0">
                <a:solidFill>
                  <a:srgbClr val="C00000"/>
                </a:solidFill>
                <a:latin typeface="微软雅黑" panose="020B0503020204020204" pitchFamily="34" charset="-122"/>
                <a:ea typeface="微软雅黑" panose="020B0503020204020204" pitchFamily="34" charset="-122"/>
              </a:endParaRPr>
            </a:p>
          </p:txBody>
        </p:sp>
        <p:grpSp>
          <p:nvGrpSpPr>
            <p:cNvPr id="11" name="组合 10"/>
            <p:cNvGrpSpPr/>
            <p:nvPr/>
          </p:nvGrpSpPr>
          <p:grpSpPr>
            <a:xfrm>
              <a:off x="4543424" y="2117789"/>
              <a:ext cx="1310216" cy="1310216"/>
              <a:chOff x="2250831" y="2560320"/>
              <a:chExt cx="745587" cy="745587"/>
            </a:xfrm>
          </p:grpSpPr>
          <p:sp>
            <p:nvSpPr>
              <p:cNvPr id="12" name="泪滴形 11"/>
              <p:cNvSpPr/>
              <p:nvPr/>
            </p:nvSpPr>
            <p:spPr>
              <a:xfrm rot="8100000">
                <a:off x="2250831" y="2560320"/>
                <a:ext cx="745587" cy="745587"/>
              </a:xfrm>
              <a:prstGeom prst="teardrop">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sz="1600" dirty="0">
                  <a:latin typeface="微软雅黑" panose="020B0503020204020204" pitchFamily="34" charset="-122"/>
                  <a:ea typeface="微软雅黑" panose="020B0503020204020204" pitchFamily="34" charset="-122"/>
                </a:endParaRPr>
              </a:p>
            </p:txBody>
          </p:sp>
          <p:sp>
            <p:nvSpPr>
              <p:cNvPr id="13" name="同心圆 12"/>
              <p:cNvSpPr/>
              <p:nvPr/>
            </p:nvSpPr>
            <p:spPr>
              <a:xfrm>
                <a:off x="2391507" y="2686929"/>
                <a:ext cx="450166" cy="450166"/>
              </a:xfrm>
              <a:prstGeom prst="donut">
                <a:avLst>
                  <a:gd name="adj" fmla="val 1562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sz="1600" dirty="0">
                  <a:solidFill>
                    <a:schemeClr val="tx1"/>
                  </a:solidFill>
                  <a:latin typeface="微软雅黑" panose="020B0503020204020204" pitchFamily="34" charset="-122"/>
                  <a:ea typeface="微软雅黑" panose="020B0503020204020204" pitchFamily="34" charset="-122"/>
                </a:endParaRPr>
              </a:p>
            </p:txBody>
          </p:sp>
        </p:grpSp>
        <p:sp>
          <p:nvSpPr>
            <p:cNvPr id="14" name="文本框 13"/>
            <p:cNvSpPr txBox="1"/>
            <p:nvPr/>
          </p:nvSpPr>
          <p:spPr>
            <a:xfrm>
              <a:off x="5902077" y="2196837"/>
              <a:ext cx="1902280" cy="784830"/>
            </a:xfrm>
            <a:prstGeom prst="rect">
              <a:avLst/>
            </a:prstGeom>
            <a:noFill/>
          </p:spPr>
          <p:txBody>
            <a:bodyPr wrap="square" rtlCol="0">
              <a:spAutoFit/>
            </a:bodyPr>
            <a:lstStyle/>
            <a:p>
              <a:pPr>
                <a:spcBef>
                  <a:spcPts val="600"/>
                </a:spcBef>
              </a:pPr>
              <a:r>
                <a:rPr lang="zh-CN" altLang="en-US" sz="1600" b="1" dirty="0">
                  <a:latin typeface="微软雅黑" panose="020B0503020204020204" pitchFamily="34" charset="-122"/>
                  <a:ea typeface="微软雅黑" panose="020B0503020204020204" pitchFamily="34" charset="-122"/>
                </a:rPr>
                <a:t>编码</a:t>
              </a:r>
              <a:r>
                <a:rPr lang="en-US" altLang="zh-CN" sz="1600" b="1" dirty="0">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单元测试</a:t>
              </a:r>
              <a:endParaRPr lang="en-US" altLang="zh-CN" sz="1600" b="1" dirty="0">
                <a:latin typeface="微软雅黑" panose="020B0503020204020204" pitchFamily="34" charset="-122"/>
                <a:ea typeface="微软雅黑" panose="020B0503020204020204" pitchFamily="34" charset="-122"/>
              </a:endParaRPr>
            </a:p>
            <a:p>
              <a:pPr>
                <a:spcBef>
                  <a:spcPts val="600"/>
                </a:spcBef>
              </a:pPr>
              <a:r>
                <a:rPr lang="zh-CN" altLang="en-US" sz="2400" dirty="0">
                  <a:solidFill>
                    <a:srgbClr val="C00000"/>
                  </a:solidFill>
                  <a:latin typeface="微软雅黑" panose="020B0503020204020204" pitchFamily="34" charset="-122"/>
                  <a:ea typeface="微软雅黑" panose="020B0503020204020204" pitchFamily="34" charset="-122"/>
                </a:rPr>
                <a:t>代码</a:t>
              </a:r>
              <a:endParaRPr lang="zh-CN" altLang="en-US" sz="2400" dirty="0">
                <a:solidFill>
                  <a:srgbClr val="C00000"/>
                </a:solidFill>
                <a:latin typeface="微软雅黑" panose="020B0503020204020204" pitchFamily="34" charset="-122"/>
                <a:ea typeface="微软雅黑" panose="020B0503020204020204" pitchFamily="34" charset="-122"/>
              </a:endParaRPr>
            </a:p>
          </p:txBody>
        </p:sp>
        <p:grpSp>
          <p:nvGrpSpPr>
            <p:cNvPr id="15" name="组合 14"/>
            <p:cNvGrpSpPr/>
            <p:nvPr/>
          </p:nvGrpSpPr>
          <p:grpSpPr>
            <a:xfrm rot="10800000">
              <a:off x="2619561" y="4266472"/>
              <a:ext cx="1029798" cy="1029798"/>
              <a:chOff x="2250831" y="2560320"/>
              <a:chExt cx="745587" cy="745587"/>
            </a:xfrm>
          </p:grpSpPr>
          <p:sp>
            <p:nvSpPr>
              <p:cNvPr id="16" name="泪滴形 15"/>
              <p:cNvSpPr/>
              <p:nvPr/>
            </p:nvSpPr>
            <p:spPr>
              <a:xfrm rot="8100000">
                <a:off x="2250831" y="2560320"/>
                <a:ext cx="745587" cy="745587"/>
              </a:xfrm>
              <a:prstGeom prst="teardrop">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sz="1600" dirty="0">
                  <a:latin typeface="微软雅黑" panose="020B0503020204020204" pitchFamily="34" charset="-122"/>
                  <a:ea typeface="微软雅黑" panose="020B0503020204020204" pitchFamily="34" charset="-122"/>
                </a:endParaRPr>
              </a:p>
            </p:txBody>
          </p:sp>
          <p:sp>
            <p:nvSpPr>
              <p:cNvPr id="17" name="同心圆 16"/>
              <p:cNvSpPr/>
              <p:nvPr/>
            </p:nvSpPr>
            <p:spPr>
              <a:xfrm>
                <a:off x="2391507" y="2686929"/>
                <a:ext cx="450166" cy="450166"/>
              </a:xfrm>
              <a:prstGeom prst="donut">
                <a:avLst>
                  <a:gd name="adj" fmla="val 1562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sz="1600" dirty="0">
                  <a:solidFill>
                    <a:schemeClr val="tx1"/>
                  </a:solidFill>
                  <a:latin typeface="微软雅黑" panose="020B0503020204020204" pitchFamily="34" charset="-122"/>
                  <a:ea typeface="微软雅黑" panose="020B0503020204020204" pitchFamily="34" charset="-122"/>
                </a:endParaRPr>
              </a:p>
            </p:txBody>
          </p:sp>
        </p:grpSp>
        <p:sp>
          <p:nvSpPr>
            <p:cNvPr id="18" name="文本框 17"/>
            <p:cNvSpPr txBox="1"/>
            <p:nvPr/>
          </p:nvSpPr>
          <p:spPr>
            <a:xfrm>
              <a:off x="3732777" y="4337347"/>
              <a:ext cx="2169300" cy="784830"/>
            </a:xfrm>
            <a:prstGeom prst="rect">
              <a:avLst/>
            </a:prstGeom>
            <a:noFill/>
          </p:spPr>
          <p:txBody>
            <a:bodyPr wrap="square" rtlCol="0">
              <a:spAutoFit/>
            </a:bodyPr>
            <a:lstStyle/>
            <a:p>
              <a:pPr>
                <a:spcBef>
                  <a:spcPts val="600"/>
                </a:spcBef>
              </a:pPr>
              <a:r>
                <a:rPr lang="zh-CN" altLang="en-US" sz="1600" b="1" dirty="0">
                  <a:latin typeface="微软雅黑" panose="020B0503020204020204" pitchFamily="34" charset="-122"/>
                  <a:ea typeface="微软雅黑" panose="020B0503020204020204" pitchFamily="34" charset="-122"/>
                </a:rPr>
                <a:t>软件设计</a:t>
              </a:r>
              <a:endParaRPr lang="en-US" altLang="zh-CN" sz="1600" b="1" dirty="0">
                <a:latin typeface="微软雅黑" panose="020B0503020204020204" pitchFamily="34" charset="-122"/>
                <a:ea typeface="微软雅黑" panose="020B0503020204020204" pitchFamily="34" charset="-122"/>
              </a:endParaRPr>
            </a:p>
            <a:p>
              <a:pPr>
                <a:spcBef>
                  <a:spcPts val="600"/>
                </a:spcBef>
              </a:pPr>
              <a:r>
                <a:rPr lang="zh-CN" altLang="en-US" sz="2400" dirty="0">
                  <a:solidFill>
                    <a:srgbClr val="C00000"/>
                  </a:solidFill>
                  <a:latin typeface="微软雅黑" panose="020B0503020204020204" pitchFamily="34" charset="-122"/>
                  <a:ea typeface="微软雅黑" panose="020B0503020204020204" pitchFamily="34" charset="-122"/>
                </a:rPr>
                <a:t>设计规格说明</a:t>
              </a:r>
              <a:endParaRPr lang="zh-CN" altLang="en-US" sz="2400" dirty="0">
                <a:solidFill>
                  <a:srgbClr val="C00000"/>
                </a:solidFill>
                <a:latin typeface="微软雅黑" panose="020B0503020204020204" pitchFamily="34" charset="-122"/>
                <a:ea typeface="微软雅黑" panose="020B0503020204020204" pitchFamily="34" charset="-122"/>
              </a:endParaRPr>
            </a:p>
          </p:txBody>
        </p:sp>
        <p:grpSp>
          <p:nvGrpSpPr>
            <p:cNvPr id="19" name="组合 18"/>
            <p:cNvGrpSpPr/>
            <p:nvPr/>
          </p:nvGrpSpPr>
          <p:grpSpPr>
            <a:xfrm rot="10800000">
              <a:off x="6743987" y="4229637"/>
              <a:ext cx="435133" cy="435133"/>
              <a:chOff x="2250831" y="2560320"/>
              <a:chExt cx="745587" cy="745587"/>
            </a:xfrm>
          </p:grpSpPr>
          <p:sp>
            <p:nvSpPr>
              <p:cNvPr id="20" name="泪滴形 19"/>
              <p:cNvSpPr/>
              <p:nvPr/>
            </p:nvSpPr>
            <p:spPr>
              <a:xfrm rot="8100000">
                <a:off x="2250831" y="2560320"/>
                <a:ext cx="745587" cy="745587"/>
              </a:xfrm>
              <a:prstGeom prst="teardrop">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sz="1600" dirty="0">
                  <a:latin typeface="微软雅黑" panose="020B0503020204020204" pitchFamily="34" charset="-122"/>
                  <a:ea typeface="微软雅黑" panose="020B0503020204020204" pitchFamily="34" charset="-122"/>
                </a:endParaRPr>
              </a:p>
            </p:txBody>
          </p:sp>
          <p:sp>
            <p:nvSpPr>
              <p:cNvPr id="21" name="同心圆 20"/>
              <p:cNvSpPr/>
              <p:nvPr/>
            </p:nvSpPr>
            <p:spPr>
              <a:xfrm>
                <a:off x="2391507" y="2686929"/>
                <a:ext cx="450166" cy="450166"/>
              </a:xfrm>
              <a:prstGeom prst="donut">
                <a:avLst>
                  <a:gd name="adj" fmla="val 1562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sz="1600" dirty="0">
                  <a:solidFill>
                    <a:schemeClr val="tx1"/>
                  </a:solidFill>
                  <a:latin typeface="微软雅黑" panose="020B0503020204020204" pitchFamily="34" charset="-122"/>
                  <a:ea typeface="微软雅黑" panose="020B0503020204020204" pitchFamily="34" charset="-122"/>
                </a:endParaRPr>
              </a:p>
            </p:txBody>
          </p:sp>
        </p:grpSp>
        <p:sp>
          <p:nvSpPr>
            <p:cNvPr id="22" name="文本框 21"/>
            <p:cNvSpPr txBox="1"/>
            <p:nvPr/>
          </p:nvSpPr>
          <p:spPr>
            <a:xfrm>
              <a:off x="7240722" y="4213458"/>
              <a:ext cx="1902280" cy="784830"/>
            </a:xfrm>
            <a:prstGeom prst="rect">
              <a:avLst/>
            </a:prstGeom>
            <a:noFill/>
          </p:spPr>
          <p:txBody>
            <a:bodyPr wrap="square" rtlCol="0">
              <a:spAutoFit/>
            </a:bodyPr>
            <a:lstStyle/>
            <a:p>
              <a:pPr>
                <a:spcBef>
                  <a:spcPts val="600"/>
                </a:spcBef>
              </a:pPr>
              <a:r>
                <a:rPr lang="zh-CN" altLang="en-US" sz="1600" b="1" dirty="0">
                  <a:latin typeface="微软雅黑" panose="020B0503020204020204" pitchFamily="34" charset="-122"/>
                  <a:ea typeface="微软雅黑" panose="020B0503020204020204" pitchFamily="34" charset="-122"/>
                </a:rPr>
                <a:t>软件集成测试</a:t>
              </a:r>
              <a:endParaRPr lang="en-US" altLang="zh-CN" sz="1600" b="1" dirty="0">
                <a:latin typeface="微软雅黑" panose="020B0503020204020204" pitchFamily="34" charset="-122"/>
                <a:ea typeface="微软雅黑" panose="020B0503020204020204" pitchFamily="34" charset="-122"/>
              </a:endParaRPr>
            </a:p>
            <a:p>
              <a:pPr>
                <a:spcBef>
                  <a:spcPts val="600"/>
                </a:spcBef>
              </a:pPr>
              <a:r>
                <a:rPr lang="zh-CN" altLang="en-US" sz="2400" dirty="0">
                  <a:solidFill>
                    <a:srgbClr val="C00000"/>
                  </a:solidFill>
                  <a:latin typeface="微软雅黑" panose="020B0503020204020204" pitchFamily="34" charset="-122"/>
                  <a:ea typeface="微软雅黑" panose="020B0503020204020204" pitchFamily="34" charset="-122"/>
                </a:rPr>
                <a:t>待交付产品</a:t>
              </a:r>
              <a:endParaRPr lang="zh-CN" altLang="en-US" sz="2400" dirty="0">
                <a:solidFill>
                  <a:srgbClr val="C00000"/>
                </a:solidFill>
                <a:latin typeface="微软雅黑" panose="020B0503020204020204" pitchFamily="34" charset="-122"/>
                <a:ea typeface="微软雅黑" panose="020B0503020204020204" pitchFamily="34" charset="-122"/>
              </a:endParaRPr>
            </a:p>
          </p:txBody>
        </p:sp>
        <p:grpSp>
          <p:nvGrpSpPr>
            <p:cNvPr id="23" name="组合 22"/>
            <p:cNvGrpSpPr/>
            <p:nvPr/>
          </p:nvGrpSpPr>
          <p:grpSpPr>
            <a:xfrm>
              <a:off x="9156407" y="2883878"/>
              <a:ext cx="703384" cy="703384"/>
              <a:chOff x="2250831" y="2560320"/>
              <a:chExt cx="745587" cy="745587"/>
            </a:xfrm>
          </p:grpSpPr>
          <p:sp>
            <p:nvSpPr>
              <p:cNvPr id="24" name="泪滴形 23"/>
              <p:cNvSpPr/>
              <p:nvPr/>
            </p:nvSpPr>
            <p:spPr>
              <a:xfrm rot="8100000">
                <a:off x="2250831" y="2560320"/>
                <a:ext cx="745587" cy="745587"/>
              </a:xfrm>
              <a:prstGeom prst="teardrop">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sz="1600" dirty="0">
                  <a:latin typeface="微软雅黑" panose="020B0503020204020204" pitchFamily="34" charset="-122"/>
                  <a:ea typeface="微软雅黑" panose="020B0503020204020204" pitchFamily="34" charset="-122"/>
                </a:endParaRPr>
              </a:p>
            </p:txBody>
          </p:sp>
          <p:sp>
            <p:nvSpPr>
              <p:cNvPr id="25" name="同心圆 24"/>
              <p:cNvSpPr/>
              <p:nvPr/>
            </p:nvSpPr>
            <p:spPr>
              <a:xfrm>
                <a:off x="2391507" y="2686929"/>
                <a:ext cx="450166" cy="450166"/>
              </a:xfrm>
              <a:prstGeom prst="donut">
                <a:avLst>
                  <a:gd name="adj" fmla="val 1562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sz="1600" dirty="0">
                  <a:solidFill>
                    <a:schemeClr val="tx1"/>
                  </a:solidFill>
                  <a:latin typeface="微软雅黑" panose="020B0503020204020204" pitchFamily="34" charset="-122"/>
                  <a:ea typeface="微软雅黑" panose="020B0503020204020204" pitchFamily="34" charset="-122"/>
                </a:endParaRPr>
              </a:p>
            </p:txBody>
          </p:sp>
        </p:grpSp>
        <p:sp>
          <p:nvSpPr>
            <p:cNvPr id="26" name="文本框 25"/>
            <p:cNvSpPr txBox="1"/>
            <p:nvPr/>
          </p:nvSpPr>
          <p:spPr>
            <a:xfrm>
              <a:off x="9893720" y="2848133"/>
              <a:ext cx="1902280" cy="784830"/>
            </a:xfrm>
            <a:prstGeom prst="rect">
              <a:avLst/>
            </a:prstGeom>
            <a:noFill/>
          </p:spPr>
          <p:txBody>
            <a:bodyPr wrap="square" rtlCol="0">
              <a:spAutoFit/>
            </a:bodyPr>
            <a:lstStyle/>
            <a:p>
              <a:pPr>
                <a:spcBef>
                  <a:spcPts val="600"/>
                </a:spcBef>
              </a:pPr>
              <a:r>
                <a:rPr lang="zh-CN" altLang="en-US" sz="1600" b="1" dirty="0">
                  <a:latin typeface="微软雅黑" panose="020B0503020204020204" pitchFamily="34" charset="-122"/>
                  <a:ea typeface="微软雅黑" panose="020B0503020204020204" pitchFamily="34" charset="-122"/>
                </a:rPr>
                <a:t>验收测试</a:t>
              </a:r>
              <a:endParaRPr lang="en-US" altLang="zh-CN" sz="1600" b="1" dirty="0">
                <a:latin typeface="微软雅黑" panose="020B0503020204020204" pitchFamily="34" charset="-122"/>
                <a:ea typeface="微软雅黑" panose="020B0503020204020204" pitchFamily="34" charset="-122"/>
              </a:endParaRPr>
            </a:p>
            <a:p>
              <a:pPr>
                <a:spcBef>
                  <a:spcPts val="600"/>
                </a:spcBef>
              </a:pPr>
              <a:r>
                <a:rPr lang="zh-CN" altLang="en-US" sz="2400" dirty="0">
                  <a:solidFill>
                    <a:srgbClr val="C00000"/>
                  </a:solidFill>
                  <a:latin typeface="微软雅黑" panose="020B0503020204020204" pitchFamily="34" charset="-122"/>
                  <a:ea typeface="微软雅黑" panose="020B0503020204020204" pitchFamily="34" charset="-122"/>
                </a:rPr>
                <a:t>交付的产品</a:t>
              </a:r>
              <a:endParaRPr lang="zh-CN" altLang="en-US" sz="2400" dirty="0">
                <a:solidFill>
                  <a:srgbClr val="C00000"/>
                </a:solidFill>
                <a:latin typeface="微软雅黑" panose="020B0503020204020204" pitchFamily="34" charset="-122"/>
                <a:ea typeface="微软雅黑" panose="020B0503020204020204" pitchFamily="34" charset="-122"/>
              </a:endParaRPr>
            </a:p>
          </p:txBody>
        </p:sp>
      </p:grpSp>
      <p:sp>
        <p:nvSpPr>
          <p:cNvPr id="27" name="文本框 26"/>
          <p:cNvSpPr txBox="1"/>
          <p:nvPr/>
        </p:nvSpPr>
        <p:spPr>
          <a:xfrm>
            <a:off x="721515" y="1128982"/>
            <a:ext cx="11242436" cy="369332"/>
          </a:xfrm>
          <a:prstGeom prst="rect">
            <a:avLst/>
          </a:prstGeom>
          <a:noFill/>
        </p:spPr>
        <p:txBody>
          <a:bodyPr wrap="square" rtlCol="0">
            <a:spAutoFit/>
          </a:bodyPr>
          <a:lstStyle/>
          <a:p>
            <a:r>
              <a:rPr lang="zh-CN" altLang="en-US" b="1" dirty="0">
                <a:solidFill>
                  <a:schemeClr val="accent1"/>
                </a:solidFill>
                <a:latin typeface="微软雅黑" panose="020B0503020204020204" pitchFamily="34" charset="-122"/>
                <a:ea typeface="微软雅黑" panose="020B0503020204020204" pitchFamily="34" charset="-122"/>
              </a:rPr>
              <a:t>基线（</a:t>
            </a:r>
            <a:r>
              <a:rPr lang="en-US" altLang="zh-CN" b="1" dirty="0">
                <a:solidFill>
                  <a:schemeClr val="accent1"/>
                </a:solidFill>
                <a:latin typeface="微软雅黑" panose="020B0503020204020204" pitchFamily="34" charset="-122"/>
                <a:ea typeface="微软雅黑" panose="020B0503020204020204" pitchFamily="34" charset="-122"/>
              </a:rPr>
              <a:t>Baseline</a:t>
            </a:r>
            <a:r>
              <a:rPr lang="zh-CN" altLang="en-US" b="1" dirty="0">
                <a:solidFill>
                  <a:schemeClr val="accent1"/>
                </a:solidFill>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p:sp>
        <p:nvSpPr>
          <p:cNvPr id="28" name="矩形 27"/>
          <p:cNvSpPr/>
          <p:nvPr/>
        </p:nvSpPr>
        <p:spPr>
          <a:xfrm>
            <a:off x="649515" y="1201639"/>
            <a:ext cx="72000" cy="21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ntr" presetSubtype="0" fill="hold" grpId="0" nodeType="with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500"/>
                                        <p:tgtEl>
                                          <p:spTgt spid="28"/>
                                        </p:tgtEl>
                                      </p:cBhvr>
                                    </p:animEffect>
                                    <p:anim calcmode="lin" valueType="num">
                                      <p:cBhvr>
                                        <p:cTn id="8" dur="1500" fill="hold"/>
                                        <p:tgtEl>
                                          <p:spTgt spid="28"/>
                                        </p:tgtEl>
                                        <p:attrNameLst>
                                          <p:attrName>style.rotation</p:attrName>
                                        </p:attrNameLst>
                                      </p:cBhvr>
                                      <p:tavLst>
                                        <p:tav tm="0">
                                          <p:val>
                                            <p:fltVal val="720"/>
                                          </p:val>
                                        </p:tav>
                                        <p:tav tm="100000">
                                          <p:val>
                                            <p:fltVal val="0"/>
                                          </p:val>
                                        </p:tav>
                                      </p:tavLst>
                                    </p:anim>
                                    <p:anim calcmode="lin" valueType="num">
                                      <p:cBhvr>
                                        <p:cTn id="9" dur="1500" fill="hold"/>
                                        <p:tgtEl>
                                          <p:spTgt spid="28"/>
                                        </p:tgtEl>
                                        <p:attrNameLst>
                                          <p:attrName>ppt_h</p:attrName>
                                        </p:attrNameLst>
                                      </p:cBhvr>
                                      <p:tavLst>
                                        <p:tav tm="0">
                                          <p:val>
                                            <p:fltVal val="0"/>
                                          </p:val>
                                        </p:tav>
                                        <p:tav tm="100000">
                                          <p:val>
                                            <p:strVal val="#ppt_h"/>
                                          </p:val>
                                        </p:tav>
                                      </p:tavLst>
                                    </p:anim>
                                    <p:anim calcmode="lin" valueType="num">
                                      <p:cBhvr>
                                        <p:cTn id="10" dur="1500" fill="hold"/>
                                        <p:tgtEl>
                                          <p:spTgt spid="28"/>
                                        </p:tgtEl>
                                        <p:attrNameLst>
                                          <p:attrName>ppt_w</p:attrName>
                                        </p:attrNameLst>
                                      </p:cBhvr>
                                      <p:tavLst>
                                        <p:tav tm="0">
                                          <p:val>
                                            <p:fltVal val="0"/>
                                          </p:val>
                                        </p:tav>
                                        <p:tav tm="100000">
                                          <p:val>
                                            <p:strVal val="#ppt_w"/>
                                          </p:val>
                                        </p:tav>
                                      </p:tavLst>
                                    </p:anim>
                                  </p:childTnLst>
                                </p:cTn>
                              </p:par>
                            </p:childTnLst>
                          </p:cTn>
                        </p:par>
                        <p:par>
                          <p:cTn id="11" fill="hold">
                            <p:stCondLst>
                              <p:cond delay="1500"/>
                            </p:stCondLst>
                            <p:childTnLst>
                              <p:par>
                                <p:cTn id="12" presetID="10" presetClass="entr" presetSubtype="0" fill="hold" grpId="0" nodeType="afterEffect">
                                  <p:stCondLst>
                                    <p:cond delay="0"/>
                                  </p:stCondLst>
                                  <p:iterate type="lt">
                                    <p:tmPct val="10000"/>
                                  </p:iterate>
                                  <p:childTnLst>
                                    <p:set>
                                      <p:cBhvr>
                                        <p:cTn id="13" dur="1" fill="hold">
                                          <p:stCondLst>
                                            <p:cond delay="0"/>
                                          </p:stCondLst>
                                        </p:cTn>
                                        <p:tgtEl>
                                          <p:spTgt spid="27"/>
                                        </p:tgtEl>
                                        <p:attrNameLst>
                                          <p:attrName>style.visibility</p:attrName>
                                        </p:attrNameLst>
                                      </p:cBhvr>
                                      <p:to>
                                        <p:strVal val="visible"/>
                                      </p:to>
                                    </p:set>
                                    <p:animEffect transition="in" filter="fade">
                                      <p:cBhvr>
                                        <p:cTn id="14"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229719"/>
            <a:ext cx="982639" cy="4663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982639" y="295927"/>
            <a:ext cx="4012442" cy="400110"/>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配置管理的概念</a:t>
            </a:r>
            <a:endParaRPr lang="en-US" altLang="zh-CN" sz="2000" dirty="0">
              <a:latin typeface="微软雅黑" panose="020B0503020204020204" pitchFamily="34" charset="-122"/>
              <a:ea typeface="微软雅黑" panose="020B0503020204020204" pitchFamily="34" charset="-122"/>
            </a:endParaRPr>
          </a:p>
        </p:txBody>
      </p:sp>
      <p:sp>
        <p:nvSpPr>
          <p:cNvPr id="14" name="文本框 13"/>
          <p:cNvSpPr txBox="1"/>
          <p:nvPr/>
        </p:nvSpPr>
        <p:spPr>
          <a:xfrm>
            <a:off x="721515" y="1128982"/>
            <a:ext cx="11242436" cy="369332"/>
          </a:xfrm>
          <a:prstGeom prst="rect">
            <a:avLst/>
          </a:prstGeom>
          <a:noFill/>
        </p:spPr>
        <p:txBody>
          <a:bodyPr wrap="square" rtlCol="0">
            <a:spAutoFit/>
          </a:bodyPr>
          <a:lstStyle/>
          <a:p>
            <a:r>
              <a:rPr lang="zh-CN" altLang="en-US" b="1" dirty="0">
                <a:solidFill>
                  <a:schemeClr val="accent1"/>
                </a:solidFill>
                <a:latin typeface="微软雅黑" panose="020B0503020204020204" pitchFamily="34" charset="-122"/>
                <a:ea typeface="微软雅黑" panose="020B0503020204020204" pitchFamily="34" charset="-122"/>
              </a:rPr>
              <a:t>配置管理（</a:t>
            </a:r>
            <a:r>
              <a:rPr lang="en-US" altLang="zh-CN" b="1" dirty="0">
                <a:solidFill>
                  <a:schemeClr val="accent1"/>
                </a:solidFill>
                <a:latin typeface="微软雅黑" panose="020B0503020204020204" pitchFamily="34" charset="-122"/>
                <a:ea typeface="微软雅黑" panose="020B0503020204020204" pitchFamily="34" charset="-122"/>
              </a:rPr>
              <a:t>Configuration</a:t>
            </a:r>
            <a:r>
              <a:rPr lang="zh-CN" altLang="en-US" b="1" dirty="0">
                <a:solidFill>
                  <a:schemeClr val="accent1"/>
                </a:solidFill>
                <a:latin typeface="微软雅黑" panose="020B0503020204020204" pitchFamily="34" charset="-122"/>
                <a:ea typeface="微软雅黑" panose="020B0503020204020204" pitchFamily="34" charset="-122"/>
              </a:rPr>
              <a:t> </a:t>
            </a:r>
            <a:r>
              <a:rPr lang="en-US" altLang="zh-CN" b="1" dirty="0">
                <a:solidFill>
                  <a:schemeClr val="accent1"/>
                </a:solidFill>
                <a:latin typeface="微软雅黑" panose="020B0503020204020204" pitchFamily="34" charset="-122"/>
                <a:ea typeface="微软雅黑" panose="020B0503020204020204" pitchFamily="34" charset="-122"/>
              </a:rPr>
              <a:t>Management</a:t>
            </a:r>
            <a:r>
              <a:rPr lang="zh-CN" altLang="en-US" b="1" dirty="0">
                <a:solidFill>
                  <a:schemeClr val="accent1"/>
                </a:solidFill>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p:sp>
        <p:nvSpPr>
          <p:cNvPr id="15" name="矩形 14"/>
          <p:cNvSpPr/>
          <p:nvPr/>
        </p:nvSpPr>
        <p:spPr>
          <a:xfrm>
            <a:off x="649515" y="1201639"/>
            <a:ext cx="72000" cy="21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715209" y="2923080"/>
            <a:ext cx="7344385" cy="2062103"/>
          </a:xfrm>
          <a:prstGeom prst="rect">
            <a:avLst/>
          </a:prstGeom>
          <a:noFill/>
        </p:spPr>
        <p:txBody>
          <a:bodyPr wrap="square" rtlCol="0">
            <a:spAutoFit/>
          </a:bodyPr>
          <a:lstStyle/>
          <a:p>
            <a:r>
              <a:rPr lang="zh-CN" altLang="en-US" sz="3200" b="1" dirty="0"/>
              <a:t>配置管理 </a:t>
            </a:r>
            <a:r>
              <a:rPr lang="zh-CN" altLang="en-US" sz="2400" dirty="0"/>
              <a:t>是通过技术或行政手段对软件产品及其开发过程和生命周期进行控制、规范的一系列措施。配置管理的目标是记录软件产品的演化过程，确保软件开发者在软件生命周期中各个阶段都能得到精确的产品配置。</a:t>
            </a:r>
            <a:endParaRPr kumimoji="1" lang="zh-CN" altLang="en-US" sz="4000" dirty="0"/>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500"/>
                                        <p:tgtEl>
                                          <p:spTgt spid="15"/>
                                        </p:tgtEl>
                                      </p:cBhvr>
                                    </p:animEffect>
                                    <p:anim calcmode="lin" valueType="num">
                                      <p:cBhvr>
                                        <p:cTn id="8" dur="1500" fill="hold"/>
                                        <p:tgtEl>
                                          <p:spTgt spid="15"/>
                                        </p:tgtEl>
                                        <p:attrNameLst>
                                          <p:attrName>style.rotation</p:attrName>
                                        </p:attrNameLst>
                                      </p:cBhvr>
                                      <p:tavLst>
                                        <p:tav tm="0">
                                          <p:val>
                                            <p:fltVal val="720"/>
                                          </p:val>
                                        </p:tav>
                                        <p:tav tm="100000">
                                          <p:val>
                                            <p:fltVal val="0"/>
                                          </p:val>
                                        </p:tav>
                                      </p:tavLst>
                                    </p:anim>
                                    <p:anim calcmode="lin" valueType="num">
                                      <p:cBhvr>
                                        <p:cTn id="9" dur="1500" fill="hold"/>
                                        <p:tgtEl>
                                          <p:spTgt spid="15"/>
                                        </p:tgtEl>
                                        <p:attrNameLst>
                                          <p:attrName>ppt_h</p:attrName>
                                        </p:attrNameLst>
                                      </p:cBhvr>
                                      <p:tavLst>
                                        <p:tav tm="0">
                                          <p:val>
                                            <p:fltVal val="0"/>
                                          </p:val>
                                        </p:tav>
                                        <p:tav tm="100000">
                                          <p:val>
                                            <p:strVal val="#ppt_h"/>
                                          </p:val>
                                        </p:tav>
                                      </p:tavLst>
                                    </p:anim>
                                    <p:anim calcmode="lin" valueType="num">
                                      <p:cBhvr>
                                        <p:cTn id="10" dur="1500" fill="hold"/>
                                        <p:tgtEl>
                                          <p:spTgt spid="15"/>
                                        </p:tgtEl>
                                        <p:attrNameLst>
                                          <p:attrName>ppt_w</p:attrName>
                                        </p:attrNameLst>
                                      </p:cBhvr>
                                      <p:tavLst>
                                        <p:tav tm="0">
                                          <p:val>
                                            <p:fltVal val="0"/>
                                          </p:val>
                                        </p:tav>
                                        <p:tav tm="100000">
                                          <p:val>
                                            <p:strVal val="#ppt_w"/>
                                          </p:val>
                                        </p:tav>
                                      </p:tavLst>
                                    </p:anim>
                                  </p:childTnLst>
                                </p:cTn>
                              </p:par>
                            </p:childTnLst>
                          </p:cTn>
                        </p:par>
                        <p:par>
                          <p:cTn id="11" fill="hold">
                            <p:stCondLst>
                              <p:cond delay="1500"/>
                            </p:stCondLst>
                            <p:childTnLst>
                              <p:par>
                                <p:cTn id="12" presetID="10" presetClass="entr" presetSubtype="0" fill="hold" grpId="0" nodeType="afterEffect">
                                  <p:stCondLst>
                                    <p:cond delay="0"/>
                                  </p:stCondLst>
                                  <p:iterate type="lt">
                                    <p:tmPct val="10000"/>
                                  </p:iterate>
                                  <p:childTnLst>
                                    <p:set>
                                      <p:cBhvr>
                                        <p:cTn id="13" dur="1" fill="hold">
                                          <p:stCondLst>
                                            <p:cond delay="0"/>
                                          </p:stCondLst>
                                        </p:cTn>
                                        <p:tgtEl>
                                          <p:spTgt spid="14"/>
                                        </p:tgtEl>
                                        <p:attrNameLst>
                                          <p:attrName>style.visibility</p:attrName>
                                        </p:attrNameLst>
                                      </p:cBhvr>
                                      <p:to>
                                        <p:strVal val="visible"/>
                                      </p:to>
                                    </p:set>
                                    <p:animEffect transition="in" filter="fade">
                                      <p:cBhvr>
                                        <p:cTn id="1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概念定义</a:t>
            </a:r>
            <a:endParaRPr lang="zh-CN" dirty="0"/>
          </a:p>
        </p:txBody>
      </p:sp>
      <p:sp>
        <p:nvSpPr>
          <p:cNvPr id="3" name="内容占位符 2"/>
          <p:cNvSpPr>
            <a:spLocks noGrp="1"/>
          </p:cNvSpPr>
          <p:nvPr>
            <p:ph idx="1"/>
          </p:nvPr>
        </p:nvSpPr>
        <p:spPr>
          <a:xfrm>
            <a:off x="1295400" y="1676400"/>
            <a:ext cx="9601200" cy="4495800"/>
          </a:xfrm>
        </p:spPr>
        <p:txBody>
          <a:bodyPr/>
          <a:lstStyle/>
          <a:p>
            <a:r>
              <a:rPr lang="zh-CN" altLang="en-US" dirty="0" smtClean="0"/>
              <a:t>软件配置管理，又称为软件形态管理，或软件建构管理，简称软件形管（</a:t>
            </a:r>
            <a:r>
              <a:rPr lang="en-US" altLang="zh-CN" dirty="0" smtClean="0"/>
              <a:t>SCM</a:t>
            </a:r>
            <a:r>
              <a:rPr lang="zh-CN" altLang="en-US" dirty="0" smtClean="0"/>
              <a:t>，</a:t>
            </a:r>
            <a:r>
              <a:rPr lang="en-US" altLang="zh-CN" dirty="0" smtClean="0"/>
              <a:t>Software Configuration Management</a:t>
            </a:r>
            <a:r>
              <a:rPr lang="zh-CN" altLang="en-US" dirty="0" smtClean="0"/>
              <a:t>）。</a:t>
            </a:r>
            <a:endParaRPr lang="en-US" altLang="zh-CN" dirty="0" smtClean="0"/>
          </a:p>
          <a:p>
            <a:r>
              <a:rPr lang="zh-CN" altLang="en-US" dirty="0" smtClean="0"/>
              <a:t>贯穿于整个软件生命周期，为软件研发提供了一套管理办法和活动原则。</a:t>
            </a:r>
            <a:endParaRPr lang="en-US" altLang="zh-CN" dirty="0" smtClean="0"/>
          </a:p>
          <a:p>
            <a:r>
              <a:rPr lang="zh-CN" altLang="en-US" dirty="0" smtClean="0"/>
              <a:t>是</a:t>
            </a:r>
            <a:r>
              <a:rPr lang="zh-CN" altLang="en-US" dirty="0"/>
              <a:t>一</a:t>
            </a:r>
            <a:r>
              <a:rPr lang="zh-CN" altLang="en-US" dirty="0" smtClean="0"/>
              <a:t>种标识、组织和控制修改的技术，也是</a:t>
            </a:r>
            <a:r>
              <a:rPr lang="zh-CN" altLang="en-US" dirty="0"/>
              <a:t>采用技术手段和行政手段进行管理和</a:t>
            </a:r>
            <a:r>
              <a:rPr lang="zh-CN" altLang="en-US" dirty="0" smtClean="0"/>
              <a:t>监</a:t>
            </a:r>
            <a:endParaRPr lang="en-US" altLang="zh-CN" dirty="0" smtClean="0"/>
          </a:p>
          <a:p>
            <a:pPr marL="0" indent="0">
              <a:buNone/>
            </a:pPr>
            <a:r>
              <a:rPr lang="en-US" altLang="zh-CN" dirty="0" smtClean="0"/>
              <a:t>   </a:t>
            </a:r>
            <a:r>
              <a:rPr lang="zh-CN" altLang="en-US" dirty="0" smtClean="0"/>
              <a:t>督</a:t>
            </a:r>
            <a:r>
              <a:rPr lang="zh-CN" altLang="en-US" dirty="0"/>
              <a:t>的一套规范化</a:t>
            </a:r>
            <a:r>
              <a:rPr lang="zh-CN" altLang="en-US" dirty="0" smtClean="0"/>
              <a:t>方法。</a:t>
            </a:r>
            <a:endParaRPr lang="en-US" altLang="zh-CN" dirty="0" smtClean="0"/>
          </a:p>
          <a:p>
            <a:r>
              <a:rPr lang="zh-CN" altLang="en-US" dirty="0" smtClean="0"/>
              <a:t>对</a:t>
            </a:r>
            <a:r>
              <a:rPr lang="zh-CN" altLang="en-US" dirty="0"/>
              <a:t>配置项的功能特性和物理特性加以标志，并将其文件化，并控制这些特性的</a:t>
            </a:r>
            <a:r>
              <a:rPr lang="zh-CN" altLang="en-US" dirty="0" smtClean="0"/>
              <a:t>变更。</a:t>
            </a:r>
            <a:endParaRPr lang="en-US" altLang="zh-CN" dirty="0" smtClean="0"/>
          </a:p>
          <a:p>
            <a:r>
              <a:rPr lang="zh-CN" altLang="en-US" dirty="0" smtClean="0"/>
              <a:t>报告</a:t>
            </a:r>
            <a:r>
              <a:rPr lang="zh-CN" altLang="en-US" dirty="0"/>
              <a:t>变更进行的情况、变更实施的状态，以及验证与规定要求的一致性</a:t>
            </a:r>
            <a:r>
              <a:rPr lang="zh-CN" altLang="en-US" dirty="0" smtClean="0"/>
              <a:t>。</a:t>
            </a:r>
            <a:endParaRPr lang="en-US" altLang="zh-CN" dirty="0" smtClean="0"/>
          </a:p>
          <a:p>
            <a:r>
              <a:rPr lang="zh-CN" altLang="en-US" dirty="0" smtClean="0"/>
              <a:t>软件配置管理</a:t>
            </a:r>
            <a:r>
              <a:rPr lang="zh-CN" altLang="en-US" dirty="0"/>
              <a:t>除了源代码的管理之外，还包含了对软件开发流程的规范和自动化</a:t>
            </a:r>
            <a:r>
              <a:rPr lang="zh-CN" altLang="en-US" dirty="0" smtClean="0"/>
              <a:t>的</a:t>
            </a:r>
            <a:endParaRPr lang="en-US" altLang="zh-CN" dirty="0" smtClean="0"/>
          </a:p>
          <a:p>
            <a:pPr marL="0" indent="0">
              <a:buNone/>
            </a:pPr>
            <a:r>
              <a:rPr lang="en-US" altLang="zh-CN" dirty="0"/>
              <a:t> </a:t>
            </a:r>
            <a:r>
              <a:rPr lang="en-US" altLang="zh-CN" dirty="0" smtClean="0"/>
              <a:t>  </a:t>
            </a:r>
            <a:r>
              <a:rPr lang="zh-CN" altLang="en-US" dirty="0" smtClean="0"/>
              <a:t>约束</a:t>
            </a:r>
            <a:r>
              <a:rPr lang="zh-CN" altLang="en-US" dirty="0"/>
              <a:t>。</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229719"/>
            <a:ext cx="982639" cy="4663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982639" y="262823"/>
            <a:ext cx="4012442" cy="400110"/>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配置管理的目标</a:t>
            </a:r>
            <a:endParaRPr lang="zh-CN" altLang="en-US" sz="1400" dirty="0">
              <a:latin typeface="微软雅黑" panose="020B0503020204020204" pitchFamily="34" charset="-122"/>
              <a:ea typeface="微软雅黑" panose="020B0503020204020204" pitchFamily="34" charset="-122"/>
            </a:endParaRPr>
          </a:p>
        </p:txBody>
      </p:sp>
      <p:sp>
        <p:nvSpPr>
          <p:cNvPr id="6" name="矩形 5"/>
          <p:cNvSpPr/>
          <p:nvPr/>
        </p:nvSpPr>
        <p:spPr>
          <a:xfrm>
            <a:off x="2726125" y="2616057"/>
            <a:ext cx="1249251" cy="1249251"/>
          </a:xfrm>
          <a:prstGeom prst="rect">
            <a:avLst/>
          </a:prstGeom>
          <a:solidFill>
            <a:schemeClr val="tx1">
              <a:lumMod val="75000"/>
              <a:lumOff val="25000"/>
            </a:schemeClr>
          </a:solidFill>
          <a:ln>
            <a:noFill/>
          </a:ln>
          <a:effectLst>
            <a:reflection blurRad="6350" stA="52000" endA="300" endPos="35000" dist="254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版本管理</a:t>
            </a:r>
            <a:endParaRPr lang="zh-CN" altLang="en-US" dirty="0">
              <a:latin typeface="微软雅黑" panose="020B0503020204020204" pitchFamily="34" charset="-122"/>
              <a:ea typeface="微软雅黑" panose="020B0503020204020204" pitchFamily="34" charset="-122"/>
            </a:endParaRPr>
          </a:p>
        </p:txBody>
      </p:sp>
      <p:sp>
        <p:nvSpPr>
          <p:cNvPr id="7" name="矩形 6"/>
          <p:cNvSpPr/>
          <p:nvPr/>
        </p:nvSpPr>
        <p:spPr>
          <a:xfrm>
            <a:off x="4668537" y="2636488"/>
            <a:ext cx="1249251" cy="1249251"/>
          </a:xfrm>
          <a:prstGeom prst="rect">
            <a:avLst/>
          </a:prstGeom>
          <a:solidFill>
            <a:schemeClr val="tx1">
              <a:lumMod val="75000"/>
              <a:lumOff val="25000"/>
            </a:schemeClr>
          </a:solidFill>
          <a:ln>
            <a:noFill/>
          </a:ln>
          <a:effectLst>
            <a:reflection blurRad="6350" stA="52000" endA="300" endPos="35000" dist="254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工作空间管理</a:t>
            </a:r>
            <a:endParaRPr lang="zh-CN" altLang="en-US" dirty="0">
              <a:latin typeface="微软雅黑" panose="020B0503020204020204" pitchFamily="34" charset="-122"/>
              <a:ea typeface="微软雅黑" panose="020B0503020204020204" pitchFamily="34" charset="-122"/>
            </a:endParaRPr>
          </a:p>
        </p:txBody>
      </p:sp>
      <p:sp>
        <p:nvSpPr>
          <p:cNvPr id="8" name="矩形 7"/>
          <p:cNvSpPr/>
          <p:nvPr/>
        </p:nvSpPr>
        <p:spPr>
          <a:xfrm>
            <a:off x="6444902" y="2616056"/>
            <a:ext cx="1249251" cy="1249251"/>
          </a:xfrm>
          <a:prstGeom prst="rect">
            <a:avLst/>
          </a:prstGeom>
          <a:solidFill>
            <a:schemeClr val="tx1">
              <a:lumMod val="75000"/>
              <a:lumOff val="25000"/>
            </a:schemeClr>
          </a:solidFill>
          <a:ln>
            <a:noFill/>
          </a:ln>
          <a:effectLst>
            <a:reflection blurRad="6350" stA="52000" endA="300" endPos="35000" dist="254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并行开发支持</a:t>
            </a:r>
            <a:endParaRPr lang="zh-CN" altLang="en-US" dirty="0">
              <a:latin typeface="微软雅黑" panose="020B0503020204020204" pitchFamily="34" charset="-122"/>
              <a:ea typeface="微软雅黑" panose="020B0503020204020204" pitchFamily="34" charset="-122"/>
            </a:endParaRPr>
          </a:p>
        </p:txBody>
      </p:sp>
      <p:grpSp>
        <p:nvGrpSpPr>
          <p:cNvPr id="10" name="组合 9"/>
          <p:cNvGrpSpPr/>
          <p:nvPr/>
        </p:nvGrpSpPr>
        <p:grpSpPr>
          <a:xfrm>
            <a:off x="1083987" y="2636490"/>
            <a:ext cx="1422894" cy="1249251"/>
            <a:chOff x="553792" y="2768958"/>
            <a:chExt cx="1422894" cy="1249251"/>
          </a:xfrm>
          <a:solidFill>
            <a:schemeClr val="accent1"/>
          </a:solidFill>
          <a:effectLst>
            <a:reflection blurRad="6350" stA="52000" endA="300" endPos="35000" dist="25400" dir="5400000" sy="-100000" algn="bl" rotWithShape="0"/>
          </a:effectLst>
        </p:grpSpPr>
        <p:sp>
          <p:nvSpPr>
            <p:cNvPr id="11" name="矩形 10"/>
            <p:cNvSpPr/>
            <p:nvPr/>
          </p:nvSpPr>
          <p:spPr>
            <a:xfrm>
              <a:off x="553792" y="2768958"/>
              <a:ext cx="1249251" cy="124925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配置管理</a:t>
              </a:r>
              <a:endParaRPr lang="zh-CN" altLang="en-US" dirty="0">
                <a:latin typeface="微软雅黑" panose="020B0503020204020204" pitchFamily="34" charset="-122"/>
                <a:ea typeface="微软雅黑" panose="020B0503020204020204" pitchFamily="34" charset="-122"/>
              </a:endParaRPr>
            </a:p>
          </p:txBody>
        </p:sp>
        <p:sp>
          <p:nvSpPr>
            <p:cNvPr id="12" name="等腰三角形 11"/>
            <p:cNvSpPr/>
            <p:nvPr/>
          </p:nvSpPr>
          <p:spPr>
            <a:xfrm rot="5400000">
              <a:off x="1712891" y="2891531"/>
              <a:ext cx="283335" cy="24425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grpSp>
      <p:sp>
        <p:nvSpPr>
          <p:cNvPr id="15" name="矩形 14"/>
          <p:cNvSpPr/>
          <p:nvPr/>
        </p:nvSpPr>
        <p:spPr>
          <a:xfrm>
            <a:off x="8334800" y="2636488"/>
            <a:ext cx="1249251" cy="1249251"/>
          </a:xfrm>
          <a:prstGeom prst="rect">
            <a:avLst/>
          </a:prstGeom>
          <a:solidFill>
            <a:schemeClr val="tx1">
              <a:lumMod val="75000"/>
              <a:lumOff val="25000"/>
            </a:schemeClr>
          </a:solidFill>
          <a:ln>
            <a:noFill/>
          </a:ln>
          <a:effectLst>
            <a:reflection blurRad="6350" stA="52000" endA="300" endPos="35000" dist="254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异地开发支持</a:t>
            </a:r>
            <a:endParaRPr lang="zh-CN" altLang="en-US" dirty="0">
              <a:latin typeface="微软雅黑" panose="020B0503020204020204" pitchFamily="34" charset="-122"/>
              <a:ea typeface="微软雅黑" panose="020B0503020204020204" pitchFamily="34" charset="-122"/>
            </a:endParaRPr>
          </a:p>
        </p:txBody>
      </p:sp>
      <p:sp>
        <p:nvSpPr>
          <p:cNvPr id="16" name="矩形 15"/>
          <p:cNvSpPr/>
          <p:nvPr/>
        </p:nvSpPr>
        <p:spPr>
          <a:xfrm>
            <a:off x="10059548" y="2636488"/>
            <a:ext cx="1249251" cy="1249251"/>
          </a:xfrm>
          <a:prstGeom prst="rect">
            <a:avLst/>
          </a:prstGeom>
          <a:solidFill>
            <a:schemeClr val="tx1">
              <a:lumMod val="75000"/>
              <a:lumOff val="25000"/>
            </a:schemeClr>
          </a:solidFill>
          <a:ln>
            <a:noFill/>
          </a:ln>
          <a:effectLst>
            <a:reflection blurRad="6350" stA="52000" endA="300" endPos="35000" dist="254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变更请求管理</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750"/>
                                        <p:tgtEl>
                                          <p:spTgt spid="6"/>
                                        </p:tgtEl>
                                      </p:cBhvr>
                                    </p:animEffect>
                                  </p:childTnLst>
                                </p:cTn>
                              </p:par>
                            </p:childTnLst>
                          </p:cTn>
                        </p:par>
                        <p:par>
                          <p:cTn id="13" fill="hold">
                            <p:stCondLst>
                              <p:cond delay="1500"/>
                            </p:stCondLst>
                            <p:childTnLst>
                              <p:par>
                                <p:cTn id="14" presetID="22" presetClass="entr" presetSubtype="8"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750"/>
                                        <p:tgtEl>
                                          <p:spTgt spid="7"/>
                                        </p:tgtEl>
                                      </p:cBhvr>
                                    </p:animEffect>
                                  </p:childTnLst>
                                </p:cTn>
                              </p:par>
                            </p:childTnLst>
                          </p:cTn>
                        </p:par>
                        <p:par>
                          <p:cTn id="17" fill="hold">
                            <p:stCondLst>
                              <p:cond delay="2500"/>
                            </p:stCondLst>
                            <p:childTnLst>
                              <p:par>
                                <p:cTn id="18" presetID="22" presetClass="entr" presetSubtype="8" fill="hold" grpId="0"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left)">
                                      <p:cBhvr>
                                        <p:cTn id="20" dur="750"/>
                                        <p:tgtEl>
                                          <p:spTgt spid="8"/>
                                        </p:tgtEl>
                                      </p:cBhvr>
                                    </p:animEffect>
                                  </p:childTnLst>
                                </p:cTn>
                              </p:par>
                            </p:childTnLst>
                          </p:cTn>
                        </p:par>
                        <p:par>
                          <p:cTn id="21" fill="hold">
                            <p:stCondLst>
                              <p:cond delay="3500"/>
                            </p:stCondLst>
                            <p:childTnLst>
                              <p:par>
                                <p:cTn id="22" presetID="22" presetClass="entr" presetSubtype="8" fill="hold" grpId="0" nodeType="after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wipe(left)">
                                      <p:cBhvr>
                                        <p:cTn id="24" dur="750"/>
                                        <p:tgtEl>
                                          <p:spTgt spid="15"/>
                                        </p:tgtEl>
                                      </p:cBhvr>
                                    </p:animEffect>
                                  </p:childTnLst>
                                </p:cTn>
                              </p:par>
                            </p:childTnLst>
                          </p:cTn>
                        </p:par>
                        <p:par>
                          <p:cTn id="25" fill="hold">
                            <p:stCondLst>
                              <p:cond delay="4500"/>
                            </p:stCondLst>
                            <p:childTnLst>
                              <p:par>
                                <p:cTn id="26" presetID="22" presetClass="entr" presetSubtype="8" fill="hold" grpId="0" nodeType="after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wipe(left)">
                                      <p:cBhvr>
                                        <p:cTn id="28" dur="7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5" grpId="0" animBg="1"/>
      <p:bldP spid="1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229719"/>
            <a:ext cx="982639" cy="4663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982639" y="295927"/>
            <a:ext cx="4012442" cy="400110"/>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配置管理的目标</a:t>
            </a:r>
            <a:endParaRPr lang="en-US" altLang="zh-CN" sz="2000" dirty="0">
              <a:latin typeface="微软雅黑" panose="020B0503020204020204" pitchFamily="34" charset="-122"/>
              <a:ea typeface="微软雅黑" panose="020B0503020204020204" pitchFamily="34" charset="-122"/>
            </a:endParaRPr>
          </a:p>
        </p:txBody>
      </p:sp>
      <p:sp>
        <p:nvSpPr>
          <p:cNvPr id="14" name="文本框 13"/>
          <p:cNvSpPr txBox="1"/>
          <p:nvPr/>
        </p:nvSpPr>
        <p:spPr>
          <a:xfrm>
            <a:off x="721515" y="1128982"/>
            <a:ext cx="11242436" cy="369332"/>
          </a:xfrm>
          <a:prstGeom prst="rect">
            <a:avLst/>
          </a:prstGeom>
          <a:noFill/>
        </p:spPr>
        <p:txBody>
          <a:bodyPr wrap="square" rtlCol="0">
            <a:spAutoFit/>
          </a:bodyPr>
          <a:lstStyle/>
          <a:p>
            <a:r>
              <a:rPr lang="zh-CN" altLang="en-US" b="1" dirty="0">
                <a:solidFill>
                  <a:schemeClr val="accent1"/>
                </a:solidFill>
                <a:latin typeface="微软雅黑" panose="020B0503020204020204" pitchFamily="34" charset="-122"/>
                <a:ea typeface="微软雅黑" panose="020B0503020204020204" pitchFamily="34" charset="-122"/>
              </a:rPr>
              <a:t>版本管理</a:t>
            </a:r>
            <a:endParaRPr lang="zh-CN" altLang="en-US" dirty="0">
              <a:latin typeface="微软雅黑" panose="020B0503020204020204" pitchFamily="34" charset="-122"/>
              <a:ea typeface="微软雅黑" panose="020B0503020204020204" pitchFamily="34" charset="-122"/>
            </a:endParaRPr>
          </a:p>
        </p:txBody>
      </p:sp>
      <p:sp>
        <p:nvSpPr>
          <p:cNvPr id="15" name="矩形 14"/>
          <p:cNvSpPr/>
          <p:nvPr/>
        </p:nvSpPr>
        <p:spPr>
          <a:xfrm>
            <a:off x="649515" y="1201639"/>
            <a:ext cx="72000" cy="21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982639" y="1744608"/>
            <a:ext cx="7556450" cy="791692"/>
          </a:xfrm>
          <a:prstGeom prst="rect">
            <a:avLst/>
          </a:prstGeom>
        </p:spPr>
        <p:txBody>
          <a:bodyPr wrap="square">
            <a:spAutoFit/>
          </a:bodyPr>
          <a:lstStyle/>
          <a:p>
            <a:pPr marL="285750" indent="-285750">
              <a:lnSpc>
                <a:spcPct val="125000"/>
              </a:lnSpc>
              <a:buFont typeface="Wingdings" panose="05000000000000000000" pitchFamily="2" charset="2"/>
              <a:buChar char="n"/>
            </a:pPr>
            <a:r>
              <a:rPr lang="zh-CN" altLang="en-US" b="1" dirty="0">
                <a:solidFill>
                  <a:schemeClr val="accent1"/>
                </a:solidFill>
                <a:latin typeface="微软雅黑" panose="020B0503020204020204" pitchFamily="34" charset="-122"/>
                <a:ea typeface="微软雅黑" panose="020B0503020204020204" pitchFamily="34" charset="-122"/>
              </a:rPr>
              <a:t>版本控制系统是</a:t>
            </a:r>
            <a:r>
              <a:rPr lang="zh-CN" altLang="en-US" sz="2000" b="1" dirty="0">
                <a:solidFill>
                  <a:srgbClr val="C00000"/>
                </a:solidFill>
                <a:latin typeface="微软雅黑" panose="020B0503020204020204" pitchFamily="34" charset="-122"/>
                <a:ea typeface="微软雅黑" panose="020B0503020204020204" pitchFamily="34" charset="-122"/>
              </a:rPr>
              <a:t>核心功能 </a:t>
            </a:r>
            <a:endParaRPr lang="en-US" altLang="zh-CN" sz="2000" b="1" dirty="0">
              <a:solidFill>
                <a:srgbClr val="C00000"/>
              </a:solidFill>
              <a:latin typeface="微软雅黑" panose="020B0503020204020204" pitchFamily="34" charset="-122"/>
              <a:ea typeface="微软雅黑" panose="020B0503020204020204" pitchFamily="34" charset="-122"/>
            </a:endParaRPr>
          </a:p>
          <a:p>
            <a:pPr>
              <a:lnSpc>
                <a:spcPct val="125000"/>
              </a:lnSpc>
            </a:pPr>
            <a:r>
              <a:rPr lang="zh-CN" altLang="en-US" dirty="0">
                <a:latin typeface="微软雅黑" panose="020B0503020204020204" pitchFamily="34" charset="-122"/>
                <a:ea typeface="微软雅黑" panose="020B0503020204020204" pitchFamily="34" charset="-122"/>
              </a:rPr>
              <a:t>配置管理的其他功能大都建立在版本控制之上</a:t>
            </a:r>
            <a:endParaRPr lang="en-US" altLang="zh-CN" dirty="0">
              <a:latin typeface="微软雅黑" panose="020B0503020204020204" pitchFamily="34" charset="-122"/>
              <a:ea typeface="微软雅黑" panose="020B0503020204020204" pitchFamily="34" charset="-122"/>
            </a:endParaRPr>
          </a:p>
        </p:txBody>
      </p:sp>
      <p:sp>
        <p:nvSpPr>
          <p:cNvPr id="8" name="矩形 7"/>
          <p:cNvSpPr/>
          <p:nvPr/>
        </p:nvSpPr>
        <p:spPr>
          <a:xfrm>
            <a:off x="982639" y="2784212"/>
            <a:ext cx="9863552" cy="753220"/>
          </a:xfrm>
          <a:prstGeom prst="rect">
            <a:avLst/>
          </a:prstGeom>
        </p:spPr>
        <p:txBody>
          <a:bodyPr wrap="square">
            <a:spAutoFit/>
          </a:bodyPr>
          <a:lstStyle/>
          <a:p>
            <a:pPr marL="285750" indent="-285750">
              <a:lnSpc>
                <a:spcPct val="125000"/>
              </a:lnSpc>
              <a:buFont typeface="Wingdings" panose="05000000000000000000" pitchFamily="2" charset="2"/>
              <a:buChar char="n"/>
            </a:pPr>
            <a:r>
              <a:rPr lang="zh-CN" altLang="en-US" b="1" dirty="0">
                <a:solidFill>
                  <a:schemeClr val="accent1"/>
                </a:solidFill>
                <a:latin typeface="微软雅黑" panose="020B0503020204020204" pitchFamily="34" charset="-122"/>
                <a:ea typeface="微软雅黑" panose="020B0503020204020204" pitchFamily="34" charset="-122"/>
              </a:rPr>
              <a:t>版本控制的对象</a:t>
            </a:r>
            <a:endParaRPr lang="en-US" altLang="zh-CN" b="1" dirty="0">
              <a:solidFill>
                <a:schemeClr val="accent1"/>
              </a:solidFill>
              <a:latin typeface="微软雅黑" panose="020B0503020204020204" pitchFamily="34" charset="-122"/>
              <a:ea typeface="微软雅黑" panose="020B0503020204020204" pitchFamily="34" charset="-122"/>
            </a:endParaRPr>
          </a:p>
          <a:p>
            <a:pPr>
              <a:lnSpc>
                <a:spcPct val="125000"/>
              </a:lnSpc>
            </a:pPr>
            <a:r>
              <a:rPr lang="zh-CN" altLang="en-US" dirty="0">
                <a:latin typeface="微软雅黑" panose="020B0503020204020204" pitchFamily="34" charset="-122"/>
                <a:ea typeface="微软雅黑" panose="020B0503020204020204" pitchFamily="34" charset="-122"/>
              </a:rPr>
              <a:t>软件开发过程中涉及的所有文件系统对象，包括文件、目录、链接</a:t>
            </a:r>
            <a:endParaRPr lang="en-US" altLang="zh-CN" dirty="0">
              <a:latin typeface="微软雅黑" panose="020B0503020204020204" pitchFamily="34" charset="-122"/>
              <a:ea typeface="微软雅黑" panose="020B0503020204020204" pitchFamily="34" charset="-122"/>
            </a:endParaRPr>
          </a:p>
        </p:txBody>
      </p:sp>
      <p:sp>
        <p:nvSpPr>
          <p:cNvPr id="9" name="矩形 8"/>
          <p:cNvSpPr/>
          <p:nvPr/>
        </p:nvSpPr>
        <p:spPr>
          <a:xfrm>
            <a:off x="982639" y="4034836"/>
            <a:ext cx="9863552" cy="1099468"/>
          </a:xfrm>
          <a:prstGeom prst="rect">
            <a:avLst/>
          </a:prstGeom>
        </p:spPr>
        <p:txBody>
          <a:bodyPr wrap="square">
            <a:spAutoFit/>
          </a:bodyPr>
          <a:lstStyle/>
          <a:p>
            <a:pPr marL="285750" indent="-285750">
              <a:lnSpc>
                <a:spcPct val="125000"/>
              </a:lnSpc>
              <a:buFont typeface="Wingdings" panose="05000000000000000000" pitchFamily="2" charset="2"/>
              <a:buChar char="n"/>
            </a:pPr>
            <a:r>
              <a:rPr lang="zh-CN" altLang="en-US" b="1" dirty="0">
                <a:solidFill>
                  <a:schemeClr val="accent1"/>
                </a:solidFill>
                <a:latin typeface="微软雅黑" panose="020B0503020204020204" pitchFamily="34" charset="-122"/>
                <a:ea typeface="微软雅黑" panose="020B0503020204020204" pitchFamily="34" charset="-122"/>
              </a:rPr>
              <a:t>版本控制的目的</a:t>
            </a:r>
            <a:endParaRPr lang="en-US" altLang="zh-CN" b="1" dirty="0">
              <a:solidFill>
                <a:schemeClr val="accent1"/>
              </a:solidFill>
              <a:latin typeface="微软雅黑" panose="020B0503020204020204" pitchFamily="34" charset="-122"/>
              <a:ea typeface="微软雅黑" panose="020B0503020204020204" pitchFamily="34" charset="-122"/>
            </a:endParaRPr>
          </a:p>
          <a:p>
            <a:pPr>
              <a:lnSpc>
                <a:spcPct val="125000"/>
              </a:lnSpc>
            </a:pPr>
            <a:r>
              <a:rPr lang="zh-CN" altLang="en-US" dirty="0">
                <a:latin typeface="微软雅黑" panose="020B0503020204020204" pitchFamily="34" charset="-122"/>
                <a:ea typeface="微软雅黑" panose="020B0503020204020204" pitchFamily="34" charset="-122"/>
              </a:rPr>
              <a:t>对软件开发进程中文件或目录的发展过程提供有效的追踪手段，保证在需要时可以回到旧的版本，避免文件的丢失、修改的丢失和相互覆盖</a:t>
            </a:r>
            <a:endParaRPr lang="en-US" altLang="zh-CN" dirty="0">
              <a:latin typeface="微软雅黑" panose="020B0503020204020204" pitchFamily="34" charset="-122"/>
              <a:ea typeface="微软雅黑" panose="020B0503020204020204" pitchFamily="34" charset="-122"/>
            </a:endParaRPr>
          </a:p>
        </p:txBody>
      </p:sp>
      <p:sp>
        <p:nvSpPr>
          <p:cNvPr id="10" name="矩形 9"/>
          <p:cNvSpPr/>
          <p:nvPr/>
        </p:nvSpPr>
        <p:spPr>
          <a:xfrm>
            <a:off x="982639" y="5285460"/>
            <a:ext cx="9863552" cy="406971"/>
          </a:xfrm>
          <a:prstGeom prst="rect">
            <a:avLst/>
          </a:prstGeom>
        </p:spPr>
        <p:txBody>
          <a:bodyPr wrap="square">
            <a:spAutoFit/>
          </a:bodyPr>
          <a:lstStyle/>
          <a:p>
            <a:pPr marL="285750" indent="-285750">
              <a:lnSpc>
                <a:spcPct val="125000"/>
              </a:lnSpc>
              <a:buFont typeface="Wingdings" panose="05000000000000000000" pitchFamily="2" charset="2"/>
              <a:buChar char="n"/>
            </a:pPr>
            <a:r>
              <a:rPr lang="zh-CN" altLang="en-US" b="1" dirty="0">
                <a:solidFill>
                  <a:schemeClr val="accent1"/>
                </a:solidFill>
                <a:latin typeface="微软雅黑" panose="020B0503020204020204" pitchFamily="34" charset="-122"/>
                <a:ea typeface="微软雅黑" panose="020B0503020204020204" pitchFamily="34" charset="-122"/>
              </a:rPr>
              <a:t>版本控制是实现团队并行开发、提高开发效率的基础</a:t>
            </a:r>
            <a:endParaRPr lang="en-US" altLang="zh-CN" b="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500"/>
                                        <p:tgtEl>
                                          <p:spTgt spid="15"/>
                                        </p:tgtEl>
                                      </p:cBhvr>
                                    </p:animEffect>
                                    <p:anim calcmode="lin" valueType="num">
                                      <p:cBhvr>
                                        <p:cTn id="8" dur="1500" fill="hold"/>
                                        <p:tgtEl>
                                          <p:spTgt spid="15"/>
                                        </p:tgtEl>
                                        <p:attrNameLst>
                                          <p:attrName>style.rotation</p:attrName>
                                        </p:attrNameLst>
                                      </p:cBhvr>
                                      <p:tavLst>
                                        <p:tav tm="0">
                                          <p:val>
                                            <p:fltVal val="720"/>
                                          </p:val>
                                        </p:tav>
                                        <p:tav tm="100000">
                                          <p:val>
                                            <p:fltVal val="0"/>
                                          </p:val>
                                        </p:tav>
                                      </p:tavLst>
                                    </p:anim>
                                    <p:anim calcmode="lin" valueType="num">
                                      <p:cBhvr>
                                        <p:cTn id="9" dur="1500" fill="hold"/>
                                        <p:tgtEl>
                                          <p:spTgt spid="15"/>
                                        </p:tgtEl>
                                        <p:attrNameLst>
                                          <p:attrName>ppt_h</p:attrName>
                                        </p:attrNameLst>
                                      </p:cBhvr>
                                      <p:tavLst>
                                        <p:tav tm="0">
                                          <p:val>
                                            <p:fltVal val="0"/>
                                          </p:val>
                                        </p:tav>
                                        <p:tav tm="100000">
                                          <p:val>
                                            <p:strVal val="#ppt_h"/>
                                          </p:val>
                                        </p:tav>
                                      </p:tavLst>
                                    </p:anim>
                                    <p:anim calcmode="lin" valueType="num">
                                      <p:cBhvr>
                                        <p:cTn id="10" dur="1500" fill="hold"/>
                                        <p:tgtEl>
                                          <p:spTgt spid="15"/>
                                        </p:tgtEl>
                                        <p:attrNameLst>
                                          <p:attrName>ppt_w</p:attrName>
                                        </p:attrNameLst>
                                      </p:cBhvr>
                                      <p:tavLst>
                                        <p:tav tm="0">
                                          <p:val>
                                            <p:fltVal val="0"/>
                                          </p:val>
                                        </p:tav>
                                        <p:tav tm="100000">
                                          <p:val>
                                            <p:strVal val="#ppt_w"/>
                                          </p:val>
                                        </p:tav>
                                      </p:tavLst>
                                    </p:anim>
                                  </p:childTnLst>
                                </p:cTn>
                              </p:par>
                            </p:childTnLst>
                          </p:cTn>
                        </p:par>
                        <p:par>
                          <p:cTn id="11" fill="hold">
                            <p:stCondLst>
                              <p:cond delay="1500"/>
                            </p:stCondLst>
                            <p:childTnLst>
                              <p:par>
                                <p:cTn id="12" presetID="10" presetClass="entr" presetSubtype="0" fill="hold" grpId="0" nodeType="afterEffect">
                                  <p:stCondLst>
                                    <p:cond delay="0"/>
                                  </p:stCondLst>
                                  <p:iterate type="lt">
                                    <p:tmPct val="10000"/>
                                  </p:iterate>
                                  <p:childTnLst>
                                    <p:set>
                                      <p:cBhvr>
                                        <p:cTn id="13" dur="1" fill="hold">
                                          <p:stCondLst>
                                            <p:cond delay="0"/>
                                          </p:stCondLst>
                                        </p:cTn>
                                        <p:tgtEl>
                                          <p:spTgt spid="14"/>
                                        </p:tgtEl>
                                        <p:attrNameLst>
                                          <p:attrName>style.visibility</p:attrName>
                                        </p:attrNameLst>
                                      </p:cBhvr>
                                      <p:to>
                                        <p:strVal val="visible"/>
                                      </p:to>
                                    </p:set>
                                    <p:animEffect transition="in" filter="fade">
                                      <p:cBhvr>
                                        <p:cTn id="14" dur="500"/>
                                        <p:tgtEl>
                                          <p:spTgt spid="14"/>
                                        </p:tgtEl>
                                      </p:cBhvr>
                                    </p:animEffect>
                                  </p:childTnLst>
                                </p:cTn>
                              </p:par>
                              <p:par>
                                <p:cTn id="15" presetID="10" presetClass="entr" presetSubtype="0" fill="hold" grpId="0" nodeType="withEffect">
                                  <p:stCondLst>
                                    <p:cond delay="0"/>
                                  </p:stCondLst>
                                  <p:iterate type="lt">
                                    <p:tmPct val="10000"/>
                                  </p:iterate>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grpId="0" nodeType="withEffect">
                                  <p:stCondLst>
                                    <p:cond delay="0"/>
                                  </p:stCondLst>
                                  <p:iterate type="lt">
                                    <p:tmPct val="10000"/>
                                  </p:iterate>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par>
                                <p:cTn id="21" presetID="10" presetClass="entr" presetSubtype="0" fill="hold" grpId="0" nodeType="withEffect">
                                  <p:stCondLst>
                                    <p:cond delay="0"/>
                                  </p:stCondLst>
                                  <p:iterate type="lt">
                                    <p:tmPct val="10000"/>
                                  </p:iterate>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par>
                                <p:cTn id="24" presetID="10" presetClass="entr" presetSubtype="0" fill="hold" grpId="0" nodeType="withEffect">
                                  <p:stCondLst>
                                    <p:cond delay="0"/>
                                  </p:stCondLst>
                                  <p:iterate type="lt">
                                    <p:tmPct val="10000"/>
                                  </p:iterate>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animBg="1"/>
      <p:bldP spid="7" grpId="0"/>
      <p:bldP spid="8" grpId="0"/>
      <p:bldP spid="9" grpId="0"/>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229719"/>
            <a:ext cx="982639" cy="4663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982639" y="295927"/>
            <a:ext cx="4012442" cy="400110"/>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配置管理的目标</a:t>
            </a:r>
            <a:endParaRPr lang="en-US" altLang="zh-CN" sz="2000" dirty="0">
              <a:latin typeface="微软雅黑" panose="020B0503020204020204" pitchFamily="34" charset="-122"/>
              <a:ea typeface="微软雅黑" panose="020B0503020204020204" pitchFamily="34" charset="-122"/>
            </a:endParaRPr>
          </a:p>
        </p:txBody>
      </p:sp>
      <p:sp>
        <p:nvSpPr>
          <p:cNvPr id="14" name="文本框 13"/>
          <p:cNvSpPr txBox="1"/>
          <p:nvPr/>
        </p:nvSpPr>
        <p:spPr>
          <a:xfrm>
            <a:off x="721515" y="1128982"/>
            <a:ext cx="11242436" cy="369332"/>
          </a:xfrm>
          <a:prstGeom prst="rect">
            <a:avLst/>
          </a:prstGeom>
          <a:noFill/>
        </p:spPr>
        <p:txBody>
          <a:bodyPr wrap="square" rtlCol="0">
            <a:spAutoFit/>
          </a:bodyPr>
          <a:lstStyle/>
          <a:p>
            <a:r>
              <a:rPr lang="zh-CN" altLang="en-US" b="1" dirty="0">
                <a:solidFill>
                  <a:schemeClr val="accent1"/>
                </a:solidFill>
                <a:latin typeface="微软雅黑" panose="020B0503020204020204" pitchFamily="34" charset="-122"/>
                <a:ea typeface="微软雅黑" panose="020B0503020204020204" pitchFamily="34" charset="-122"/>
              </a:rPr>
              <a:t>工作空间管理</a:t>
            </a:r>
            <a:endParaRPr lang="zh-CN" altLang="en-US" dirty="0">
              <a:latin typeface="微软雅黑" panose="020B0503020204020204" pitchFamily="34" charset="-122"/>
              <a:ea typeface="微软雅黑" panose="020B0503020204020204" pitchFamily="34" charset="-122"/>
            </a:endParaRPr>
          </a:p>
        </p:txBody>
      </p:sp>
      <p:sp>
        <p:nvSpPr>
          <p:cNvPr id="15" name="矩形 14"/>
          <p:cNvSpPr/>
          <p:nvPr/>
        </p:nvSpPr>
        <p:spPr>
          <a:xfrm>
            <a:off x="649515" y="1201639"/>
            <a:ext cx="72000" cy="21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982639" y="1744608"/>
            <a:ext cx="9863552" cy="1099468"/>
          </a:xfrm>
          <a:prstGeom prst="rect">
            <a:avLst/>
          </a:prstGeom>
        </p:spPr>
        <p:txBody>
          <a:bodyPr wrap="square">
            <a:spAutoFit/>
          </a:bodyPr>
          <a:lstStyle/>
          <a:p>
            <a:pPr marL="285750" indent="-285750">
              <a:lnSpc>
                <a:spcPct val="125000"/>
              </a:lnSpc>
              <a:buFont typeface="Wingdings" panose="05000000000000000000" pitchFamily="2" charset="2"/>
              <a:buChar char="n"/>
            </a:pPr>
            <a:r>
              <a:rPr lang="zh-CN" altLang="en-US" b="1" dirty="0">
                <a:solidFill>
                  <a:schemeClr val="accent1"/>
                </a:solidFill>
                <a:latin typeface="微软雅黑" panose="020B0503020204020204" pitchFamily="34" charset="-122"/>
                <a:ea typeface="微软雅黑" panose="020B0503020204020204" pitchFamily="34" charset="-122"/>
              </a:rPr>
              <a:t>工作空间</a:t>
            </a:r>
            <a:endParaRPr lang="en-US" altLang="zh-CN" b="1" dirty="0">
              <a:solidFill>
                <a:schemeClr val="accent1"/>
              </a:solidFill>
              <a:latin typeface="微软雅黑" panose="020B0503020204020204" pitchFamily="34" charset="-122"/>
              <a:ea typeface="微软雅黑" panose="020B0503020204020204" pitchFamily="34" charset="-122"/>
            </a:endParaRPr>
          </a:p>
          <a:p>
            <a:pPr>
              <a:lnSpc>
                <a:spcPct val="125000"/>
              </a:lnSpc>
            </a:pPr>
            <a:r>
              <a:rPr lang="zh-CN" altLang="en-US" dirty="0">
                <a:latin typeface="微软雅黑" panose="020B0503020204020204" pitchFamily="34" charset="-122"/>
                <a:ea typeface="微软雅黑" panose="020B0503020204020204" pitchFamily="34" charset="-122"/>
              </a:rPr>
              <a:t>为了完成特定的开发任务（开发新功能、进行软件测试、修复</a:t>
            </a:r>
            <a:r>
              <a:rPr lang="en-US" altLang="zh-CN" dirty="0">
                <a:latin typeface="微软雅黑" panose="020B0503020204020204" pitchFamily="34" charset="-122"/>
                <a:ea typeface="微软雅黑" panose="020B0503020204020204" pitchFamily="34" charset="-122"/>
              </a:rPr>
              <a:t>BUG</a:t>
            </a:r>
            <a:r>
              <a:rPr lang="zh-CN" altLang="en-US" dirty="0">
                <a:latin typeface="微软雅黑" panose="020B0503020204020204" pitchFamily="34" charset="-122"/>
                <a:ea typeface="微软雅黑" panose="020B0503020204020204" pitchFamily="34" charset="-122"/>
              </a:rPr>
              <a:t>），从版本库中选择一组正确的文件</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目录的正确版本拷贝到开发人员的开发环境</a:t>
            </a:r>
            <a:endParaRPr lang="en-US" altLang="zh-CN" dirty="0">
              <a:latin typeface="微软雅黑" panose="020B0503020204020204" pitchFamily="34" charset="-122"/>
              <a:ea typeface="微软雅黑" panose="020B0503020204020204" pitchFamily="34" charset="-122"/>
            </a:endParaRPr>
          </a:p>
        </p:txBody>
      </p:sp>
      <p:sp>
        <p:nvSpPr>
          <p:cNvPr id="8" name="矩形 7"/>
          <p:cNvSpPr/>
          <p:nvPr/>
        </p:nvSpPr>
        <p:spPr>
          <a:xfrm>
            <a:off x="982639" y="2882688"/>
            <a:ext cx="9863552" cy="753220"/>
          </a:xfrm>
          <a:prstGeom prst="rect">
            <a:avLst/>
          </a:prstGeom>
        </p:spPr>
        <p:txBody>
          <a:bodyPr wrap="square">
            <a:spAutoFit/>
          </a:bodyPr>
          <a:lstStyle/>
          <a:p>
            <a:pPr marL="285750" indent="-285750">
              <a:lnSpc>
                <a:spcPct val="125000"/>
              </a:lnSpc>
              <a:buFont typeface="Wingdings" panose="05000000000000000000" pitchFamily="2" charset="2"/>
              <a:buChar char="n"/>
            </a:pPr>
            <a:r>
              <a:rPr lang="zh-CN" altLang="en-US" b="1" dirty="0">
                <a:solidFill>
                  <a:schemeClr val="accent1"/>
                </a:solidFill>
                <a:latin typeface="微软雅黑" panose="020B0503020204020204" pitchFamily="34" charset="-122"/>
                <a:ea typeface="微软雅黑" panose="020B0503020204020204" pitchFamily="34" charset="-122"/>
              </a:rPr>
              <a:t>开发人员的私有空间</a:t>
            </a:r>
            <a:endParaRPr lang="en-US" altLang="zh-CN" b="1" dirty="0">
              <a:solidFill>
                <a:schemeClr val="accent1"/>
              </a:solidFill>
              <a:latin typeface="微软雅黑" panose="020B0503020204020204" pitchFamily="34" charset="-122"/>
              <a:ea typeface="微软雅黑" panose="020B0503020204020204" pitchFamily="34" charset="-122"/>
            </a:endParaRPr>
          </a:p>
          <a:p>
            <a:pPr>
              <a:lnSpc>
                <a:spcPct val="125000"/>
              </a:lnSpc>
            </a:pPr>
            <a:r>
              <a:rPr lang="zh-CN" altLang="en-US" dirty="0">
                <a:latin typeface="微软雅黑" panose="020B0503020204020204" pitchFamily="34" charset="-122"/>
                <a:ea typeface="微软雅黑" panose="020B0503020204020204" pitchFamily="34" charset="-122"/>
              </a:rPr>
              <a:t>独立地编写测试自己的代码</a:t>
            </a:r>
            <a:endParaRPr lang="en-US" altLang="zh-CN" dirty="0">
              <a:latin typeface="微软雅黑" panose="020B0503020204020204" pitchFamily="34" charset="-122"/>
              <a:ea typeface="微软雅黑" panose="020B0503020204020204" pitchFamily="34" charset="-122"/>
            </a:endParaRPr>
          </a:p>
        </p:txBody>
      </p:sp>
      <p:sp>
        <p:nvSpPr>
          <p:cNvPr id="9" name="矩形 8"/>
          <p:cNvSpPr/>
          <p:nvPr/>
        </p:nvSpPr>
        <p:spPr>
          <a:xfrm>
            <a:off x="982639" y="4034836"/>
            <a:ext cx="9863552" cy="753220"/>
          </a:xfrm>
          <a:prstGeom prst="rect">
            <a:avLst/>
          </a:prstGeom>
        </p:spPr>
        <p:txBody>
          <a:bodyPr wrap="square">
            <a:spAutoFit/>
          </a:bodyPr>
          <a:lstStyle/>
          <a:p>
            <a:pPr marL="285750" indent="-285750">
              <a:lnSpc>
                <a:spcPct val="125000"/>
              </a:lnSpc>
              <a:buFont typeface="Wingdings" panose="05000000000000000000" pitchFamily="2" charset="2"/>
              <a:buChar char="n"/>
            </a:pPr>
            <a:r>
              <a:rPr lang="zh-CN" altLang="en-US" b="1" dirty="0">
                <a:solidFill>
                  <a:schemeClr val="accent1"/>
                </a:solidFill>
                <a:latin typeface="微软雅黑" panose="020B0503020204020204" pitchFamily="34" charset="-122"/>
                <a:ea typeface="微软雅黑" panose="020B0503020204020204" pitchFamily="34" charset="-122"/>
              </a:rPr>
              <a:t>团队共享的集成空间</a:t>
            </a:r>
            <a:endParaRPr lang="en-US" altLang="zh-CN" b="1" dirty="0">
              <a:solidFill>
                <a:schemeClr val="accent1"/>
              </a:solidFill>
              <a:latin typeface="微软雅黑" panose="020B0503020204020204" pitchFamily="34" charset="-122"/>
              <a:ea typeface="微软雅黑" panose="020B0503020204020204" pitchFamily="34" charset="-122"/>
            </a:endParaRPr>
          </a:p>
          <a:p>
            <a:pPr>
              <a:lnSpc>
                <a:spcPct val="125000"/>
              </a:lnSpc>
            </a:pPr>
            <a:r>
              <a:rPr lang="zh-CN" altLang="en-US" dirty="0">
                <a:latin typeface="微软雅黑" panose="020B0503020204020204" pitchFamily="34" charset="-122"/>
                <a:ea typeface="微软雅黑" panose="020B0503020204020204" pitchFamily="34" charset="-122"/>
              </a:rPr>
              <a:t>用于集成所有开发人员的开发成果，应当稳定、一致、透明</a:t>
            </a:r>
            <a:endParaRPr lang="en-US" altLang="zh-CN" dirty="0">
              <a:latin typeface="微软雅黑" panose="020B0503020204020204" pitchFamily="34" charset="-122"/>
              <a:ea typeface="微软雅黑" panose="020B0503020204020204" pitchFamily="34" charset="-122"/>
            </a:endParaRPr>
          </a:p>
        </p:txBody>
      </p:sp>
      <p:sp>
        <p:nvSpPr>
          <p:cNvPr id="10" name="矩形 9"/>
          <p:cNvSpPr/>
          <p:nvPr/>
        </p:nvSpPr>
        <p:spPr>
          <a:xfrm>
            <a:off x="982639" y="5285460"/>
            <a:ext cx="9863552" cy="1099468"/>
          </a:xfrm>
          <a:prstGeom prst="rect">
            <a:avLst/>
          </a:prstGeom>
        </p:spPr>
        <p:txBody>
          <a:bodyPr wrap="square">
            <a:spAutoFit/>
          </a:bodyPr>
          <a:lstStyle/>
          <a:p>
            <a:pPr marL="285750" indent="-285750">
              <a:lnSpc>
                <a:spcPct val="125000"/>
              </a:lnSpc>
              <a:buFont typeface="Wingdings" panose="05000000000000000000" pitchFamily="2" charset="2"/>
              <a:buChar char="n"/>
            </a:pPr>
            <a:r>
              <a:rPr lang="zh-CN" altLang="en-US" b="1" dirty="0">
                <a:solidFill>
                  <a:schemeClr val="accent1"/>
                </a:solidFill>
                <a:latin typeface="微软雅黑" panose="020B0503020204020204" pitchFamily="34" charset="-122"/>
                <a:ea typeface="微软雅黑" panose="020B0503020204020204" pitchFamily="34" charset="-122"/>
              </a:rPr>
              <a:t>工作空间管理</a:t>
            </a:r>
            <a:endParaRPr lang="en-US" altLang="zh-CN" b="1" dirty="0">
              <a:solidFill>
                <a:schemeClr val="accent1"/>
              </a:solidFill>
              <a:latin typeface="微软雅黑" panose="020B0503020204020204" pitchFamily="34" charset="-122"/>
              <a:ea typeface="微软雅黑" panose="020B0503020204020204" pitchFamily="34" charset="-122"/>
            </a:endParaRPr>
          </a:p>
          <a:p>
            <a:pPr>
              <a:lnSpc>
                <a:spcPct val="125000"/>
              </a:lnSpc>
            </a:pPr>
            <a:r>
              <a:rPr lang="zh-CN" altLang="en-US" dirty="0">
                <a:latin typeface="微软雅黑" panose="020B0503020204020204" pitchFamily="34" charset="-122"/>
                <a:ea typeface="微软雅黑" panose="020B0503020204020204" pitchFamily="34" charset="-122"/>
              </a:rPr>
              <a:t>工作空间的创建、维护、更新、删除</a:t>
            </a:r>
            <a:endParaRPr lang="en-US" altLang="zh-CN" dirty="0">
              <a:latin typeface="微软雅黑" panose="020B0503020204020204" pitchFamily="34" charset="-122"/>
              <a:ea typeface="微软雅黑" panose="020B0503020204020204" pitchFamily="34" charset="-122"/>
            </a:endParaRPr>
          </a:p>
          <a:p>
            <a:pPr>
              <a:lnSpc>
                <a:spcPct val="125000"/>
              </a:lnSpc>
            </a:pPr>
            <a:endParaRPr lang="en-US" altLang="zh-CN" b="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500"/>
                                        <p:tgtEl>
                                          <p:spTgt spid="15"/>
                                        </p:tgtEl>
                                      </p:cBhvr>
                                    </p:animEffect>
                                    <p:anim calcmode="lin" valueType="num">
                                      <p:cBhvr>
                                        <p:cTn id="8" dur="1500" fill="hold"/>
                                        <p:tgtEl>
                                          <p:spTgt spid="15"/>
                                        </p:tgtEl>
                                        <p:attrNameLst>
                                          <p:attrName>style.rotation</p:attrName>
                                        </p:attrNameLst>
                                      </p:cBhvr>
                                      <p:tavLst>
                                        <p:tav tm="0">
                                          <p:val>
                                            <p:fltVal val="720"/>
                                          </p:val>
                                        </p:tav>
                                        <p:tav tm="100000">
                                          <p:val>
                                            <p:fltVal val="0"/>
                                          </p:val>
                                        </p:tav>
                                      </p:tavLst>
                                    </p:anim>
                                    <p:anim calcmode="lin" valueType="num">
                                      <p:cBhvr>
                                        <p:cTn id="9" dur="1500" fill="hold"/>
                                        <p:tgtEl>
                                          <p:spTgt spid="15"/>
                                        </p:tgtEl>
                                        <p:attrNameLst>
                                          <p:attrName>ppt_h</p:attrName>
                                        </p:attrNameLst>
                                      </p:cBhvr>
                                      <p:tavLst>
                                        <p:tav tm="0">
                                          <p:val>
                                            <p:fltVal val="0"/>
                                          </p:val>
                                        </p:tav>
                                        <p:tav tm="100000">
                                          <p:val>
                                            <p:strVal val="#ppt_h"/>
                                          </p:val>
                                        </p:tav>
                                      </p:tavLst>
                                    </p:anim>
                                    <p:anim calcmode="lin" valueType="num">
                                      <p:cBhvr>
                                        <p:cTn id="10" dur="1500" fill="hold"/>
                                        <p:tgtEl>
                                          <p:spTgt spid="15"/>
                                        </p:tgtEl>
                                        <p:attrNameLst>
                                          <p:attrName>ppt_w</p:attrName>
                                        </p:attrNameLst>
                                      </p:cBhvr>
                                      <p:tavLst>
                                        <p:tav tm="0">
                                          <p:val>
                                            <p:fltVal val="0"/>
                                          </p:val>
                                        </p:tav>
                                        <p:tav tm="100000">
                                          <p:val>
                                            <p:strVal val="#ppt_w"/>
                                          </p:val>
                                        </p:tav>
                                      </p:tavLst>
                                    </p:anim>
                                  </p:childTnLst>
                                </p:cTn>
                              </p:par>
                            </p:childTnLst>
                          </p:cTn>
                        </p:par>
                        <p:par>
                          <p:cTn id="11" fill="hold">
                            <p:stCondLst>
                              <p:cond delay="1500"/>
                            </p:stCondLst>
                            <p:childTnLst>
                              <p:par>
                                <p:cTn id="12" presetID="10" presetClass="entr" presetSubtype="0" fill="hold" grpId="0" nodeType="afterEffect">
                                  <p:stCondLst>
                                    <p:cond delay="0"/>
                                  </p:stCondLst>
                                  <p:iterate type="lt">
                                    <p:tmPct val="10000"/>
                                  </p:iterate>
                                  <p:childTnLst>
                                    <p:set>
                                      <p:cBhvr>
                                        <p:cTn id="13" dur="1" fill="hold">
                                          <p:stCondLst>
                                            <p:cond delay="0"/>
                                          </p:stCondLst>
                                        </p:cTn>
                                        <p:tgtEl>
                                          <p:spTgt spid="14"/>
                                        </p:tgtEl>
                                        <p:attrNameLst>
                                          <p:attrName>style.visibility</p:attrName>
                                        </p:attrNameLst>
                                      </p:cBhvr>
                                      <p:to>
                                        <p:strVal val="visible"/>
                                      </p:to>
                                    </p:set>
                                    <p:animEffect transition="in" filter="fade">
                                      <p:cBhvr>
                                        <p:cTn id="14" dur="500"/>
                                        <p:tgtEl>
                                          <p:spTgt spid="14"/>
                                        </p:tgtEl>
                                      </p:cBhvr>
                                    </p:animEffect>
                                  </p:childTnLst>
                                </p:cTn>
                              </p:par>
                              <p:par>
                                <p:cTn id="15" presetID="10" presetClass="entr" presetSubtype="0" fill="hold" grpId="0" nodeType="withEffect">
                                  <p:stCondLst>
                                    <p:cond delay="0"/>
                                  </p:stCondLst>
                                  <p:iterate type="lt">
                                    <p:tmPct val="10000"/>
                                  </p:iterate>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grpId="0" nodeType="withEffect">
                                  <p:stCondLst>
                                    <p:cond delay="0"/>
                                  </p:stCondLst>
                                  <p:iterate type="lt">
                                    <p:tmPct val="10000"/>
                                  </p:iterate>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par>
                                <p:cTn id="21" presetID="10" presetClass="entr" presetSubtype="0" fill="hold" grpId="0" nodeType="withEffect">
                                  <p:stCondLst>
                                    <p:cond delay="0"/>
                                  </p:stCondLst>
                                  <p:iterate type="lt">
                                    <p:tmPct val="10000"/>
                                  </p:iterate>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par>
                                <p:cTn id="24" presetID="10" presetClass="entr" presetSubtype="0" fill="hold" grpId="0" nodeType="withEffect">
                                  <p:stCondLst>
                                    <p:cond delay="0"/>
                                  </p:stCondLst>
                                  <p:iterate type="lt">
                                    <p:tmPct val="10000"/>
                                  </p:iterate>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animBg="1"/>
      <p:bldP spid="7" grpId="0"/>
      <p:bldP spid="8" grpId="0"/>
      <p:bldP spid="9" grpId="0"/>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229719"/>
            <a:ext cx="982639" cy="4663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982639" y="295927"/>
            <a:ext cx="4012442" cy="400110"/>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配置管理的目标</a:t>
            </a:r>
            <a:endParaRPr lang="en-US" altLang="zh-CN" sz="2000" dirty="0">
              <a:latin typeface="微软雅黑" panose="020B0503020204020204" pitchFamily="34" charset="-122"/>
              <a:ea typeface="微软雅黑" panose="020B0503020204020204" pitchFamily="34" charset="-122"/>
            </a:endParaRPr>
          </a:p>
        </p:txBody>
      </p:sp>
      <p:sp>
        <p:nvSpPr>
          <p:cNvPr id="14" name="文本框 13"/>
          <p:cNvSpPr txBox="1"/>
          <p:nvPr/>
        </p:nvSpPr>
        <p:spPr>
          <a:xfrm>
            <a:off x="721515" y="1128982"/>
            <a:ext cx="11242436" cy="369332"/>
          </a:xfrm>
          <a:prstGeom prst="rect">
            <a:avLst/>
          </a:prstGeom>
          <a:noFill/>
        </p:spPr>
        <p:txBody>
          <a:bodyPr wrap="square" rtlCol="0">
            <a:spAutoFit/>
          </a:bodyPr>
          <a:lstStyle/>
          <a:p>
            <a:r>
              <a:rPr lang="zh-CN" altLang="en-US" b="1" dirty="0">
                <a:solidFill>
                  <a:schemeClr val="accent1"/>
                </a:solidFill>
                <a:latin typeface="微软雅黑" panose="020B0503020204020204" pitchFamily="34" charset="-122"/>
                <a:ea typeface="微软雅黑" panose="020B0503020204020204" pitchFamily="34" charset="-122"/>
              </a:rPr>
              <a:t>并行开发支持</a:t>
            </a:r>
            <a:endParaRPr lang="zh-CN" altLang="en-US" dirty="0">
              <a:latin typeface="微软雅黑" panose="020B0503020204020204" pitchFamily="34" charset="-122"/>
              <a:ea typeface="微软雅黑" panose="020B0503020204020204" pitchFamily="34" charset="-122"/>
            </a:endParaRPr>
          </a:p>
        </p:txBody>
      </p:sp>
      <p:sp>
        <p:nvSpPr>
          <p:cNvPr id="15" name="矩形 14"/>
          <p:cNvSpPr/>
          <p:nvPr/>
        </p:nvSpPr>
        <p:spPr>
          <a:xfrm>
            <a:off x="649515" y="1201639"/>
            <a:ext cx="72000" cy="21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982639" y="1744608"/>
            <a:ext cx="7556450" cy="1830437"/>
          </a:xfrm>
          <a:prstGeom prst="rect">
            <a:avLst/>
          </a:prstGeom>
        </p:spPr>
        <p:txBody>
          <a:bodyPr wrap="square">
            <a:spAutoFit/>
          </a:bodyPr>
          <a:lstStyle/>
          <a:p>
            <a:pPr marL="285750" indent="-285750">
              <a:lnSpc>
                <a:spcPct val="125000"/>
              </a:lnSpc>
              <a:buFont typeface="Wingdings" panose="05000000000000000000" pitchFamily="2" charset="2"/>
              <a:buChar char="n"/>
            </a:pPr>
            <a:r>
              <a:rPr lang="zh-CN" altLang="en-US" sz="2000" b="1" dirty="0">
                <a:solidFill>
                  <a:schemeClr val="accent1"/>
                </a:solidFill>
                <a:latin typeface="微软雅黑" panose="020B0503020204020204" pitchFamily="34" charset="-122"/>
                <a:ea typeface="微软雅黑" panose="020B0503020204020204" pitchFamily="34" charset="-122"/>
              </a:rPr>
              <a:t>灵活的分支机制</a:t>
            </a:r>
            <a:r>
              <a:rPr lang="zh-CN" altLang="en-US" sz="2000" b="1" dirty="0">
                <a:solidFill>
                  <a:srgbClr val="C00000"/>
                </a:solidFill>
                <a:latin typeface="微软雅黑" panose="020B0503020204020204" pitchFamily="34" charset="-122"/>
                <a:ea typeface="微软雅黑" panose="020B0503020204020204" pitchFamily="34" charset="-122"/>
              </a:rPr>
              <a:t> </a:t>
            </a:r>
            <a:endParaRPr lang="en-US" altLang="zh-CN" sz="2000" b="1" dirty="0">
              <a:solidFill>
                <a:srgbClr val="C00000"/>
              </a:solidFill>
              <a:latin typeface="微软雅黑" panose="020B0503020204020204" pitchFamily="34" charset="-122"/>
              <a:ea typeface="微软雅黑" panose="020B0503020204020204" pitchFamily="34" charset="-122"/>
            </a:endParaRPr>
          </a:p>
          <a:p>
            <a:pPr>
              <a:lnSpc>
                <a:spcPct val="125000"/>
              </a:lnSpc>
            </a:pPr>
            <a:r>
              <a:rPr lang="zh-CN" altLang="en-US" dirty="0">
                <a:latin typeface="微软雅黑" panose="020B0503020204020204" pitchFamily="34" charset="-122"/>
                <a:ea typeface="微软雅黑" panose="020B0503020204020204" pitchFamily="34" charset="-122"/>
              </a:rPr>
              <a:t>创建分支的过程实际上就是一个建立副本的过程，针对每个发布分别建立相应的分支，分支之间具备相对的独立性，这样不同的发布就可以在各自的分支上并行开发。在适当的时候，分支之间可以进行合并，从而实现将</a:t>
            </a:r>
            <a:r>
              <a:rPr lang="en-US" altLang="zh-CN" dirty="0">
                <a:latin typeface="微软雅黑" panose="020B0503020204020204" pitchFamily="34" charset="-122"/>
                <a:ea typeface="微软雅黑" panose="020B0503020204020204" pitchFamily="34" charset="-122"/>
              </a:rPr>
              <a:t>Release1</a:t>
            </a:r>
            <a:r>
              <a:rPr lang="zh-CN" altLang="en-US" dirty="0">
                <a:latin typeface="微软雅黑" panose="020B0503020204020204" pitchFamily="34" charset="-122"/>
                <a:ea typeface="微软雅黑" panose="020B0503020204020204" pitchFamily="34" charset="-122"/>
              </a:rPr>
              <a:t>中后期开发的功能合并到</a:t>
            </a:r>
            <a:r>
              <a:rPr lang="en-US" altLang="zh-CN" dirty="0">
                <a:latin typeface="微软雅黑" panose="020B0503020204020204" pitchFamily="34" charset="-122"/>
                <a:ea typeface="微软雅黑" panose="020B0503020204020204" pitchFamily="34" charset="-122"/>
              </a:rPr>
              <a:t>Release2</a:t>
            </a:r>
            <a:r>
              <a:rPr lang="zh-CN" altLang="en-US" dirty="0">
                <a:latin typeface="微软雅黑" panose="020B0503020204020204" pitchFamily="34" charset="-122"/>
                <a:ea typeface="微软雅黑" panose="020B0503020204020204" pitchFamily="34" charset="-122"/>
              </a:rPr>
              <a:t>中</a:t>
            </a:r>
            <a:endParaRPr lang="en-US" altLang="zh-CN" dirty="0">
              <a:latin typeface="微软雅黑" panose="020B0503020204020204" pitchFamily="34" charset="-122"/>
              <a:ea typeface="微软雅黑" panose="020B0503020204020204" pitchFamily="34" charset="-122"/>
            </a:endParaRPr>
          </a:p>
        </p:txBody>
      </p:sp>
      <p:sp>
        <p:nvSpPr>
          <p:cNvPr id="9" name="矩形 8"/>
          <p:cNvSpPr/>
          <p:nvPr/>
        </p:nvSpPr>
        <p:spPr>
          <a:xfrm>
            <a:off x="982639" y="4034836"/>
            <a:ext cx="9863552" cy="753220"/>
          </a:xfrm>
          <a:prstGeom prst="rect">
            <a:avLst/>
          </a:prstGeom>
        </p:spPr>
        <p:txBody>
          <a:bodyPr wrap="square">
            <a:spAutoFit/>
          </a:bodyPr>
          <a:lstStyle/>
          <a:p>
            <a:pPr marL="285750" indent="-285750">
              <a:lnSpc>
                <a:spcPct val="125000"/>
              </a:lnSpc>
              <a:buFont typeface="Wingdings" panose="05000000000000000000" pitchFamily="2" charset="2"/>
              <a:buChar char="n"/>
            </a:pPr>
            <a:r>
              <a:rPr lang="zh-CN" altLang="en-US" b="1" dirty="0">
                <a:solidFill>
                  <a:schemeClr val="accent1"/>
                </a:solidFill>
                <a:latin typeface="微软雅黑" panose="020B0503020204020204" pitchFamily="34" charset="-122"/>
                <a:ea typeface="微软雅黑" panose="020B0503020204020204" pitchFamily="34" charset="-122"/>
              </a:rPr>
              <a:t>冲突解决</a:t>
            </a:r>
            <a:endParaRPr lang="en-US" altLang="zh-CN" b="1" dirty="0">
              <a:solidFill>
                <a:schemeClr val="accent1"/>
              </a:solidFill>
              <a:latin typeface="微软雅黑" panose="020B0503020204020204" pitchFamily="34" charset="-122"/>
              <a:ea typeface="微软雅黑" panose="020B0503020204020204" pitchFamily="34" charset="-122"/>
            </a:endParaRPr>
          </a:p>
          <a:p>
            <a:pPr>
              <a:lnSpc>
                <a:spcPct val="125000"/>
              </a:lnSpc>
            </a:pPr>
            <a:r>
              <a:rPr lang="zh-CN" altLang="en-US" dirty="0">
                <a:latin typeface="微软雅黑" panose="020B0503020204020204" pitchFamily="34" charset="-122"/>
                <a:ea typeface="微软雅黑" panose="020B0503020204020204" pitchFamily="34" charset="-122"/>
              </a:rPr>
              <a:t>后提交的版本与先提交的版本进行合并</a:t>
            </a:r>
            <a:endParaRPr lang="en-US" altLang="zh-CN" dirty="0">
              <a:latin typeface="微软雅黑" panose="020B0503020204020204" pitchFamily="34" charset="-122"/>
              <a:ea typeface="微软雅黑" panose="020B0503020204020204" pitchFamily="34" charset="-122"/>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500"/>
                                        <p:tgtEl>
                                          <p:spTgt spid="15"/>
                                        </p:tgtEl>
                                      </p:cBhvr>
                                    </p:animEffect>
                                    <p:anim calcmode="lin" valueType="num">
                                      <p:cBhvr>
                                        <p:cTn id="8" dur="1500" fill="hold"/>
                                        <p:tgtEl>
                                          <p:spTgt spid="15"/>
                                        </p:tgtEl>
                                        <p:attrNameLst>
                                          <p:attrName>style.rotation</p:attrName>
                                        </p:attrNameLst>
                                      </p:cBhvr>
                                      <p:tavLst>
                                        <p:tav tm="0">
                                          <p:val>
                                            <p:fltVal val="720"/>
                                          </p:val>
                                        </p:tav>
                                        <p:tav tm="100000">
                                          <p:val>
                                            <p:fltVal val="0"/>
                                          </p:val>
                                        </p:tav>
                                      </p:tavLst>
                                    </p:anim>
                                    <p:anim calcmode="lin" valueType="num">
                                      <p:cBhvr>
                                        <p:cTn id="9" dur="1500" fill="hold"/>
                                        <p:tgtEl>
                                          <p:spTgt spid="15"/>
                                        </p:tgtEl>
                                        <p:attrNameLst>
                                          <p:attrName>ppt_h</p:attrName>
                                        </p:attrNameLst>
                                      </p:cBhvr>
                                      <p:tavLst>
                                        <p:tav tm="0">
                                          <p:val>
                                            <p:fltVal val="0"/>
                                          </p:val>
                                        </p:tav>
                                        <p:tav tm="100000">
                                          <p:val>
                                            <p:strVal val="#ppt_h"/>
                                          </p:val>
                                        </p:tav>
                                      </p:tavLst>
                                    </p:anim>
                                    <p:anim calcmode="lin" valueType="num">
                                      <p:cBhvr>
                                        <p:cTn id="10" dur="1500" fill="hold"/>
                                        <p:tgtEl>
                                          <p:spTgt spid="15"/>
                                        </p:tgtEl>
                                        <p:attrNameLst>
                                          <p:attrName>ppt_w</p:attrName>
                                        </p:attrNameLst>
                                      </p:cBhvr>
                                      <p:tavLst>
                                        <p:tav tm="0">
                                          <p:val>
                                            <p:fltVal val="0"/>
                                          </p:val>
                                        </p:tav>
                                        <p:tav tm="100000">
                                          <p:val>
                                            <p:strVal val="#ppt_w"/>
                                          </p:val>
                                        </p:tav>
                                      </p:tavLst>
                                    </p:anim>
                                  </p:childTnLst>
                                </p:cTn>
                              </p:par>
                            </p:childTnLst>
                          </p:cTn>
                        </p:par>
                        <p:par>
                          <p:cTn id="11" fill="hold">
                            <p:stCondLst>
                              <p:cond delay="1500"/>
                            </p:stCondLst>
                            <p:childTnLst>
                              <p:par>
                                <p:cTn id="12" presetID="10" presetClass="entr" presetSubtype="0" fill="hold" grpId="0" nodeType="afterEffect">
                                  <p:stCondLst>
                                    <p:cond delay="0"/>
                                  </p:stCondLst>
                                  <p:iterate type="lt">
                                    <p:tmPct val="10000"/>
                                  </p:iterate>
                                  <p:childTnLst>
                                    <p:set>
                                      <p:cBhvr>
                                        <p:cTn id="13" dur="1" fill="hold">
                                          <p:stCondLst>
                                            <p:cond delay="0"/>
                                          </p:stCondLst>
                                        </p:cTn>
                                        <p:tgtEl>
                                          <p:spTgt spid="14"/>
                                        </p:tgtEl>
                                        <p:attrNameLst>
                                          <p:attrName>style.visibility</p:attrName>
                                        </p:attrNameLst>
                                      </p:cBhvr>
                                      <p:to>
                                        <p:strVal val="visible"/>
                                      </p:to>
                                    </p:set>
                                    <p:animEffect transition="in" filter="fade">
                                      <p:cBhvr>
                                        <p:cTn id="14" dur="500"/>
                                        <p:tgtEl>
                                          <p:spTgt spid="14"/>
                                        </p:tgtEl>
                                      </p:cBhvr>
                                    </p:animEffect>
                                  </p:childTnLst>
                                </p:cTn>
                              </p:par>
                              <p:par>
                                <p:cTn id="15" presetID="10" presetClass="entr" presetSubtype="0" fill="hold" grpId="0" nodeType="withEffect">
                                  <p:stCondLst>
                                    <p:cond delay="0"/>
                                  </p:stCondLst>
                                  <p:iterate type="lt">
                                    <p:tmPct val="10000"/>
                                  </p:iterate>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grpId="0" nodeType="withEffect">
                                  <p:stCondLst>
                                    <p:cond delay="0"/>
                                  </p:stCondLst>
                                  <p:iterate type="lt">
                                    <p:tmPct val="10000"/>
                                  </p:iterate>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animBg="1"/>
      <p:bldP spid="7" grpId="0"/>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229719"/>
            <a:ext cx="982639" cy="4663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982639" y="295927"/>
            <a:ext cx="4012442" cy="400110"/>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配置管理的目标</a:t>
            </a:r>
            <a:endParaRPr lang="en-US" altLang="zh-CN" sz="2000" dirty="0">
              <a:latin typeface="微软雅黑" panose="020B0503020204020204" pitchFamily="34" charset="-122"/>
              <a:ea typeface="微软雅黑" panose="020B0503020204020204" pitchFamily="34" charset="-122"/>
            </a:endParaRPr>
          </a:p>
        </p:txBody>
      </p:sp>
      <p:sp>
        <p:nvSpPr>
          <p:cNvPr id="14" name="文本框 13"/>
          <p:cNvSpPr txBox="1"/>
          <p:nvPr/>
        </p:nvSpPr>
        <p:spPr>
          <a:xfrm>
            <a:off x="721515" y="1128982"/>
            <a:ext cx="11242436" cy="369332"/>
          </a:xfrm>
          <a:prstGeom prst="rect">
            <a:avLst/>
          </a:prstGeom>
          <a:noFill/>
        </p:spPr>
        <p:txBody>
          <a:bodyPr wrap="square" rtlCol="0">
            <a:spAutoFit/>
          </a:bodyPr>
          <a:lstStyle/>
          <a:p>
            <a:r>
              <a:rPr lang="zh-CN" altLang="en-US" b="1" dirty="0">
                <a:solidFill>
                  <a:schemeClr val="accent1"/>
                </a:solidFill>
                <a:latin typeface="微软雅黑" panose="020B0503020204020204" pitchFamily="34" charset="-122"/>
                <a:ea typeface="微软雅黑" panose="020B0503020204020204" pitchFamily="34" charset="-122"/>
              </a:rPr>
              <a:t>异地开发支持</a:t>
            </a:r>
            <a:endParaRPr lang="zh-CN" altLang="en-US" dirty="0">
              <a:latin typeface="微软雅黑" panose="020B0503020204020204" pitchFamily="34" charset="-122"/>
              <a:ea typeface="微软雅黑" panose="020B0503020204020204" pitchFamily="34" charset="-122"/>
            </a:endParaRPr>
          </a:p>
        </p:txBody>
      </p:sp>
      <p:sp>
        <p:nvSpPr>
          <p:cNvPr id="15" name="矩形 14"/>
          <p:cNvSpPr/>
          <p:nvPr/>
        </p:nvSpPr>
        <p:spPr>
          <a:xfrm>
            <a:off x="649515" y="1201639"/>
            <a:ext cx="72000" cy="21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982638" y="1744608"/>
            <a:ext cx="8801441" cy="1137940"/>
          </a:xfrm>
          <a:prstGeom prst="rect">
            <a:avLst/>
          </a:prstGeom>
        </p:spPr>
        <p:txBody>
          <a:bodyPr wrap="square">
            <a:spAutoFit/>
          </a:bodyPr>
          <a:lstStyle/>
          <a:p>
            <a:pPr marL="285750" indent="-285750">
              <a:lnSpc>
                <a:spcPct val="125000"/>
              </a:lnSpc>
              <a:buFont typeface="Wingdings" panose="05000000000000000000" pitchFamily="2" charset="2"/>
              <a:buChar char="n"/>
            </a:pPr>
            <a:r>
              <a:rPr lang="zh-CN" altLang="en-US" sz="2000" b="1" dirty="0">
                <a:solidFill>
                  <a:schemeClr val="accent1"/>
                </a:solidFill>
                <a:latin typeface="微软雅黑" panose="020B0503020204020204" pitchFamily="34" charset="-122"/>
                <a:ea typeface="微软雅黑" panose="020B0503020204020204" pitchFamily="34" charset="-122"/>
              </a:rPr>
              <a:t>本地库难以支撑</a:t>
            </a:r>
            <a:r>
              <a:rPr lang="zh-CN" altLang="en-US" sz="2000" b="1" dirty="0">
                <a:solidFill>
                  <a:srgbClr val="C00000"/>
                </a:solidFill>
                <a:latin typeface="微软雅黑" panose="020B0503020204020204" pitchFamily="34" charset="-122"/>
                <a:ea typeface="微软雅黑" panose="020B0503020204020204" pitchFamily="34" charset="-122"/>
              </a:rPr>
              <a:t> </a:t>
            </a:r>
            <a:endParaRPr lang="en-US" altLang="zh-CN" sz="2000" b="1" dirty="0">
              <a:solidFill>
                <a:srgbClr val="C00000"/>
              </a:solidFill>
              <a:latin typeface="微软雅黑" panose="020B0503020204020204" pitchFamily="34" charset="-122"/>
              <a:ea typeface="微软雅黑" panose="020B0503020204020204" pitchFamily="34" charset="-122"/>
            </a:endParaRPr>
          </a:p>
          <a:p>
            <a:pPr>
              <a:lnSpc>
                <a:spcPct val="125000"/>
              </a:lnSpc>
            </a:pPr>
            <a:r>
              <a:rPr lang="zh-CN" altLang="en-US" dirty="0">
                <a:latin typeface="微软雅黑" panose="020B0503020204020204" pitchFamily="34" charset="-122"/>
                <a:ea typeface="微软雅黑" panose="020B0503020204020204" pitchFamily="34" charset="-122"/>
              </a:rPr>
              <a:t>由于广域网带宽等限制，大型项目的跨地域共同开发如果只使用一个本地库，那么对工作空间的更新将会花费大量的时间，增加发生冲突的可能性，降低团队开发效率</a:t>
            </a:r>
            <a:endParaRPr lang="en-US" altLang="zh-CN" dirty="0">
              <a:latin typeface="微软雅黑" panose="020B0503020204020204" pitchFamily="34" charset="-122"/>
              <a:ea typeface="微软雅黑" panose="020B0503020204020204" pitchFamily="34" charset="-122"/>
            </a:endParaRPr>
          </a:p>
        </p:txBody>
      </p:sp>
      <p:sp>
        <p:nvSpPr>
          <p:cNvPr id="9" name="矩形 8"/>
          <p:cNvSpPr/>
          <p:nvPr/>
        </p:nvSpPr>
        <p:spPr>
          <a:xfrm>
            <a:off x="982639" y="4034836"/>
            <a:ext cx="8801440" cy="1445717"/>
          </a:xfrm>
          <a:prstGeom prst="rect">
            <a:avLst/>
          </a:prstGeom>
        </p:spPr>
        <p:txBody>
          <a:bodyPr wrap="square">
            <a:spAutoFit/>
          </a:bodyPr>
          <a:lstStyle/>
          <a:p>
            <a:pPr marL="285750" indent="-285750">
              <a:lnSpc>
                <a:spcPct val="125000"/>
              </a:lnSpc>
              <a:buFont typeface="Wingdings" panose="05000000000000000000" pitchFamily="2" charset="2"/>
              <a:buChar char="n"/>
            </a:pPr>
            <a:r>
              <a:rPr lang="zh-CN" altLang="en-US" b="1" dirty="0">
                <a:solidFill>
                  <a:schemeClr val="accent1"/>
                </a:solidFill>
                <a:latin typeface="微软雅黑" panose="020B0503020204020204" pitchFamily="34" charset="-122"/>
                <a:ea typeface="微软雅黑" panose="020B0503020204020204" pitchFamily="34" charset="-122"/>
              </a:rPr>
              <a:t>多库存储</a:t>
            </a:r>
            <a:endParaRPr lang="en-US" altLang="zh-CN" b="1" dirty="0">
              <a:solidFill>
                <a:schemeClr val="accent1"/>
              </a:solidFill>
              <a:latin typeface="微软雅黑" panose="020B0503020204020204" pitchFamily="34" charset="-122"/>
              <a:ea typeface="微软雅黑" panose="020B0503020204020204" pitchFamily="34" charset="-122"/>
            </a:endParaRPr>
          </a:p>
          <a:p>
            <a:pPr>
              <a:lnSpc>
                <a:spcPct val="125000"/>
              </a:lnSpc>
            </a:pPr>
            <a:r>
              <a:rPr lang="zh-CN" altLang="en-US" dirty="0">
                <a:latin typeface="微软雅黑" panose="020B0503020204020204" pitchFamily="34" charset="-122"/>
                <a:ea typeface="微软雅黑" panose="020B0503020204020204" pitchFamily="34" charset="-122"/>
              </a:rPr>
              <a:t>对于位于多个工作地点的各个工作团队，采用分别建立本地库的方式，各个团队开发人员的日常开发工作应该是基于本地存取的方式，而多个本地库时间应按照一定规则进行同步更新。</a:t>
            </a:r>
            <a:endParaRPr lang="en-US" altLang="zh-CN" dirty="0">
              <a:latin typeface="微软雅黑" panose="020B0503020204020204" pitchFamily="34" charset="-122"/>
              <a:ea typeface="微软雅黑" panose="020B0503020204020204" pitchFamily="34" charset="-122"/>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500"/>
                                        <p:tgtEl>
                                          <p:spTgt spid="15"/>
                                        </p:tgtEl>
                                      </p:cBhvr>
                                    </p:animEffect>
                                    <p:anim calcmode="lin" valueType="num">
                                      <p:cBhvr>
                                        <p:cTn id="8" dur="1500" fill="hold"/>
                                        <p:tgtEl>
                                          <p:spTgt spid="15"/>
                                        </p:tgtEl>
                                        <p:attrNameLst>
                                          <p:attrName>style.rotation</p:attrName>
                                        </p:attrNameLst>
                                      </p:cBhvr>
                                      <p:tavLst>
                                        <p:tav tm="0">
                                          <p:val>
                                            <p:fltVal val="720"/>
                                          </p:val>
                                        </p:tav>
                                        <p:tav tm="100000">
                                          <p:val>
                                            <p:fltVal val="0"/>
                                          </p:val>
                                        </p:tav>
                                      </p:tavLst>
                                    </p:anim>
                                    <p:anim calcmode="lin" valueType="num">
                                      <p:cBhvr>
                                        <p:cTn id="9" dur="1500" fill="hold"/>
                                        <p:tgtEl>
                                          <p:spTgt spid="15"/>
                                        </p:tgtEl>
                                        <p:attrNameLst>
                                          <p:attrName>ppt_h</p:attrName>
                                        </p:attrNameLst>
                                      </p:cBhvr>
                                      <p:tavLst>
                                        <p:tav tm="0">
                                          <p:val>
                                            <p:fltVal val="0"/>
                                          </p:val>
                                        </p:tav>
                                        <p:tav tm="100000">
                                          <p:val>
                                            <p:strVal val="#ppt_h"/>
                                          </p:val>
                                        </p:tav>
                                      </p:tavLst>
                                    </p:anim>
                                    <p:anim calcmode="lin" valueType="num">
                                      <p:cBhvr>
                                        <p:cTn id="10" dur="1500" fill="hold"/>
                                        <p:tgtEl>
                                          <p:spTgt spid="15"/>
                                        </p:tgtEl>
                                        <p:attrNameLst>
                                          <p:attrName>ppt_w</p:attrName>
                                        </p:attrNameLst>
                                      </p:cBhvr>
                                      <p:tavLst>
                                        <p:tav tm="0">
                                          <p:val>
                                            <p:fltVal val="0"/>
                                          </p:val>
                                        </p:tav>
                                        <p:tav tm="100000">
                                          <p:val>
                                            <p:strVal val="#ppt_w"/>
                                          </p:val>
                                        </p:tav>
                                      </p:tavLst>
                                    </p:anim>
                                  </p:childTnLst>
                                </p:cTn>
                              </p:par>
                            </p:childTnLst>
                          </p:cTn>
                        </p:par>
                        <p:par>
                          <p:cTn id="11" fill="hold">
                            <p:stCondLst>
                              <p:cond delay="1500"/>
                            </p:stCondLst>
                            <p:childTnLst>
                              <p:par>
                                <p:cTn id="12" presetID="10" presetClass="entr" presetSubtype="0" fill="hold" grpId="0" nodeType="afterEffect">
                                  <p:stCondLst>
                                    <p:cond delay="0"/>
                                  </p:stCondLst>
                                  <p:iterate type="lt">
                                    <p:tmPct val="10000"/>
                                  </p:iterate>
                                  <p:childTnLst>
                                    <p:set>
                                      <p:cBhvr>
                                        <p:cTn id="13" dur="1" fill="hold">
                                          <p:stCondLst>
                                            <p:cond delay="0"/>
                                          </p:stCondLst>
                                        </p:cTn>
                                        <p:tgtEl>
                                          <p:spTgt spid="14"/>
                                        </p:tgtEl>
                                        <p:attrNameLst>
                                          <p:attrName>style.visibility</p:attrName>
                                        </p:attrNameLst>
                                      </p:cBhvr>
                                      <p:to>
                                        <p:strVal val="visible"/>
                                      </p:to>
                                    </p:set>
                                    <p:animEffect transition="in" filter="fade">
                                      <p:cBhvr>
                                        <p:cTn id="14" dur="500"/>
                                        <p:tgtEl>
                                          <p:spTgt spid="14"/>
                                        </p:tgtEl>
                                      </p:cBhvr>
                                    </p:animEffect>
                                  </p:childTnLst>
                                </p:cTn>
                              </p:par>
                              <p:par>
                                <p:cTn id="15" presetID="10" presetClass="entr" presetSubtype="0" fill="hold" grpId="0" nodeType="withEffect">
                                  <p:stCondLst>
                                    <p:cond delay="0"/>
                                  </p:stCondLst>
                                  <p:iterate type="lt">
                                    <p:tmPct val="10000"/>
                                  </p:iterate>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grpId="0" nodeType="withEffect">
                                  <p:stCondLst>
                                    <p:cond delay="0"/>
                                  </p:stCondLst>
                                  <p:iterate type="lt">
                                    <p:tmPct val="10000"/>
                                  </p:iterate>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animBg="1"/>
      <p:bldP spid="7" grpId="0"/>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229719"/>
            <a:ext cx="982639" cy="4663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982639" y="295927"/>
            <a:ext cx="4012442" cy="400110"/>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配置管理的目标</a:t>
            </a:r>
            <a:endParaRPr lang="en-US" altLang="zh-CN" sz="2000" dirty="0">
              <a:latin typeface="微软雅黑" panose="020B0503020204020204" pitchFamily="34" charset="-122"/>
              <a:ea typeface="微软雅黑" panose="020B0503020204020204" pitchFamily="34" charset="-122"/>
            </a:endParaRPr>
          </a:p>
        </p:txBody>
      </p:sp>
      <p:sp>
        <p:nvSpPr>
          <p:cNvPr id="14" name="文本框 13"/>
          <p:cNvSpPr txBox="1"/>
          <p:nvPr/>
        </p:nvSpPr>
        <p:spPr>
          <a:xfrm>
            <a:off x="721515" y="1128982"/>
            <a:ext cx="11242436" cy="369332"/>
          </a:xfrm>
          <a:prstGeom prst="rect">
            <a:avLst/>
          </a:prstGeom>
          <a:noFill/>
        </p:spPr>
        <p:txBody>
          <a:bodyPr wrap="square" rtlCol="0">
            <a:spAutoFit/>
          </a:bodyPr>
          <a:lstStyle/>
          <a:p>
            <a:r>
              <a:rPr lang="zh-CN" altLang="en-US" b="1" dirty="0">
                <a:solidFill>
                  <a:schemeClr val="accent1"/>
                </a:solidFill>
                <a:latin typeface="微软雅黑" panose="020B0503020204020204" pitchFamily="34" charset="-122"/>
                <a:ea typeface="微软雅黑" panose="020B0503020204020204" pitchFamily="34" charset="-122"/>
              </a:rPr>
              <a:t>变更请求管理</a:t>
            </a:r>
            <a:endParaRPr lang="zh-CN" altLang="en-US" dirty="0">
              <a:latin typeface="微软雅黑" panose="020B0503020204020204" pitchFamily="34" charset="-122"/>
              <a:ea typeface="微软雅黑" panose="020B0503020204020204" pitchFamily="34" charset="-122"/>
            </a:endParaRPr>
          </a:p>
        </p:txBody>
      </p:sp>
      <p:sp>
        <p:nvSpPr>
          <p:cNvPr id="15" name="矩形 14"/>
          <p:cNvSpPr/>
          <p:nvPr/>
        </p:nvSpPr>
        <p:spPr>
          <a:xfrm>
            <a:off x="649515" y="1201639"/>
            <a:ext cx="72000" cy="21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982638" y="1744608"/>
            <a:ext cx="8801441" cy="1484189"/>
          </a:xfrm>
          <a:prstGeom prst="rect">
            <a:avLst/>
          </a:prstGeom>
        </p:spPr>
        <p:txBody>
          <a:bodyPr wrap="square">
            <a:spAutoFit/>
          </a:bodyPr>
          <a:lstStyle/>
          <a:p>
            <a:pPr marL="285750" indent="-285750">
              <a:lnSpc>
                <a:spcPct val="125000"/>
              </a:lnSpc>
              <a:buFont typeface="Wingdings" panose="05000000000000000000" pitchFamily="2" charset="2"/>
              <a:buChar char="n"/>
            </a:pPr>
            <a:r>
              <a:rPr lang="zh-CN" altLang="en-US" sz="2000" b="1" dirty="0">
                <a:solidFill>
                  <a:schemeClr val="accent1"/>
                </a:solidFill>
                <a:latin typeface="微软雅黑" panose="020B0503020204020204" pitchFamily="34" charset="-122"/>
                <a:ea typeface="微软雅黑" panose="020B0503020204020204" pitchFamily="34" charset="-122"/>
              </a:rPr>
              <a:t>变更请求管理</a:t>
            </a:r>
            <a:endParaRPr lang="en-US" altLang="zh-CN" sz="2000" b="1" dirty="0">
              <a:solidFill>
                <a:schemeClr val="accent1"/>
              </a:solidFill>
              <a:latin typeface="微软雅黑" panose="020B0503020204020204" pitchFamily="34" charset="-122"/>
              <a:ea typeface="微软雅黑" panose="020B0503020204020204" pitchFamily="34" charset="-122"/>
            </a:endParaRPr>
          </a:p>
          <a:p>
            <a:pPr>
              <a:lnSpc>
                <a:spcPct val="125000"/>
              </a:lnSpc>
            </a:pPr>
            <a:r>
              <a:rPr lang="zh-CN" altLang="en-US" dirty="0">
                <a:latin typeface="微软雅黑" panose="020B0503020204020204" pitchFamily="34" charset="-122"/>
                <a:ea typeface="微软雅黑" panose="020B0503020204020204" pitchFamily="34" charset="-122"/>
              </a:rPr>
              <a:t>记录、跟踪和报告针对人间系统的任何变更，其核心是一个适合软件开发组织的变更处理流程。系统应具备强大的统计、查询和报告功能，及时准确报告软件的变更现状，开发团队的工作进展和负荷，软件的质量水平以及变更的发展趋势</a:t>
            </a:r>
            <a:endParaRPr lang="en-US" altLang="zh-CN" dirty="0">
              <a:latin typeface="微软雅黑" panose="020B0503020204020204" pitchFamily="34" charset="-122"/>
              <a:ea typeface="微软雅黑" panose="020B0503020204020204" pitchFamily="34" charset="-122"/>
            </a:endParaRPr>
          </a:p>
        </p:txBody>
      </p:sp>
      <p:sp>
        <p:nvSpPr>
          <p:cNvPr id="9" name="矩形 8"/>
          <p:cNvSpPr/>
          <p:nvPr/>
        </p:nvSpPr>
        <p:spPr>
          <a:xfrm>
            <a:off x="982639" y="4034836"/>
            <a:ext cx="8801440" cy="753220"/>
          </a:xfrm>
          <a:prstGeom prst="rect">
            <a:avLst/>
          </a:prstGeom>
        </p:spPr>
        <p:txBody>
          <a:bodyPr wrap="square">
            <a:spAutoFit/>
          </a:bodyPr>
          <a:lstStyle/>
          <a:p>
            <a:pPr marL="285750" indent="-285750">
              <a:lnSpc>
                <a:spcPct val="125000"/>
              </a:lnSpc>
              <a:buFont typeface="Wingdings" panose="05000000000000000000" pitchFamily="2" charset="2"/>
              <a:buChar char="n"/>
            </a:pPr>
            <a:r>
              <a:rPr lang="zh-CN" altLang="en-US" b="1" dirty="0">
                <a:solidFill>
                  <a:schemeClr val="accent1"/>
                </a:solidFill>
                <a:latin typeface="微软雅黑" panose="020B0503020204020204" pitchFamily="34" charset="-122"/>
                <a:ea typeface="微软雅黑" panose="020B0503020204020204" pitchFamily="34" charset="-122"/>
              </a:rPr>
              <a:t>典型的变更请求</a:t>
            </a:r>
            <a:endParaRPr lang="en-US" altLang="zh-CN" b="1" dirty="0">
              <a:solidFill>
                <a:schemeClr val="accent1"/>
              </a:solidFill>
              <a:latin typeface="微软雅黑" panose="020B0503020204020204" pitchFamily="34" charset="-122"/>
              <a:ea typeface="微软雅黑" panose="020B0503020204020204" pitchFamily="34" charset="-122"/>
            </a:endParaRPr>
          </a:p>
          <a:p>
            <a:pPr>
              <a:lnSpc>
                <a:spcPct val="125000"/>
              </a:lnSpc>
            </a:pPr>
            <a:r>
              <a:rPr lang="zh-CN" altLang="en-US" dirty="0">
                <a:latin typeface="微软雅黑" panose="020B0503020204020204" pitchFamily="34" charset="-122"/>
                <a:ea typeface="微软雅黑" panose="020B0503020204020204" pitchFamily="34" charset="-122"/>
              </a:rPr>
              <a:t>新的功能需求、对已有功能的优化和改进、针对发现的缺陷的修复等</a:t>
            </a:r>
            <a:endParaRPr lang="en-US" altLang="zh-CN" dirty="0">
              <a:latin typeface="微软雅黑" panose="020B0503020204020204" pitchFamily="34" charset="-122"/>
              <a:ea typeface="微软雅黑" panose="020B0503020204020204" pitchFamily="34" charset="-122"/>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500"/>
                                        <p:tgtEl>
                                          <p:spTgt spid="15"/>
                                        </p:tgtEl>
                                      </p:cBhvr>
                                    </p:animEffect>
                                    <p:anim calcmode="lin" valueType="num">
                                      <p:cBhvr>
                                        <p:cTn id="8" dur="1500" fill="hold"/>
                                        <p:tgtEl>
                                          <p:spTgt spid="15"/>
                                        </p:tgtEl>
                                        <p:attrNameLst>
                                          <p:attrName>style.rotation</p:attrName>
                                        </p:attrNameLst>
                                      </p:cBhvr>
                                      <p:tavLst>
                                        <p:tav tm="0">
                                          <p:val>
                                            <p:fltVal val="720"/>
                                          </p:val>
                                        </p:tav>
                                        <p:tav tm="100000">
                                          <p:val>
                                            <p:fltVal val="0"/>
                                          </p:val>
                                        </p:tav>
                                      </p:tavLst>
                                    </p:anim>
                                    <p:anim calcmode="lin" valueType="num">
                                      <p:cBhvr>
                                        <p:cTn id="9" dur="1500" fill="hold"/>
                                        <p:tgtEl>
                                          <p:spTgt spid="15"/>
                                        </p:tgtEl>
                                        <p:attrNameLst>
                                          <p:attrName>ppt_h</p:attrName>
                                        </p:attrNameLst>
                                      </p:cBhvr>
                                      <p:tavLst>
                                        <p:tav tm="0">
                                          <p:val>
                                            <p:fltVal val="0"/>
                                          </p:val>
                                        </p:tav>
                                        <p:tav tm="100000">
                                          <p:val>
                                            <p:strVal val="#ppt_h"/>
                                          </p:val>
                                        </p:tav>
                                      </p:tavLst>
                                    </p:anim>
                                    <p:anim calcmode="lin" valueType="num">
                                      <p:cBhvr>
                                        <p:cTn id="10" dur="1500" fill="hold"/>
                                        <p:tgtEl>
                                          <p:spTgt spid="15"/>
                                        </p:tgtEl>
                                        <p:attrNameLst>
                                          <p:attrName>ppt_w</p:attrName>
                                        </p:attrNameLst>
                                      </p:cBhvr>
                                      <p:tavLst>
                                        <p:tav tm="0">
                                          <p:val>
                                            <p:fltVal val="0"/>
                                          </p:val>
                                        </p:tav>
                                        <p:tav tm="100000">
                                          <p:val>
                                            <p:strVal val="#ppt_w"/>
                                          </p:val>
                                        </p:tav>
                                      </p:tavLst>
                                    </p:anim>
                                  </p:childTnLst>
                                </p:cTn>
                              </p:par>
                            </p:childTnLst>
                          </p:cTn>
                        </p:par>
                        <p:par>
                          <p:cTn id="11" fill="hold">
                            <p:stCondLst>
                              <p:cond delay="1500"/>
                            </p:stCondLst>
                            <p:childTnLst>
                              <p:par>
                                <p:cTn id="12" presetID="10" presetClass="entr" presetSubtype="0" fill="hold" grpId="0" nodeType="afterEffect">
                                  <p:stCondLst>
                                    <p:cond delay="0"/>
                                  </p:stCondLst>
                                  <p:iterate type="lt">
                                    <p:tmPct val="10000"/>
                                  </p:iterate>
                                  <p:childTnLst>
                                    <p:set>
                                      <p:cBhvr>
                                        <p:cTn id="13" dur="1" fill="hold">
                                          <p:stCondLst>
                                            <p:cond delay="0"/>
                                          </p:stCondLst>
                                        </p:cTn>
                                        <p:tgtEl>
                                          <p:spTgt spid="14"/>
                                        </p:tgtEl>
                                        <p:attrNameLst>
                                          <p:attrName>style.visibility</p:attrName>
                                        </p:attrNameLst>
                                      </p:cBhvr>
                                      <p:to>
                                        <p:strVal val="visible"/>
                                      </p:to>
                                    </p:set>
                                    <p:animEffect transition="in" filter="fade">
                                      <p:cBhvr>
                                        <p:cTn id="14" dur="500"/>
                                        <p:tgtEl>
                                          <p:spTgt spid="14"/>
                                        </p:tgtEl>
                                      </p:cBhvr>
                                    </p:animEffect>
                                  </p:childTnLst>
                                </p:cTn>
                              </p:par>
                              <p:par>
                                <p:cTn id="15" presetID="10" presetClass="entr" presetSubtype="0" fill="hold" grpId="0" nodeType="withEffect">
                                  <p:stCondLst>
                                    <p:cond delay="0"/>
                                  </p:stCondLst>
                                  <p:iterate type="lt">
                                    <p:tmPct val="10000"/>
                                  </p:iterate>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grpId="0" nodeType="withEffect">
                                  <p:stCondLst>
                                    <p:cond delay="0"/>
                                  </p:stCondLst>
                                  <p:iterate type="lt">
                                    <p:tmPct val="10000"/>
                                  </p:iterate>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animBg="1"/>
      <p:bldP spid="7" grpId="0"/>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意义目标</a:t>
            </a:r>
            <a:endParaRPr lang="zh-CN" dirty="0"/>
          </a:p>
        </p:txBody>
      </p:sp>
      <p:sp>
        <p:nvSpPr>
          <p:cNvPr id="3" name="内容占位符 2"/>
          <p:cNvSpPr>
            <a:spLocks noGrp="1"/>
          </p:cNvSpPr>
          <p:nvPr>
            <p:ph idx="1"/>
          </p:nvPr>
        </p:nvSpPr>
        <p:spPr/>
        <p:txBody>
          <a:bodyPr>
            <a:normAutofit fontScale="85000" lnSpcReduction="20000"/>
          </a:bodyPr>
          <a:lstStyle/>
          <a:p>
            <a:r>
              <a:rPr lang="zh-CN" altLang="en-US" dirty="0" smtClean="0"/>
              <a:t>软件配置管理的基本目标包括：</a:t>
            </a:r>
            <a:endParaRPr lang="en-US" altLang="zh-CN" dirty="0" smtClean="0"/>
          </a:p>
          <a:p>
            <a:pPr marL="731520" lvl="1" indent="-457200">
              <a:buFont typeface="+mj-lt"/>
              <a:buAutoNum type="arabicPeriod"/>
            </a:pPr>
            <a:r>
              <a:rPr lang="zh-CN" altLang="en-US" dirty="0" smtClean="0"/>
              <a:t>软件</a:t>
            </a:r>
            <a:r>
              <a:rPr lang="zh-CN" altLang="en-US" dirty="0"/>
              <a:t>配置管理的各项工作是有计划进行的</a:t>
            </a:r>
            <a:r>
              <a:rPr lang="zh-CN" altLang="en-US" dirty="0" smtClean="0"/>
              <a:t>。</a:t>
            </a:r>
            <a:endParaRPr lang="en-US" altLang="zh-CN" dirty="0"/>
          </a:p>
          <a:p>
            <a:pPr marL="731520" lvl="1" indent="-457200">
              <a:buFont typeface="+mj-lt"/>
              <a:buAutoNum type="arabicPeriod"/>
            </a:pPr>
            <a:r>
              <a:rPr lang="zh-CN" altLang="en-US" dirty="0" smtClean="0"/>
              <a:t>被</a:t>
            </a:r>
            <a:r>
              <a:rPr lang="zh-CN" altLang="en-US" dirty="0"/>
              <a:t>选择的项目产品得到识别，控制并且可以被相关人员获取</a:t>
            </a:r>
            <a:r>
              <a:rPr lang="zh-CN" altLang="en-US" dirty="0" smtClean="0"/>
              <a:t>。</a:t>
            </a:r>
            <a:endParaRPr lang="en-US" altLang="zh-CN" dirty="0"/>
          </a:p>
          <a:p>
            <a:pPr marL="731520" lvl="1" indent="-457200">
              <a:buFont typeface="+mj-lt"/>
              <a:buAutoNum type="arabicPeriod"/>
            </a:pPr>
            <a:r>
              <a:rPr lang="zh-CN" altLang="en-US" dirty="0" smtClean="0"/>
              <a:t>已</a:t>
            </a:r>
            <a:r>
              <a:rPr lang="zh-CN" altLang="en-US" dirty="0"/>
              <a:t>识别出的项目产品的更改得到</a:t>
            </a:r>
            <a:r>
              <a:rPr lang="zh-CN" altLang="en-US" dirty="0" smtClean="0"/>
              <a:t>控制。</a:t>
            </a:r>
            <a:endParaRPr lang="en-US" altLang="zh-CN" dirty="0" smtClean="0"/>
          </a:p>
          <a:p>
            <a:pPr marL="731520" lvl="1" indent="-457200">
              <a:buFont typeface="+mj-lt"/>
              <a:buAutoNum type="arabicPeriod"/>
            </a:pPr>
            <a:r>
              <a:rPr lang="zh-CN" altLang="en-US" dirty="0" smtClean="0"/>
              <a:t>使</a:t>
            </a:r>
            <a:r>
              <a:rPr lang="zh-CN" altLang="en-US" dirty="0"/>
              <a:t>相关组别和个人及时了解软件基准的状态和内容</a:t>
            </a:r>
            <a:r>
              <a:rPr lang="zh-CN" altLang="en-US" dirty="0" smtClean="0"/>
              <a:t>。</a:t>
            </a:r>
            <a:endParaRPr lang="en-US" altLang="zh-CN" dirty="0" smtClean="0"/>
          </a:p>
          <a:p>
            <a:r>
              <a:rPr lang="zh-CN" altLang="en-US" dirty="0"/>
              <a:t>做好</a:t>
            </a:r>
            <a:r>
              <a:rPr lang="zh-CN" altLang="en-US" dirty="0" smtClean="0"/>
              <a:t>软件配置管理工作能够解决的问题：</a:t>
            </a:r>
            <a:endParaRPr lang="en-US" altLang="zh-CN" dirty="0" smtClean="0"/>
          </a:p>
          <a:p>
            <a:pPr marL="617220" lvl="1" indent="-342900">
              <a:buFont typeface="+mj-lt"/>
              <a:buAutoNum type="arabicPeriod"/>
            </a:pPr>
            <a:r>
              <a:rPr lang="zh-CN" altLang="en-US" dirty="0"/>
              <a:t>同时更新：当两个或更多的程序员独立开发</a:t>
            </a:r>
            <a:r>
              <a:rPr lang="zh-CN" altLang="en-US" dirty="0" smtClean="0"/>
              <a:t>同一</a:t>
            </a:r>
            <a:r>
              <a:rPr lang="zh-CN" altLang="en-US" dirty="0"/>
              <a:t>软件时，</a:t>
            </a:r>
            <a:r>
              <a:rPr lang="en-US" altLang="zh-CN" dirty="0"/>
              <a:t>—</a:t>
            </a:r>
            <a:r>
              <a:rPr lang="zh-CN" altLang="en-US" dirty="0"/>
              <a:t>个人所做的变更很容易损害他人的</a:t>
            </a:r>
            <a:r>
              <a:rPr lang="zh-CN" altLang="en-US" dirty="0" smtClean="0"/>
              <a:t>工作。</a:t>
            </a:r>
            <a:endParaRPr lang="en-US" altLang="zh-CN" dirty="0"/>
          </a:p>
          <a:p>
            <a:pPr marL="617220" lvl="1" indent="-342900">
              <a:buFont typeface="+mj-lt"/>
              <a:buAutoNum type="arabicPeriod"/>
            </a:pPr>
            <a:r>
              <a:rPr lang="zh-CN" altLang="en-US" dirty="0" smtClean="0"/>
              <a:t>共享</a:t>
            </a:r>
            <a:r>
              <a:rPr lang="zh-CN" altLang="en-US" dirty="0"/>
              <a:t>代码：当共享代码中的一个错误得以</a:t>
            </a:r>
            <a:r>
              <a:rPr lang="zh-CN" altLang="en-US" dirty="0" smtClean="0"/>
              <a:t>修复</a:t>
            </a:r>
            <a:r>
              <a:rPr lang="zh-CN" altLang="en-US" dirty="0"/>
              <a:t>时，常常不能让共享代码的所有人</a:t>
            </a:r>
            <a:r>
              <a:rPr lang="zh-CN" altLang="en-US" dirty="0" smtClean="0"/>
              <a:t>知道</a:t>
            </a:r>
            <a:r>
              <a:rPr lang="zh-CN" altLang="en-US" dirty="0"/>
              <a:t>。</a:t>
            </a:r>
            <a:endParaRPr lang="en-US" altLang="zh-CN" dirty="0"/>
          </a:p>
          <a:p>
            <a:pPr marL="617220" lvl="1" indent="-342900">
              <a:buFont typeface="+mj-lt"/>
              <a:buAutoNum type="arabicPeriod"/>
            </a:pPr>
            <a:r>
              <a:rPr lang="zh-CN" altLang="en-US" dirty="0" smtClean="0"/>
              <a:t>通用</a:t>
            </a:r>
            <a:r>
              <a:rPr lang="zh-CN" altLang="en-US" dirty="0"/>
              <a:t>代码：在大型系统中，若通用软件的功能</a:t>
            </a:r>
            <a:r>
              <a:rPr lang="zh-CN" altLang="en-US" dirty="0" smtClean="0"/>
              <a:t>已修改</a:t>
            </a:r>
            <a:r>
              <a:rPr lang="zh-CN" altLang="en-US" dirty="0"/>
              <a:t>，所有使用通用代码的人都有必要知道．如果</a:t>
            </a:r>
            <a:r>
              <a:rPr lang="zh-CN" altLang="en-US" dirty="0" smtClean="0"/>
              <a:t>缺乏有</a:t>
            </a:r>
            <a:endParaRPr lang="en-US" altLang="zh-CN" dirty="0" smtClean="0"/>
          </a:p>
          <a:p>
            <a:pPr marL="274320" lvl="1" indent="0">
              <a:buNone/>
            </a:pPr>
            <a:r>
              <a:rPr lang="en-US" altLang="zh-CN" dirty="0"/>
              <a:t> </a:t>
            </a:r>
            <a:r>
              <a:rPr lang="en-US" altLang="zh-CN" dirty="0" smtClean="0"/>
              <a:t>     </a:t>
            </a:r>
            <a:r>
              <a:rPr lang="zh-CN" altLang="en-US" dirty="0" smtClean="0"/>
              <a:t>效</a:t>
            </a:r>
            <a:r>
              <a:rPr lang="zh-CN" altLang="en-US" dirty="0"/>
              <a:t>的代码管理，就无法保证找到并提醒每个使用</a:t>
            </a:r>
            <a:r>
              <a:rPr lang="zh-CN" altLang="en-US" dirty="0" smtClean="0"/>
              <a:t>者</a:t>
            </a:r>
            <a:r>
              <a:rPr lang="zh-CN" altLang="en-US" dirty="0"/>
              <a:t>。</a:t>
            </a:r>
            <a:endParaRPr lang="en-US" altLang="zh-CN" dirty="0"/>
          </a:p>
          <a:p>
            <a:pPr marL="274320" lvl="1" indent="0">
              <a:buNone/>
            </a:pPr>
            <a:r>
              <a:rPr lang="en-US" altLang="zh-CN" dirty="0" smtClean="0"/>
              <a:t>4.   </a:t>
            </a:r>
            <a:r>
              <a:rPr lang="zh-CN" altLang="en-US" dirty="0" smtClean="0"/>
              <a:t>版本</a:t>
            </a:r>
            <a:r>
              <a:rPr lang="zh-CN" altLang="en-US" dirty="0"/>
              <a:t>冲突：很多大型软件是以增量式发布的</a:t>
            </a:r>
            <a:r>
              <a:rPr lang="zh-CN" altLang="en-US" dirty="0" smtClean="0"/>
              <a:t>方式</a:t>
            </a:r>
            <a:r>
              <a:rPr lang="zh-CN" altLang="en-US" dirty="0"/>
              <a:t>开发的，可能会同时发布多个活动版本，参与错误</a:t>
            </a:r>
            <a:r>
              <a:rPr lang="zh-CN" altLang="en-US" dirty="0" smtClean="0"/>
              <a:t>修</a:t>
            </a:r>
            <a:endParaRPr lang="en-US" altLang="zh-CN" dirty="0" smtClean="0"/>
          </a:p>
          <a:p>
            <a:pPr marL="274320" lvl="1" indent="0">
              <a:buNone/>
            </a:pPr>
            <a:r>
              <a:rPr lang="en-US" altLang="zh-CN" dirty="0"/>
              <a:t> </a:t>
            </a:r>
            <a:r>
              <a:rPr lang="en-US" altLang="zh-CN" dirty="0" smtClean="0"/>
              <a:t>     </a:t>
            </a:r>
            <a:r>
              <a:rPr lang="zh-CN" altLang="en-US" dirty="0" smtClean="0"/>
              <a:t>复</a:t>
            </a:r>
            <a:r>
              <a:rPr lang="zh-CN" altLang="en-US" dirty="0"/>
              <a:t>和软件增强的人员很多，这样很容易产生冲突</a:t>
            </a:r>
            <a:r>
              <a:rPr lang="zh-CN" altLang="en-US" dirty="0" smtClean="0"/>
              <a:t>和混乱</a:t>
            </a:r>
            <a:r>
              <a:rPr lang="zh-CN" altLang="en-US" dirty="0"/>
              <a:t>。</a:t>
            </a:r>
            <a:r>
              <a:rPr lang="zh-CN" altLang="en-US" dirty="0" smtClean="0"/>
              <a:t> </a:t>
            </a:r>
            <a:br>
              <a:rPr lang="zh-CN" altLang="en-US" dirty="0"/>
            </a:b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229719"/>
            <a:ext cx="982639" cy="4663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982639" y="295927"/>
            <a:ext cx="4012442" cy="400110"/>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配置管理的功能</a:t>
            </a:r>
            <a:endParaRPr lang="en-US" altLang="zh-CN" sz="2000" dirty="0">
              <a:latin typeface="微软雅黑" panose="020B0503020204020204" pitchFamily="34" charset="-122"/>
              <a:ea typeface="微软雅黑" panose="020B0503020204020204" pitchFamily="34" charset="-122"/>
            </a:endParaRPr>
          </a:p>
        </p:txBody>
      </p:sp>
      <p:sp>
        <p:nvSpPr>
          <p:cNvPr id="8" name="矩形 7"/>
          <p:cNvSpPr/>
          <p:nvPr/>
        </p:nvSpPr>
        <p:spPr>
          <a:xfrm>
            <a:off x="3297625" y="2616057"/>
            <a:ext cx="1249251" cy="1249251"/>
          </a:xfrm>
          <a:prstGeom prst="rect">
            <a:avLst/>
          </a:prstGeom>
          <a:solidFill>
            <a:schemeClr val="tx1">
              <a:lumMod val="75000"/>
              <a:lumOff val="25000"/>
            </a:schemeClr>
          </a:solidFill>
          <a:ln>
            <a:noFill/>
          </a:ln>
          <a:effectLst>
            <a:reflection blurRad="6350" stA="52000" endA="300" endPos="35000" dist="254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配置标识</a:t>
            </a:r>
            <a:endParaRPr lang="zh-CN" altLang="en-US" dirty="0">
              <a:latin typeface="微软雅黑" panose="020B0503020204020204" pitchFamily="34" charset="-122"/>
              <a:ea typeface="微软雅黑" panose="020B0503020204020204" pitchFamily="34" charset="-122"/>
            </a:endParaRPr>
          </a:p>
        </p:txBody>
      </p:sp>
      <p:sp>
        <p:nvSpPr>
          <p:cNvPr id="10" name="矩形 9"/>
          <p:cNvSpPr/>
          <p:nvPr/>
        </p:nvSpPr>
        <p:spPr>
          <a:xfrm>
            <a:off x="5240037" y="2636488"/>
            <a:ext cx="1249251" cy="1249251"/>
          </a:xfrm>
          <a:prstGeom prst="rect">
            <a:avLst/>
          </a:prstGeom>
          <a:solidFill>
            <a:schemeClr val="tx1">
              <a:lumMod val="75000"/>
              <a:lumOff val="25000"/>
            </a:schemeClr>
          </a:solidFill>
          <a:ln>
            <a:noFill/>
          </a:ln>
          <a:effectLst>
            <a:reflection blurRad="6350" stA="52000" endA="300" endPos="35000" dist="254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配置控制</a:t>
            </a:r>
            <a:endParaRPr lang="zh-CN" altLang="en-US" dirty="0">
              <a:latin typeface="微软雅黑" panose="020B0503020204020204" pitchFamily="34" charset="-122"/>
              <a:ea typeface="微软雅黑" panose="020B0503020204020204" pitchFamily="34" charset="-122"/>
            </a:endParaRPr>
          </a:p>
        </p:txBody>
      </p:sp>
      <p:sp>
        <p:nvSpPr>
          <p:cNvPr id="11" name="矩形 10"/>
          <p:cNvSpPr/>
          <p:nvPr/>
        </p:nvSpPr>
        <p:spPr>
          <a:xfrm>
            <a:off x="7016402" y="2616056"/>
            <a:ext cx="1249251" cy="1249251"/>
          </a:xfrm>
          <a:prstGeom prst="rect">
            <a:avLst/>
          </a:prstGeom>
          <a:solidFill>
            <a:schemeClr val="tx1">
              <a:lumMod val="75000"/>
              <a:lumOff val="25000"/>
            </a:schemeClr>
          </a:solidFill>
          <a:ln>
            <a:noFill/>
          </a:ln>
          <a:effectLst>
            <a:reflection blurRad="6350" stA="52000" endA="300" endPos="35000" dist="254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状态报告</a:t>
            </a:r>
            <a:endParaRPr lang="zh-CN" altLang="en-US" dirty="0">
              <a:latin typeface="微软雅黑" panose="020B0503020204020204" pitchFamily="34" charset="-122"/>
              <a:ea typeface="微软雅黑" panose="020B0503020204020204" pitchFamily="34" charset="-122"/>
            </a:endParaRPr>
          </a:p>
        </p:txBody>
      </p:sp>
      <p:grpSp>
        <p:nvGrpSpPr>
          <p:cNvPr id="12" name="组合 11"/>
          <p:cNvGrpSpPr/>
          <p:nvPr/>
        </p:nvGrpSpPr>
        <p:grpSpPr>
          <a:xfrm>
            <a:off x="1083987" y="2636490"/>
            <a:ext cx="1422894" cy="1249251"/>
            <a:chOff x="553792" y="2768958"/>
            <a:chExt cx="1422894" cy="1249251"/>
          </a:xfrm>
          <a:solidFill>
            <a:schemeClr val="accent1"/>
          </a:solidFill>
          <a:effectLst>
            <a:reflection blurRad="6350" stA="52000" endA="300" endPos="35000" dist="25400" dir="5400000" sy="-100000" algn="bl" rotWithShape="0"/>
          </a:effectLst>
        </p:grpSpPr>
        <p:sp>
          <p:nvSpPr>
            <p:cNvPr id="13" name="矩形 12"/>
            <p:cNvSpPr/>
            <p:nvPr/>
          </p:nvSpPr>
          <p:spPr>
            <a:xfrm>
              <a:off x="553792" y="2768958"/>
              <a:ext cx="1249251" cy="124925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功能</a:t>
              </a:r>
              <a:endParaRPr lang="zh-CN" altLang="en-US" dirty="0">
                <a:latin typeface="微软雅黑" panose="020B0503020204020204" pitchFamily="34" charset="-122"/>
                <a:ea typeface="微软雅黑" panose="020B0503020204020204" pitchFamily="34" charset="-122"/>
              </a:endParaRPr>
            </a:p>
          </p:txBody>
        </p:sp>
        <p:sp>
          <p:nvSpPr>
            <p:cNvPr id="16" name="等腰三角形 11"/>
            <p:cNvSpPr/>
            <p:nvPr/>
          </p:nvSpPr>
          <p:spPr>
            <a:xfrm rot="5400000">
              <a:off x="1712891" y="2891531"/>
              <a:ext cx="283335" cy="24425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grpSp>
      <p:sp>
        <p:nvSpPr>
          <p:cNvPr id="17" name="矩形 16"/>
          <p:cNvSpPr/>
          <p:nvPr/>
        </p:nvSpPr>
        <p:spPr>
          <a:xfrm>
            <a:off x="8906300" y="2636488"/>
            <a:ext cx="1249251" cy="1249251"/>
          </a:xfrm>
          <a:prstGeom prst="rect">
            <a:avLst/>
          </a:prstGeom>
          <a:solidFill>
            <a:schemeClr val="tx1">
              <a:lumMod val="75000"/>
              <a:lumOff val="25000"/>
            </a:schemeClr>
          </a:solidFill>
          <a:ln>
            <a:noFill/>
          </a:ln>
          <a:effectLst>
            <a:reflection blurRad="6350" stA="52000" endA="300" endPos="35000" dist="254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配置审核和复审</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750"/>
                                        <p:tgtEl>
                                          <p:spTgt spid="8"/>
                                        </p:tgtEl>
                                      </p:cBhvr>
                                    </p:animEffect>
                                  </p:childTnLst>
                                </p:cTn>
                              </p:par>
                            </p:childTnLst>
                          </p:cTn>
                        </p:par>
                        <p:par>
                          <p:cTn id="13" fill="hold">
                            <p:stCondLst>
                              <p:cond delay="1500"/>
                            </p:stCondLst>
                            <p:childTnLst>
                              <p:par>
                                <p:cTn id="14" presetID="22" presetClass="entr" presetSubtype="8"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left)">
                                      <p:cBhvr>
                                        <p:cTn id="16" dur="750"/>
                                        <p:tgtEl>
                                          <p:spTgt spid="10"/>
                                        </p:tgtEl>
                                      </p:cBhvr>
                                    </p:animEffect>
                                  </p:childTnLst>
                                </p:cTn>
                              </p:par>
                            </p:childTnLst>
                          </p:cTn>
                        </p:par>
                        <p:par>
                          <p:cTn id="17" fill="hold">
                            <p:stCondLst>
                              <p:cond delay="2500"/>
                            </p:stCondLst>
                            <p:childTnLst>
                              <p:par>
                                <p:cTn id="18" presetID="22" presetClass="entr" presetSubtype="8" fill="hold" grpId="0" nodeType="after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wipe(left)">
                                      <p:cBhvr>
                                        <p:cTn id="20" dur="750"/>
                                        <p:tgtEl>
                                          <p:spTgt spid="11"/>
                                        </p:tgtEl>
                                      </p:cBhvr>
                                    </p:animEffect>
                                  </p:childTnLst>
                                </p:cTn>
                              </p:par>
                            </p:childTnLst>
                          </p:cTn>
                        </p:par>
                        <p:par>
                          <p:cTn id="21" fill="hold">
                            <p:stCondLst>
                              <p:cond delay="3500"/>
                            </p:stCondLst>
                            <p:childTnLst>
                              <p:par>
                                <p:cTn id="22" presetID="22" presetClass="entr" presetSubtype="8" fill="hold" grpId="0" nodeType="after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wipe(left)">
                                      <p:cBhvr>
                                        <p:cTn id="24" dur="7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229719"/>
            <a:ext cx="982639" cy="4663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982639" y="295927"/>
            <a:ext cx="4012442" cy="400110"/>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配置管理的功能</a:t>
            </a:r>
            <a:endParaRPr lang="en-US" altLang="zh-CN" sz="2000" dirty="0">
              <a:latin typeface="微软雅黑" panose="020B0503020204020204" pitchFamily="34" charset="-122"/>
              <a:ea typeface="微软雅黑" panose="020B0503020204020204" pitchFamily="34" charset="-122"/>
            </a:endParaRPr>
          </a:p>
        </p:txBody>
      </p:sp>
      <p:sp>
        <p:nvSpPr>
          <p:cNvPr id="14" name="文本框 13"/>
          <p:cNvSpPr txBox="1"/>
          <p:nvPr/>
        </p:nvSpPr>
        <p:spPr>
          <a:xfrm>
            <a:off x="721515" y="1128982"/>
            <a:ext cx="11242436" cy="369332"/>
          </a:xfrm>
          <a:prstGeom prst="rect">
            <a:avLst/>
          </a:prstGeom>
          <a:noFill/>
        </p:spPr>
        <p:txBody>
          <a:bodyPr wrap="square" rtlCol="0">
            <a:spAutoFit/>
          </a:bodyPr>
          <a:lstStyle/>
          <a:p>
            <a:r>
              <a:rPr lang="zh-CN" altLang="en-US" b="1" dirty="0">
                <a:solidFill>
                  <a:schemeClr val="accent1"/>
                </a:solidFill>
                <a:latin typeface="微软雅黑" panose="020B0503020204020204" pitchFamily="34" charset="-122"/>
                <a:ea typeface="微软雅黑" panose="020B0503020204020204" pitchFamily="34" charset="-122"/>
              </a:rPr>
              <a:t>配置标识</a:t>
            </a:r>
            <a:endParaRPr lang="zh-CN" altLang="en-US" dirty="0">
              <a:latin typeface="微软雅黑" panose="020B0503020204020204" pitchFamily="34" charset="-122"/>
              <a:ea typeface="微软雅黑" panose="020B0503020204020204" pitchFamily="34" charset="-122"/>
            </a:endParaRPr>
          </a:p>
        </p:txBody>
      </p:sp>
      <p:sp>
        <p:nvSpPr>
          <p:cNvPr id="15" name="矩形 14"/>
          <p:cNvSpPr/>
          <p:nvPr/>
        </p:nvSpPr>
        <p:spPr>
          <a:xfrm>
            <a:off x="649515" y="1201639"/>
            <a:ext cx="72000" cy="21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982639" y="1744608"/>
            <a:ext cx="7556450" cy="2484463"/>
          </a:xfrm>
          <a:prstGeom prst="rect">
            <a:avLst/>
          </a:prstGeom>
        </p:spPr>
        <p:txBody>
          <a:bodyPr wrap="square">
            <a:spAutoFit/>
          </a:bodyPr>
          <a:lstStyle/>
          <a:p>
            <a:pPr marL="285750" indent="-285750">
              <a:lnSpc>
                <a:spcPct val="125000"/>
              </a:lnSpc>
              <a:buFont typeface="Wingdings" panose="05000000000000000000" pitchFamily="2" charset="2"/>
              <a:buChar char="n"/>
            </a:pPr>
            <a:r>
              <a:rPr lang="zh-CN" altLang="en-US" b="1" dirty="0">
                <a:solidFill>
                  <a:schemeClr val="accent1"/>
                </a:solidFill>
                <a:latin typeface="微软雅黑" panose="020B0503020204020204" pitchFamily="34" charset="-122"/>
                <a:ea typeface="微软雅黑" panose="020B0503020204020204" pitchFamily="34" charset="-122"/>
              </a:rPr>
              <a:t>主要任务</a:t>
            </a:r>
            <a:endParaRPr lang="en-US" altLang="zh-CN" b="1" dirty="0">
              <a:solidFill>
                <a:schemeClr val="accent1"/>
              </a:solidFill>
              <a:latin typeface="微软雅黑" panose="020B0503020204020204" pitchFamily="34" charset="-122"/>
              <a:ea typeface="微软雅黑" panose="020B0503020204020204" pitchFamily="34" charset="-122"/>
            </a:endParaRPr>
          </a:p>
          <a:p>
            <a:pPr marL="285750" indent="-285750">
              <a:lnSpc>
                <a:spcPct val="125000"/>
              </a:lnSpc>
              <a:buFont typeface="Wingdings" panose="05000000000000000000" pitchFamily="2" charset="2"/>
              <a:buChar char="n"/>
            </a:pPr>
            <a:r>
              <a:rPr lang="zh-CN" altLang="en-US" dirty="0">
                <a:latin typeface="微软雅黑" panose="020B0503020204020204" pitchFamily="34" charset="-122"/>
                <a:ea typeface="微软雅黑" panose="020B0503020204020204" pitchFamily="34" charset="-122"/>
              </a:rPr>
              <a:t>识别和选择要纳入配置管理的配置项和其他项</a:t>
            </a:r>
            <a:endParaRPr lang="en-US" altLang="zh-CN" dirty="0">
              <a:latin typeface="微软雅黑" panose="020B0503020204020204" pitchFamily="34" charset="-122"/>
              <a:ea typeface="微软雅黑" panose="020B0503020204020204" pitchFamily="34" charset="-122"/>
            </a:endParaRPr>
          </a:p>
          <a:p>
            <a:pPr marL="285750" indent="-285750">
              <a:lnSpc>
                <a:spcPct val="125000"/>
              </a:lnSpc>
              <a:buFont typeface="Wingdings" panose="05000000000000000000" pitchFamily="2" charset="2"/>
              <a:buChar char="n"/>
            </a:pPr>
            <a:r>
              <a:rPr lang="zh-CN" altLang="en-US" dirty="0">
                <a:latin typeface="微软雅黑" panose="020B0503020204020204" pitchFamily="34" charset="-122"/>
                <a:ea typeface="微软雅黑" panose="020B0503020204020204" pitchFamily="34" charset="-122"/>
              </a:rPr>
              <a:t>建立并维护软件层次</a:t>
            </a:r>
            <a:endParaRPr lang="en-US" altLang="zh-CN" dirty="0">
              <a:latin typeface="微软雅黑" panose="020B0503020204020204" pitchFamily="34" charset="-122"/>
              <a:ea typeface="微软雅黑" panose="020B0503020204020204" pitchFamily="34" charset="-122"/>
            </a:endParaRPr>
          </a:p>
          <a:p>
            <a:pPr marL="285750" indent="-285750">
              <a:lnSpc>
                <a:spcPct val="125000"/>
              </a:lnSpc>
              <a:buFont typeface="Wingdings" panose="05000000000000000000" pitchFamily="2" charset="2"/>
              <a:buChar char="n"/>
            </a:pPr>
            <a:r>
              <a:rPr lang="zh-CN" altLang="en-US" dirty="0">
                <a:latin typeface="微软雅黑" panose="020B0503020204020204" pitchFamily="34" charset="-122"/>
                <a:ea typeface="微软雅黑" panose="020B0503020204020204" pitchFamily="34" charset="-122"/>
              </a:rPr>
              <a:t>按命名方案赋予配置项标识符</a:t>
            </a:r>
            <a:endParaRPr lang="en-US" altLang="zh-CN" dirty="0">
              <a:latin typeface="微软雅黑" panose="020B0503020204020204" pitchFamily="34" charset="-122"/>
              <a:ea typeface="微软雅黑" panose="020B0503020204020204" pitchFamily="34" charset="-122"/>
            </a:endParaRPr>
          </a:p>
          <a:p>
            <a:pPr marL="285750" indent="-285750">
              <a:lnSpc>
                <a:spcPct val="125000"/>
              </a:lnSpc>
              <a:buFont typeface="Wingdings" panose="05000000000000000000" pitchFamily="2" charset="2"/>
              <a:buChar char="n"/>
            </a:pPr>
            <a:r>
              <a:rPr lang="zh-CN" altLang="en-US" dirty="0">
                <a:latin typeface="微软雅黑" panose="020B0503020204020204" pitchFamily="34" charset="-122"/>
                <a:ea typeface="微软雅黑" panose="020B0503020204020204" pitchFamily="34" charset="-122"/>
              </a:rPr>
              <a:t>标识配置项特性，建立和更新配置项清单</a:t>
            </a:r>
            <a:endParaRPr lang="en-US" altLang="zh-CN" dirty="0">
              <a:latin typeface="微软雅黑" panose="020B0503020204020204" pitchFamily="34" charset="-122"/>
              <a:ea typeface="微软雅黑" panose="020B0503020204020204" pitchFamily="34" charset="-122"/>
            </a:endParaRPr>
          </a:p>
          <a:p>
            <a:pPr marL="285750" indent="-285750">
              <a:lnSpc>
                <a:spcPct val="125000"/>
              </a:lnSpc>
              <a:buFont typeface="Wingdings" panose="05000000000000000000" pitchFamily="2" charset="2"/>
              <a:buChar char="n"/>
            </a:pPr>
            <a:endParaRPr lang="en-US" altLang="zh-CN" dirty="0">
              <a:latin typeface="微软雅黑" panose="020B0503020204020204" pitchFamily="34" charset="-122"/>
              <a:ea typeface="微软雅黑" panose="020B0503020204020204" pitchFamily="34" charset="-122"/>
            </a:endParaRPr>
          </a:p>
          <a:p>
            <a:pPr>
              <a:lnSpc>
                <a:spcPct val="125000"/>
              </a:lnSpc>
            </a:pPr>
            <a:endParaRPr lang="en-US" altLang="zh-CN" dirty="0">
              <a:latin typeface="微软雅黑" panose="020B0503020204020204" pitchFamily="34" charset="-122"/>
              <a:ea typeface="微软雅黑" panose="020B0503020204020204" pitchFamily="34" charset="-122"/>
            </a:endParaRPr>
          </a:p>
        </p:txBody>
      </p:sp>
      <p:sp>
        <p:nvSpPr>
          <p:cNvPr id="9" name="矩形 8"/>
          <p:cNvSpPr/>
          <p:nvPr/>
        </p:nvSpPr>
        <p:spPr>
          <a:xfrm>
            <a:off x="982639" y="4034836"/>
            <a:ext cx="9863552" cy="1099468"/>
          </a:xfrm>
          <a:prstGeom prst="rect">
            <a:avLst/>
          </a:prstGeom>
        </p:spPr>
        <p:txBody>
          <a:bodyPr wrap="square">
            <a:spAutoFit/>
          </a:bodyPr>
          <a:lstStyle/>
          <a:p>
            <a:pPr marL="285750" indent="-285750">
              <a:lnSpc>
                <a:spcPct val="125000"/>
              </a:lnSpc>
              <a:buFont typeface="Wingdings" panose="05000000000000000000" pitchFamily="2" charset="2"/>
              <a:buChar char="n"/>
            </a:pPr>
            <a:r>
              <a:rPr lang="zh-CN" altLang="en-US" b="1" dirty="0">
                <a:solidFill>
                  <a:schemeClr val="accent1"/>
                </a:solidFill>
                <a:latin typeface="微软雅黑" panose="020B0503020204020204" pitchFamily="34" charset="-122"/>
                <a:ea typeface="微软雅黑" panose="020B0503020204020204" pitchFamily="34" charset="-122"/>
              </a:rPr>
              <a:t>配置项的命名</a:t>
            </a:r>
            <a:endParaRPr lang="en-US" altLang="zh-CN" b="1" dirty="0">
              <a:solidFill>
                <a:schemeClr val="accent1"/>
              </a:solidFill>
              <a:latin typeface="微软雅黑" panose="020B0503020204020204" pitchFamily="34" charset="-122"/>
              <a:ea typeface="微软雅黑" panose="020B0503020204020204" pitchFamily="34" charset="-122"/>
            </a:endParaRPr>
          </a:p>
          <a:p>
            <a:pPr>
              <a:lnSpc>
                <a:spcPct val="125000"/>
              </a:lnSpc>
            </a:pPr>
            <a:r>
              <a:rPr lang="zh-CN" altLang="en-US" dirty="0">
                <a:latin typeface="微软雅黑" panose="020B0503020204020204" pitchFamily="34" charset="-122"/>
                <a:ea typeface="微软雅黑" panose="020B0503020204020204" pitchFamily="34" charset="-122"/>
              </a:rPr>
              <a:t>按已建立的命名方案对每一配置项都给予唯一的标识，给文档和代码赋予名称和版本信息，通常采用树状命名和文本</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数字命名规则</a:t>
            </a:r>
            <a:endParaRPr lang="en-US" altLang="zh-CN" dirty="0">
              <a:latin typeface="微软雅黑" panose="020B0503020204020204" pitchFamily="34" charset="-122"/>
              <a:ea typeface="微软雅黑" panose="020B0503020204020204" pitchFamily="34" charset="-122"/>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500"/>
                                        <p:tgtEl>
                                          <p:spTgt spid="15"/>
                                        </p:tgtEl>
                                      </p:cBhvr>
                                    </p:animEffect>
                                    <p:anim calcmode="lin" valueType="num">
                                      <p:cBhvr>
                                        <p:cTn id="8" dur="1500" fill="hold"/>
                                        <p:tgtEl>
                                          <p:spTgt spid="15"/>
                                        </p:tgtEl>
                                        <p:attrNameLst>
                                          <p:attrName>style.rotation</p:attrName>
                                        </p:attrNameLst>
                                      </p:cBhvr>
                                      <p:tavLst>
                                        <p:tav tm="0">
                                          <p:val>
                                            <p:fltVal val="720"/>
                                          </p:val>
                                        </p:tav>
                                        <p:tav tm="100000">
                                          <p:val>
                                            <p:fltVal val="0"/>
                                          </p:val>
                                        </p:tav>
                                      </p:tavLst>
                                    </p:anim>
                                    <p:anim calcmode="lin" valueType="num">
                                      <p:cBhvr>
                                        <p:cTn id="9" dur="1500" fill="hold"/>
                                        <p:tgtEl>
                                          <p:spTgt spid="15"/>
                                        </p:tgtEl>
                                        <p:attrNameLst>
                                          <p:attrName>ppt_h</p:attrName>
                                        </p:attrNameLst>
                                      </p:cBhvr>
                                      <p:tavLst>
                                        <p:tav tm="0">
                                          <p:val>
                                            <p:fltVal val="0"/>
                                          </p:val>
                                        </p:tav>
                                        <p:tav tm="100000">
                                          <p:val>
                                            <p:strVal val="#ppt_h"/>
                                          </p:val>
                                        </p:tav>
                                      </p:tavLst>
                                    </p:anim>
                                    <p:anim calcmode="lin" valueType="num">
                                      <p:cBhvr>
                                        <p:cTn id="10" dur="1500" fill="hold"/>
                                        <p:tgtEl>
                                          <p:spTgt spid="15"/>
                                        </p:tgtEl>
                                        <p:attrNameLst>
                                          <p:attrName>ppt_w</p:attrName>
                                        </p:attrNameLst>
                                      </p:cBhvr>
                                      <p:tavLst>
                                        <p:tav tm="0">
                                          <p:val>
                                            <p:fltVal val="0"/>
                                          </p:val>
                                        </p:tav>
                                        <p:tav tm="100000">
                                          <p:val>
                                            <p:strVal val="#ppt_w"/>
                                          </p:val>
                                        </p:tav>
                                      </p:tavLst>
                                    </p:anim>
                                  </p:childTnLst>
                                </p:cTn>
                              </p:par>
                            </p:childTnLst>
                          </p:cTn>
                        </p:par>
                        <p:par>
                          <p:cTn id="11" fill="hold">
                            <p:stCondLst>
                              <p:cond delay="1500"/>
                            </p:stCondLst>
                            <p:childTnLst>
                              <p:par>
                                <p:cTn id="12" presetID="10" presetClass="entr" presetSubtype="0" fill="hold" grpId="0" nodeType="afterEffect">
                                  <p:stCondLst>
                                    <p:cond delay="0"/>
                                  </p:stCondLst>
                                  <p:iterate type="lt">
                                    <p:tmPct val="10000"/>
                                  </p:iterate>
                                  <p:childTnLst>
                                    <p:set>
                                      <p:cBhvr>
                                        <p:cTn id="13" dur="1" fill="hold">
                                          <p:stCondLst>
                                            <p:cond delay="0"/>
                                          </p:stCondLst>
                                        </p:cTn>
                                        <p:tgtEl>
                                          <p:spTgt spid="14"/>
                                        </p:tgtEl>
                                        <p:attrNameLst>
                                          <p:attrName>style.visibility</p:attrName>
                                        </p:attrNameLst>
                                      </p:cBhvr>
                                      <p:to>
                                        <p:strVal val="visible"/>
                                      </p:to>
                                    </p:set>
                                    <p:animEffect transition="in" filter="fade">
                                      <p:cBhvr>
                                        <p:cTn id="14" dur="500"/>
                                        <p:tgtEl>
                                          <p:spTgt spid="14"/>
                                        </p:tgtEl>
                                      </p:cBhvr>
                                    </p:animEffect>
                                  </p:childTnLst>
                                </p:cTn>
                              </p:par>
                              <p:par>
                                <p:cTn id="15" presetID="10" presetClass="entr" presetSubtype="0" fill="hold" grpId="0" nodeType="withEffect">
                                  <p:stCondLst>
                                    <p:cond delay="0"/>
                                  </p:stCondLst>
                                  <p:iterate type="lt">
                                    <p:tmPct val="10000"/>
                                  </p:iterate>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grpId="0" nodeType="withEffect">
                                  <p:stCondLst>
                                    <p:cond delay="0"/>
                                  </p:stCondLst>
                                  <p:iterate type="lt">
                                    <p:tmPct val="10000"/>
                                  </p:iterate>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animBg="1"/>
      <p:bldP spid="7" grpId="0"/>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229719"/>
            <a:ext cx="982639" cy="4663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982639" y="295927"/>
            <a:ext cx="4012442" cy="400110"/>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配置管理的功能</a:t>
            </a:r>
            <a:endParaRPr lang="en-US" altLang="zh-CN" sz="2000" dirty="0">
              <a:latin typeface="微软雅黑" panose="020B0503020204020204" pitchFamily="34" charset="-122"/>
              <a:ea typeface="微软雅黑" panose="020B0503020204020204" pitchFamily="34" charset="-122"/>
            </a:endParaRPr>
          </a:p>
        </p:txBody>
      </p:sp>
      <p:sp>
        <p:nvSpPr>
          <p:cNvPr id="14" name="文本框 13"/>
          <p:cNvSpPr txBox="1"/>
          <p:nvPr/>
        </p:nvSpPr>
        <p:spPr>
          <a:xfrm>
            <a:off x="721515" y="1128982"/>
            <a:ext cx="11242436" cy="369332"/>
          </a:xfrm>
          <a:prstGeom prst="rect">
            <a:avLst/>
          </a:prstGeom>
          <a:noFill/>
        </p:spPr>
        <p:txBody>
          <a:bodyPr wrap="square" rtlCol="0">
            <a:spAutoFit/>
          </a:bodyPr>
          <a:lstStyle/>
          <a:p>
            <a:r>
              <a:rPr lang="zh-CN" altLang="en-US" b="1" dirty="0">
                <a:solidFill>
                  <a:schemeClr val="accent1"/>
                </a:solidFill>
                <a:latin typeface="微软雅黑" panose="020B0503020204020204" pitchFamily="34" charset="-122"/>
                <a:ea typeface="微软雅黑" panose="020B0503020204020204" pitchFamily="34" charset="-122"/>
              </a:rPr>
              <a:t>配置控制</a:t>
            </a:r>
            <a:endParaRPr lang="zh-CN" altLang="en-US" dirty="0">
              <a:latin typeface="微软雅黑" panose="020B0503020204020204" pitchFamily="34" charset="-122"/>
              <a:ea typeface="微软雅黑" panose="020B0503020204020204" pitchFamily="34" charset="-122"/>
            </a:endParaRPr>
          </a:p>
        </p:txBody>
      </p:sp>
      <p:sp>
        <p:nvSpPr>
          <p:cNvPr id="15" name="矩形 14"/>
          <p:cNvSpPr/>
          <p:nvPr/>
        </p:nvSpPr>
        <p:spPr>
          <a:xfrm>
            <a:off x="649515" y="1201639"/>
            <a:ext cx="72000" cy="21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982638" y="1744608"/>
            <a:ext cx="8092781" cy="753220"/>
          </a:xfrm>
          <a:prstGeom prst="rect">
            <a:avLst/>
          </a:prstGeom>
        </p:spPr>
        <p:txBody>
          <a:bodyPr wrap="square">
            <a:spAutoFit/>
          </a:bodyPr>
          <a:lstStyle/>
          <a:p>
            <a:pPr marL="285750" indent="-285750">
              <a:lnSpc>
                <a:spcPct val="125000"/>
              </a:lnSpc>
              <a:buFont typeface="Wingdings" panose="05000000000000000000" pitchFamily="2" charset="2"/>
              <a:buChar char="n"/>
            </a:pPr>
            <a:r>
              <a:rPr lang="zh-CN" altLang="en-US" b="1" dirty="0">
                <a:solidFill>
                  <a:schemeClr val="accent1"/>
                </a:solidFill>
                <a:latin typeface="微软雅黑" panose="020B0503020204020204" pitchFamily="34" charset="-122"/>
                <a:ea typeface="微软雅黑" panose="020B0503020204020204" pitchFamily="34" charset="-122"/>
              </a:rPr>
              <a:t>在配置项的配置标识和基线正式确立之后，对其更改进行系统管制的过程</a:t>
            </a:r>
            <a:endParaRPr lang="en-US" altLang="zh-CN" dirty="0">
              <a:latin typeface="微软雅黑" panose="020B0503020204020204" pitchFamily="34" charset="-122"/>
              <a:ea typeface="微软雅黑" panose="020B0503020204020204" pitchFamily="34" charset="-122"/>
            </a:endParaRPr>
          </a:p>
          <a:p>
            <a:pPr>
              <a:lnSpc>
                <a:spcPct val="125000"/>
              </a:lnSpc>
            </a:pPr>
            <a:endParaRPr lang="en-US" altLang="zh-CN" dirty="0">
              <a:latin typeface="微软雅黑" panose="020B0503020204020204" pitchFamily="34" charset="-122"/>
              <a:ea typeface="微软雅黑" panose="020B0503020204020204" pitchFamily="34" charset="-122"/>
            </a:endParaRPr>
          </a:p>
        </p:txBody>
      </p:sp>
      <p:sp>
        <p:nvSpPr>
          <p:cNvPr id="9" name="矩形 8"/>
          <p:cNvSpPr/>
          <p:nvPr/>
        </p:nvSpPr>
        <p:spPr>
          <a:xfrm>
            <a:off x="982638" y="2497828"/>
            <a:ext cx="9863552" cy="1099468"/>
          </a:xfrm>
          <a:prstGeom prst="rect">
            <a:avLst/>
          </a:prstGeom>
        </p:spPr>
        <p:txBody>
          <a:bodyPr wrap="square">
            <a:spAutoFit/>
          </a:bodyPr>
          <a:lstStyle/>
          <a:p>
            <a:pPr marL="285750" indent="-285750">
              <a:lnSpc>
                <a:spcPct val="125000"/>
              </a:lnSpc>
              <a:buFont typeface="Wingdings" panose="05000000000000000000" pitchFamily="2" charset="2"/>
              <a:buChar char="n"/>
            </a:pPr>
            <a:r>
              <a:rPr lang="zh-CN" altLang="en-US" b="1" dirty="0">
                <a:solidFill>
                  <a:schemeClr val="accent1"/>
                </a:solidFill>
                <a:latin typeface="微软雅黑" panose="020B0503020204020204" pitchFamily="34" charset="-122"/>
                <a:ea typeface="微软雅黑" panose="020B0503020204020204" pitchFamily="34" charset="-122"/>
              </a:rPr>
              <a:t>变化控制系统记录每次变化的相关信息（变化的原因、变化的实施者以及变化的内容等）</a:t>
            </a:r>
            <a:endParaRPr lang="en-US" altLang="zh-CN" b="1" dirty="0">
              <a:solidFill>
                <a:schemeClr val="accent1"/>
              </a:solidFill>
              <a:latin typeface="微软雅黑" panose="020B0503020204020204" pitchFamily="34" charset="-122"/>
              <a:ea typeface="微软雅黑" panose="020B0503020204020204" pitchFamily="34" charset="-122"/>
            </a:endParaRPr>
          </a:p>
          <a:p>
            <a:pPr>
              <a:lnSpc>
                <a:spcPct val="125000"/>
              </a:lnSpc>
            </a:pPr>
            <a:r>
              <a:rPr lang="zh-CN" altLang="en-US" dirty="0">
                <a:latin typeface="微软雅黑" panose="020B0503020204020204" pitchFamily="34" charset="-122"/>
                <a:ea typeface="微软雅黑" panose="020B0503020204020204" pitchFamily="34" charset="-122"/>
              </a:rPr>
              <a:t>查看这些记录信息，有助于追踪出现的各种问题。记录正在执行的变更的信息，有助于做出正确的管理决策</a:t>
            </a:r>
            <a:endParaRPr lang="en-US" altLang="zh-CN" dirty="0">
              <a:latin typeface="微软雅黑" panose="020B0503020204020204" pitchFamily="34" charset="-122"/>
              <a:ea typeface="微软雅黑" panose="020B0503020204020204" pitchFamily="34" charset="-122"/>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500"/>
                                        <p:tgtEl>
                                          <p:spTgt spid="15"/>
                                        </p:tgtEl>
                                      </p:cBhvr>
                                    </p:animEffect>
                                    <p:anim calcmode="lin" valueType="num">
                                      <p:cBhvr>
                                        <p:cTn id="8" dur="1500" fill="hold"/>
                                        <p:tgtEl>
                                          <p:spTgt spid="15"/>
                                        </p:tgtEl>
                                        <p:attrNameLst>
                                          <p:attrName>style.rotation</p:attrName>
                                        </p:attrNameLst>
                                      </p:cBhvr>
                                      <p:tavLst>
                                        <p:tav tm="0">
                                          <p:val>
                                            <p:fltVal val="720"/>
                                          </p:val>
                                        </p:tav>
                                        <p:tav tm="100000">
                                          <p:val>
                                            <p:fltVal val="0"/>
                                          </p:val>
                                        </p:tav>
                                      </p:tavLst>
                                    </p:anim>
                                    <p:anim calcmode="lin" valueType="num">
                                      <p:cBhvr>
                                        <p:cTn id="9" dur="1500" fill="hold"/>
                                        <p:tgtEl>
                                          <p:spTgt spid="15"/>
                                        </p:tgtEl>
                                        <p:attrNameLst>
                                          <p:attrName>ppt_h</p:attrName>
                                        </p:attrNameLst>
                                      </p:cBhvr>
                                      <p:tavLst>
                                        <p:tav tm="0">
                                          <p:val>
                                            <p:fltVal val="0"/>
                                          </p:val>
                                        </p:tav>
                                        <p:tav tm="100000">
                                          <p:val>
                                            <p:strVal val="#ppt_h"/>
                                          </p:val>
                                        </p:tav>
                                      </p:tavLst>
                                    </p:anim>
                                    <p:anim calcmode="lin" valueType="num">
                                      <p:cBhvr>
                                        <p:cTn id="10" dur="1500" fill="hold"/>
                                        <p:tgtEl>
                                          <p:spTgt spid="15"/>
                                        </p:tgtEl>
                                        <p:attrNameLst>
                                          <p:attrName>ppt_w</p:attrName>
                                        </p:attrNameLst>
                                      </p:cBhvr>
                                      <p:tavLst>
                                        <p:tav tm="0">
                                          <p:val>
                                            <p:fltVal val="0"/>
                                          </p:val>
                                        </p:tav>
                                        <p:tav tm="100000">
                                          <p:val>
                                            <p:strVal val="#ppt_w"/>
                                          </p:val>
                                        </p:tav>
                                      </p:tavLst>
                                    </p:anim>
                                  </p:childTnLst>
                                </p:cTn>
                              </p:par>
                            </p:childTnLst>
                          </p:cTn>
                        </p:par>
                        <p:par>
                          <p:cTn id="11" fill="hold">
                            <p:stCondLst>
                              <p:cond delay="1500"/>
                            </p:stCondLst>
                            <p:childTnLst>
                              <p:par>
                                <p:cTn id="12" presetID="10" presetClass="entr" presetSubtype="0" fill="hold" grpId="0" nodeType="afterEffect">
                                  <p:stCondLst>
                                    <p:cond delay="0"/>
                                  </p:stCondLst>
                                  <p:iterate type="lt">
                                    <p:tmPct val="10000"/>
                                  </p:iterate>
                                  <p:childTnLst>
                                    <p:set>
                                      <p:cBhvr>
                                        <p:cTn id="13" dur="1" fill="hold">
                                          <p:stCondLst>
                                            <p:cond delay="0"/>
                                          </p:stCondLst>
                                        </p:cTn>
                                        <p:tgtEl>
                                          <p:spTgt spid="14"/>
                                        </p:tgtEl>
                                        <p:attrNameLst>
                                          <p:attrName>style.visibility</p:attrName>
                                        </p:attrNameLst>
                                      </p:cBhvr>
                                      <p:to>
                                        <p:strVal val="visible"/>
                                      </p:to>
                                    </p:set>
                                    <p:animEffect transition="in" filter="fade">
                                      <p:cBhvr>
                                        <p:cTn id="14" dur="500"/>
                                        <p:tgtEl>
                                          <p:spTgt spid="14"/>
                                        </p:tgtEl>
                                      </p:cBhvr>
                                    </p:animEffect>
                                  </p:childTnLst>
                                </p:cTn>
                              </p:par>
                              <p:par>
                                <p:cTn id="15" presetID="10" presetClass="entr" presetSubtype="0" fill="hold" grpId="0" nodeType="withEffect">
                                  <p:stCondLst>
                                    <p:cond delay="0"/>
                                  </p:stCondLst>
                                  <p:iterate type="lt">
                                    <p:tmPct val="10000"/>
                                  </p:iterate>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grpId="0" nodeType="withEffect">
                                  <p:stCondLst>
                                    <p:cond delay="0"/>
                                  </p:stCondLst>
                                  <p:iterate type="lt">
                                    <p:tmPct val="10000"/>
                                  </p:iterate>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animBg="1"/>
      <p:bldP spid="7" grpId="0"/>
      <p:bldP spid="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229719"/>
            <a:ext cx="982639" cy="4663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982639" y="295927"/>
            <a:ext cx="4012442" cy="400110"/>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配置管理的功能</a:t>
            </a:r>
            <a:endParaRPr lang="en-US" altLang="zh-CN" sz="2000" dirty="0">
              <a:latin typeface="微软雅黑" panose="020B0503020204020204" pitchFamily="34" charset="-122"/>
              <a:ea typeface="微软雅黑" panose="020B0503020204020204" pitchFamily="34" charset="-122"/>
            </a:endParaRPr>
          </a:p>
        </p:txBody>
      </p:sp>
      <p:sp>
        <p:nvSpPr>
          <p:cNvPr id="14" name="文本框 13"/>
          <p:cNvSpPr txBox="1"/>
          <p:nvPr/>
        </p:nvSpPr>
        <p:spPr>
          <a:xfrm>
            <a:off x="721515" y="1128982"/>
            <a:ext cx="11242436" cy="369332"/>
          </a:xfrm>
          <a:prstGeom prst="rect">
            <a:avLst/>
          </a:prstGeom>
          <a:noFill/>
        </p:spPr>
        <p:txBody>
          <a:bodyPr wrap="square" rtlCol="0">
            <a:spAutoFit/>
          </a:bodyPr>
          <a:lstStyle/>
          <a:p>
            <a:r>
              <a:rPr lang="zh-CN" altLang="en-US" b="1" dirty="0">
                <a:solidFill>
                  <a:schemeClr val="accent1"/>
                </a:solidFill>
                <a:latin typeface="微软雅黑" panose="020B0503020204020204" pitchFamily="34" charset="-122"/>
                <a:ea typeface="微软雅黑" panose="020B0503020204020204" pitchFamily="34" charset="-122"/>
              </a:rPr>
              <a:t>配置状态报告</a:t>
            </a:r>
            <a:endParaRPr lang="zh-CN" altLang="en-US" dirty="0">
              <a:latin typeface="微软雅黑" panose="020B0503020204020204" pitchFamily="34" charset="-122"/>
              <a:ea typeface="微软雅黑" panose="020B0503020204020204" pitchFamily="34" charset="-122"/>
            </a:endParaRPr>
          </a:p>
        </p:txBody>
      </p:sp>
      <p:sp>
        <p:nvSpPr>
          <p:cNvPr id="15" name="矩形 14"/>
          <p:cNvSpPr/>
          <p:nvPr/>
        </p:nvSpPr>
        <p:spPr>
          <a:xfrm>
            <a:off x="649515" y="1201639"/>
            <a:ext cx="72000" cy="21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982638" y="1744608"/>
            <a:ext cx="8092781" cy="753220"/>
          </a:xfrm>
          <a:prstGeom prst="rect">
            <a:avLst/>
          </a:prstGeom>
        </p:spPr>
        <p:txBody>
          <a:bodyPr wrap="square">
            <a:spAutoFit/>
          </a:bodyPr>
          <a:lstStyle/>
          <a:p>
            <a:pPr marL="285750" indent="-285750">
              <a:lnSpc>
                <a:spcPct val="125000"/>
              </a:lnSpc>
              <a:buFont typeface="Wingdings" panose="05000000000000000000" pitchFamily="2" charset="2"/>
              <a:buChar char="n"/>
            </a:pPr>
            <a:r>
              <a:rPr lang="zh-CN" altLang="en-US" b="1" dirty="0">
                <a:solidFill>
                  <a:schemeClr val="accent1"/>
                </a:solidFill>
                <a:latin typeface="微软雅黑" panose="020B0503020204020204" pitchFamily="34" charset="-122"/>
                <a:ea typeface="微软雅黑" panose="020B0503020204020204" pitchFamily="34" charset="-122"/>
              </a:rPr>
              <a:t>状态纪实</a:t>
            </a:r>
            <a:endParaRPr lang="en-US" altLang="zh-CN" b="1" dirty="0">
              <a:solidFill>
                <a:schemeClr val="accent1"/>
              </a:solidFill>
              <a:latin typeface="微软雅黑" panose="020B0503020204020204" pitchFamily="34" charset="-122"/>
              <a:ea typeface="微软雅黑" panose="020B0503020204020204" pitchFamily="34" charset="-122"/>
            </a:endParaRPr>
          </a:p>
          <a:p>
            <a:pPr>
              <a:lnSpc>
                <a:spcPct val="125000"/>
              </a:lnSpc>
            </a:pPr>
            <a:r>
              <a:rPr lang="zh-CN" altLang="en-US" dirty="0">
                <a:latin typeface="微软雅黑" panose="020B0503020204020204" pitchFamily="34" charset="-122"/>
                <a:ea typeface="微软雅黑" panose="020B0503020204020204" pitchFamily="34" charset="-122"/>
              </a:rPr>
              <a:t>记录和描述受控库中的配置项在任何给定时间的状态</a:t>
            </a:r>
            <a:endParaRPr lang="en-US" altLang="zh-CN" dirty="0">
              <a:latin typeface="微软雅黑" panose="020B0503020204020204" pitchFamily="34" charset="-122"/>
              <a:ea typeface="微软雅黑" panose="020B0503020204020204" pitchFamily="34" charset="-122"/>
            </a:endParaRPr>
          </a:p>
        </p:txBody>
      </p:sp>
      <p:sp>
        <p:nvSpPr>
          <p:cNvPr id="9" name="矩形 8"/>
          <p:cNvSpPr/>
          <p:nvPr/>
        </p:nvSpPr>
        <p:spPr>
          <a:xfrm>
            <a:off x="982638" y="2744122"/>
            <a:ext cx="9863552" cy="1791965"/>
          </a:xfrm>
          <a:prstGeom prst="rect">
            <a:avLst/>
          </a:prstGeom>
        </p:spPr>
        <p:txBody>
          <a:bodyPr wrap="square">
            <a:spAutoFit/>
          </a:bodyPr>
          <a:lstStyle/>
          <a:p>
            <a:pPr marL="285750" indent="-285750">
              <a:lnSpc>
                <a:spcPct val="125000"/>
              </a:lnSpc>
              <a:buFont typeface="Wingdings" panose="05000000000000000000" pitchFamily="2" charset="2"/>
              <a:buChar char="n"/>
            </a:pPr>
            <a:r>
              <a:rPr lang="zh-CN" altLang="en-US" b="1" dirty="0">
                <a:solidFill>
                  <a:schemeClr val="accent1"/>
                </a:solidFill>
                <a:latin typeface="微软雅黑" panose="020B0503020204020204" pitchFamily="34" charset="-122"/>
                <a:ea typeface="微软雅黑" panose="020B0503020204020204" pitchFamily="34" charset="-122"/>
              </a:rPr>
              <a:t>记录的配置状态</a:t>
            </a:r>
            <a:endParaRPr lang="en-US" altLang="zh-CN" b="1" dirty="0">
              <a:solidFill>
                <a:schemeClr val="accent1"/>
              </a:solidFill>
              <a:latin typeface="微软雅黑" panose="020B0503020204020204" pitchFamily="34" charset="-122"/>
              <a:ea typeface="微软雅黑" panose="020B0503020204020204" pitchFamily="34" charset="-122"/>
            </a:endParaRPr>
          </a:p>
          <a:p>
            <a:pPr>
              <a:lnSpc>
                <a:spcPct val="125000"/>
              </a:lnSpc>
            </a:pPr>
            <a:r>
              <a:rPr lang="zh-CN" altLang="en-US" dirty="0">
                <a:latin typeface="微软雅黑" panose="020B0503020204020204" pitchFamily="34" charset="-122"/>
                <a:ea typeface="微软雅黑" panose="020B0503020204020204" pitchFamily="34" charset="-122"/>
              </a:rPr>
              <a:t>软件向和相关文档的标识及其当前状态</a:t>
            </a:r>
            <a:endParaRPr lang="en-US" altLang="zh-CN" dirty="0">
              <a:latin typeface="微软雅黑" panose="020B0503020204020204" pitchFamily="34" charset="-122"/>
              <a:ea typeface="微软雅黑" panose="020B0503020204020204" pitchFamily="34" charset="-122"/>
            </a:endParaRPr>
          </a:p>
          <a:p>
            <a:pPr>
              <a:lnSpc>
                <a:spcPct val="125000"/>
              </a:lnSpc>
            </a:pPr>
            <a:r>
              <a:rPr lang="zh-CN" altLang="en-US" dirty="0">
                <a:latin typeface="微软雅黑" panose="020B0503020204020204" pitchFamily="34" charset="-122"/>
                <a:ea typeface="微软雅黑" panose="020B0503020204020204" pitchFamily="34" charset="-122"/>
              </a:rPr>
              <a:t>基线进化的状态</a:t>
            </a:r>
            <a:endParaRPr lang="en-US" altLang="zh-CN" dirty="0">
              <a:latin typeface="微软雅黑" panose="020B0503020204020204" pitchFamily="34" charset="-122"/>
              <a:ea typeface="微软雅黑" panose="020B0503020204020204" pitchFamily="34" charset="-122"/>
            </a:endParaRPr>
          </a:p>
          <a:p>
            <a:pPr>
              <a:lnSpc>
                <a:spcPct val="125000"/>
              </a:lnSpc>
            </a:pPr>
            <a:r>
              <a:rPr lang="zh-CN" altLang="en-US" dirty="0">
                <a:latin typeface="微软雅黑" panose="020B0503020204020204" pitchFamily="34" charset="-122"/>
                <a:ea typeface="微软雅黑" panose="020B0503020204020204" pitchFamily="34" charset="-122"/>
              </a:rPr>
              <a:t>建议和已批准变更的状态</a:t>
            </a:r>
            <a:endParaRPr lang="en-US" altLang="zh-CN" dirty="0">
              <a:latin typeface="微软雅黑" panose="020B0503020204020204" pitchFamily="34" charset="-122"/>
              <a:ea typeface="微软雅黑" panose="020B0503020204020204" pitchFamily="34" charset="-122"/>
            </a:endParaRPr>
          </a:p>
          <a:p>
            <a:pPr>
              <a:lnSpc>
                <a:spcPct val="125000"/>
              </a:lnSpc>
            </a:pPr>
            <a:r>
              <a:rPr lang="zh-CN" altLang="en-US" dirty="0">
                <a:latin typeface="微软雅黑" panose="020B0503020204020204" pitchFamily="34" charset="-122"/>
                <a:ea typeface="微软雅黑" panose="020B0503020204020204" pitchFamily="34" charset="-122"/>
              </a:rPr>
              <a:t>已批准更改的实施状态</a:t>
            </a:r>
            <a:endParaRPr lang="en-US" altLang="zh-CN" dirty="0">
              <a:latin typeface="微软雅黑" panose="020B0503020204020204" pitchFamily="34" charset="-122"/>
              <a:ea typeface="微软雅黑" panose="020B0503020204020204" pitchFamily="34" charset="-122"/>
            </a:endParaRPr>
          </a:p>
        </p:txBody>
      </p:sp>
      <p:sp>
        <p:nvSpPr>
          <p:cNvPr id="8" name="矩形 7"/>
          <p:cNvSpPr/>
          <p:nvPr/>
        </p:nvSpPr>
        <p:spPr>
          <a:xfrm>
            <a:off x="982638" y="4782381"/>
            <a:ext cx="9863552" cy="753220"/>
          </a:xfrm>
          <a:prstGeom prst="rect">
            <a:avLst/>
          </a:prstGeom>
        </p:spPr>
        <p:txBody>
          <a:bodyPr wrap="square">
            <a:spAutoFit/>
          </a:bodyPr>
          <a:lstStyle/>
          <a:p>
            <a:pPr marL="285750" indent="-285750">
              <a:lnSpc>
                <a:spcPct val="125000"/>
              </a:lnSpc>
              <a:buFont typeface="Wingdings" panose="05000000000000000000" pitchFamily="2" charset="2"/>
              <a:buChar char="n"/>
            </a:pPr>
            <a:r>
              <a:rPr lang="zh-CN" altLang="en-US" b="1" dirty="0">
                <a:solidFill>
                  <a:schemeClr val="accent1"/>
                </a:solidFill>
                <a:latin typeface="微软雅黑" panose="020B0503020204020204" pitchFamily="34" charset="-122"/>
                <a:ea typeface="微软雅黑" panose="020B0503020204020204" pitchFamily="34" charset="-122"/>
              </a:rPr>
              <a:t>配置报告的目的</a:t>
            </a:r>
            <a:endParaRPr lang="en-US" altLang="zh-CN" b="1" dirty="0">
              <a:solidFill>
                <a:schemeClr val="accent1"/>
              </a:solidFill>
              <a:latin typeface="微软雅黑" panose="020B0503020204020204" pitchFamily="34" charset="-122"/>
              <a:ea typeface="微软雅黑" panose="020B0503020204020204" pitchFamily="34" charset="-122"/>
            </a:endParaRPr>
          </a:p>
          <a:p>
            <a:pPr>
              <a:lnSpc>
                <a:spcPct val="125000"/>
              </a:lnSpc>
            </a:pPr>
            <a:r>
              <a:rPr lang="zh-CN" altLang="en-US" dirty="0">
                <a:latin typeface="微软雅黑" panose="020B0503020204020204" pitchFamily="34" charset="-122"/>
                <a:ea typeface="微软雅黑" panose="020B0503020204020204" pitchFamily="34" charset="-122"/>
              </a:rPr>
              <a:t>将记录中所包含的信息形成文件并进行传播</a:t>
            </a:r>
            <a:endParaRPr lang="en-US" altLang="zh-CN" dirty="0">
              <a:latin typeface="微软雅黑" panose="020B0503020204020204" pitchFamily="34" charset="-122"/>
              <a:ea typeface="微软雅黑" panose="020B0503020204020204" pitchFamily="34" charset="-122"/>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500"/>
                                        <p:tgtEl>
                                          <p:spTgt spid="15"/>
                                        </p:tgtEl>
                                      </p:cBhvr>
                                    </p:animEffect>
                                    <p:anim calcmode="lin" valueType="num">
                                      <p:cBhvr>
                                        <p:cTn id="8" dur="1500" fill="hold"/>
                                        <p:tgtEl>
                                          <p:spTgt spid="15"/>
                                        </p:tgtEl>
                                        <p:attrNameLst>
                                          <p:attrName>style.rotation</p:attrName>
                                        </p:attrNameLst>
                                      </p:cBhvr>
                                      <p:tavLst>
                                        <p:tav tm="0">
                                          <p:val>
                                            <p:fltVal val="720"/>
                                          </p:val>
                                        </p:tav>
                                        <p:tav tm="100000">
                                          <p:val>
                                            <p:fltVal val="0"/>
                                          </p:val>
                                        </p:tav>
                                      </p:tavLst>
                                    </p:anim>
                                    <p:anim calcmode="lin" valueType="num">
                                      <p:cBhvr>
                                        <p:cTn id="9" dur="1500" fill="hold"/>
                                        <p:tgtEl>
                                          <p:spTgt spid="15"/>
                                        </p:tgtEl>
                                        <p:attrNameLst>
                                          <p:attrName>ppt_h</p:attrName>
                                        </p:attrNameLst>
                                      </p:cBhvr>
                                      <p:tavLst>
                                        <p:tav tm="0">
                                          <p:val>
                                            <p:fltVal val="0"/>
                                          </p:val>
                                        </p:tav>
                                        <p:tav tm="100000">
                                          <p:val>
                                            <p:strVal val="#ppt_h"/>
                                          </p:val>
                                        </p:tav>
                                      </p:tavLst>
                                    </p:anim>
                                    <p:anim calcmode="lin" valueType="num">
                                      <p:cBhvr>
                                        <p:cTn id="10" dur="1500" fill="hold"/>
                                        <p:tgtEl>
                                          <p:spTgt spid="15"/>
                                        </p:tgtEl>
                                        <p:attrNameLst>
                                          <p:attrName>ppt_w</p:attrName>
                                        </p:attrNameLst>
                                      </p:cBhvr>
                                      <p:tavLst>
                                        <p:tav tm="0">
                                          <p:val>
                                            <p:fltVal val="0"/>
                                          </p:val>
                                        </p:tav>
                                        <p:tav tm="100000">
                                          <p:val>
                                            <p:strVal val="#ppt_w"/>
                                          </p:val>
                                        </p:tav>
                                      </p:tavLst>
                                    </p:anim>
                                  </p:childTnLst>
                                </p:cTn>
                              </p:par>
                            </p:childTnLst>
                          </p:cTn>
                        </p:par>
                        <p:par>
                          <p:cTn id="11" fill="hold">
                            <p:stCondLst>
                              <p:cond delay="1500"/>
                            </p:stCondLst>
                            <p:childTnLst>
                              <p:par>
                                <p:cTn id="12" presetID="10" presetClass="entr" presetSubtype="0" fill="hold" grpId="0" nodeType="afterEffect">
                                  <p:stCondLst>
                                    <p:cond delay="0"/>
                                  </p:stCondLst>
                                  <p:iterate type="lt">
                                    <p:tmPct val="10000"/>
                                  </p:iterate>
                                  <p:childTnLst>
                                    <p:set>
                                      <p:cBhvr>
                                        <p:cTn id="13" dur="1" fill="hold">
                                          <p:stCondLst>
                                            <p:cond delay="0"/>
                                          </p:stCondLst>
                                        </p:cTn>
                                        <p:tgtEl>
                                          <p:spTgt spid="14"/>
                                        </p:tgtEl>
                                        <p:attrNameLst>
                                          <p:attrName>style.visibility</p:attrName>
                                        </p:attrNameLst>
                                      </p:cBhvr>
                                      <p:to>
                                        <p:strVal val="visible"/>
                                      </p:to>
                                    </p:set>
                                    <p:animEffect transition="in" filter="fade">
                                      <p:cBhvr>
                                        <p:cTn id="14" dur="500"/>
                                        <p:tgtEl>
                                          <p:spTgt spid="14"/>
                                        </p:tgtEl>
                                      </p:cBhvr>
                                    </p:animEffect>
                                  </p:childTnLst>
                                </p:cTn>
                              </p:par>
                              <p:par>
                                <p:cTn id="15" presetID="10" presetClass="entr" presetSubtype="0" fill="hold" grpId="0" nodeType="withEffect">
                                  <p:stCondLst>
                                    <p:cond delay="0"/>
                                  </p:stCondLst>
                                  <p:iterate type="lt">
                                    <p:tmPct val="10000"/>
                                  </p:iterate>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grpId="0" nodeType="withEffect">
                                  <p:stCondLst>
                                    <p:cond delay="0"/>
                                  </p:stCondLst>
                                  <p:iterate type="lt">
                                    <p:tmPct val="10000"/>
                                  </p:iterate>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par>
                                <p:cTn id="21" presetID="10" presetClass="entr" presetSubtype="0" fill="hold" grpId="0" nodeType="withEffect">
                                  <p:stCondLst>
                                    <p:cond delay="0"/>
                                  </p:stCondLst>
                                  <p:iterate type="lt">
                                    <p:tmPct val="10000"/>
                                  </p:iterate>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animBg="1"/>
      <p:bldP spid="7" grpId="0"/>
      <p:bldP spid="9" grpId="0"/>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229719"/>
            <a:ext cx="982639" cy="4663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982639" y="295927"/>
            <a:ext cx="4012442" cy="400110"/>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配置管理的功能</a:t>
            </a:r>
            <a:endParaRPr lang="en-US" altLang="zh-CN" sz="2000" dirty="0">
              <a:latin typeface="微软雅黑" panose="020B0503020204020204" pitchFamily="34" charset="-122"/>
              <a:ea typeface="微软雅黑" panose="020B0503020204020204" pitchFamily="34" charset="-122"/>
            </a:endParaRPr>
          </a:p>
        </p:txBody>
      </p:sp>
      <p:sp>
        <p:nvSpPr>
          <p:cNvPr id="14" name="文本框 13"/>
          <p:cNvSpPr txBox="1"/>
          <p:nvPr/>
        </p:nvSpPr>
        <p:spPr>
          <a:xfrm>
            <a:off x="721515" y="1128982"/>
            <a:ext cx="11242436" cy="369332"/>
          </a:xfrm>
          <a:prstGeom prst="rect">
            <a:avLst/>
          </a:prstGeom>
          <a:noFill/>
        </p:spPr>
        <p:txBody>
          <a:bodyPr wrap="square" rtlCol="0">
            <a:spAutoFit/>
          </a:bodyPr>
          <a:lstStyle/>
          <a:p>
            <a:r>
              <a:rPr lang="zh-CN" altLang="en-US" b="1" dirty="0">
                <a:solidFill>
                  <a:schemeClr val="accent1"/>
                </a:solidFill>
                <a:latin typeface="微软雅黑" panose="020B0503020204020204" pitchFamily="34" charset="-122"/>
                <a:ea typeface="微软雅黑" panose="020B0503020204020204" pitchFamily="34" charset="-122"/>
              </a:rPr>
              <a:t>配置审核</a:t>
            </a:r>
            <a:endParaRPr lang="zh-CN" altLang="en-US" dirty="0">
              <a:latin typeface="微软雅黑" panose="020B0503020204020204" pitchFamily="34" charset="-122"/>
              <a:ea typeface="微软雅黑" panose="020B0503020204020204" pitchFamily="34" charset="-122"/>
            </a:endParaRPr>
          </a:p>
        </p:txBody>
      </p:sp>
      <p:sp>
        <p:nvSpPr>
          <p:cNvPr id="15" name="矩形 14"/>
          <p:cNvSpPr/>
          <p:nvPr/>
        </p:nvSpPr>
        <p:spPr>
          <a:xfrm>
            <a:off x="649515" y="1201639"/>
            <a:ext cx="72000" cy="21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982638" y="1744608"/>
            <a:ext cx="8092781" cy="1099468"/>
          </a:xfrm>
          <a:prstGeom prst="rect">
            <a:avLst/>
          </a:prstGeom>
        </p:spPr>
        <p:txBody>
          <a:bodyPr wrap="square">
            <a:spAutoFit/>
          </a:bodyPr>
          <a:lstStyle/>
          <a:p>
            <a:pPr marL="285750" indent="-285750">
              <a:lnSpc>
                <a:spcPct val="125000"/>
              </a:lnSpc>
              <a:buFont typeface="Wingdings" panose="05000000000000000000" pitchFamily="2" charset="2"/>
              <a:buChar char="n"/>
            </a:pPr>
            <a:r>
              <a:rPr lang="zh-CN" altLang="en-US" b="1" dirty="0">
                <a:solidFill>
                  <a:schemeClr val="accent1"/>
                </a:solidFill>
                <a:latin typeface="微软雅黑" panose="020B0503020204020204" pitchFamily="34" charset="-122"/>
                <a:ea typeface="微软雅黑" panose="020B0503020204020204" pitchFamily="34" charset="-122"/>
              </a:rPr>
              <a:t>目的</a:t>
            </a:r>
            <a:endParaRPr lang="en-US" altLang="zh-CN" b="1" dirty="0">
              <a:solidFill>
                <a:schemeClr val="accent1"/>
              </a:solidFill>
              <a:latin typeface="微软雅黑" panose="020B0503020204020204" pitchFamily="34" charset="-122"/>
              <a:ea typeface="微软雅黑" panose="020B0503020204020204" pitchFamily="34" charset="-122"/>
            </a:endParaRPr>
          </a:p>
          <a:p>
            <a:pPr>
              <a:lnSpc>
                <a:spcPct val="125000"/>
              </a:lnSpc>
            </a:pPr>
            <a:r>
              <a:rPr lang="zh-CN" altLang="en-US" dirty="0">
                <a:latin typeface="微软雅黑" panose="020B0503020204020204" pitchFamily="34" charset="-122"/>
                <a:ea typeface="微软雅黑" panose="020B0503020204020204" pitchFamily="34" charset="-122"/>
              </a:rPr>
              <a:t>验证配置管理过程和标准在项目的开发活动中得到遵循</a:t>
            </a:r>
            <a:endParaRPr lang="en-US" altLang="zh-CN" dirty="0">
              <a:latin typeface="微软雅黑" panose="020B0503020204020204" pitchFamily="34" charset="-122"/>
              <a:ea typeface="微软雅黑" panose="020B0503020204020204" pitchFamily="34" charset="-122"/>
            </a:endParaRPr>
          </a:p>
          <a:p>
            <a:pPr>
              <a:lnSpc>
                <a:spcPct val="125000"/>
              </a:lnSpc>
            </a:pPr>
            <a:r>
              <a:rPr lang="zh-CN" altLang="en-US" dirty="0">
                <a:latin typeface="微软雅黑" panose="020B0503020204020204" pitchFamily="34" charset="-122"/>
                <a:ea typeface="微软雅黑" panose="020B0503020204020204" pitchFamily="34" charset="-122"/>
              </a:rPr>
              <a:t>已开发的产品配置与规定的要求相符合</a:t>
            </a:r>
            <a:endParaRPr lang="en-US" altLang="zh-CN" dirty="0">
              <a:latin typeface="微软雅黑" panose="020B0503020204020204" pitchFamily="34" charset="-122"/>
              <a:ea typeface="微软雅黑" panose="020B0503020204020204" pitchFamily="34" charset="-122"/>
            </a:endParaRPr>
          </a:p>
        </p:txBody>
      </p:sp>
      <p:sp>
        <p:nvSpPr>
          <p:cNvPr id="9" name="矩形 8"/>
          <p:cNvSpPr/>
          <p:nvPr/>
        </p:nvSpPr>
        <p:spPr>
          <a:xfrm>
            <a:off x="982638" y="3263494"/>
            <a:ext cx="9863552" cy="1099468"/>
          </a:xfrm>
          <a:prstGeom prst="rect">
            <a:avLst/>
          </a:prstGeom>
        </p:spPr>
        <p:txBody>
          <a:bodyPr wrap="square">
            <a:spAutoFit/>
          </a:bodyPr>
          <a:lstStyle/>
          <a:p>
            <a:pPr marL="285750" indent="-285750">
              <a:lnSpc>
                <a:spcPct val="125000"/>
              </a:lnSpc>
              <a:buFont typeface="Wingdings" panose="05000000000000000000" pitchFamily="2" charset="2"/>
              <a:buChar char="n"/>
            </a:pPr>
            <a:r>
              <a:rPr lang="zh-CN" altLang="en-US" b="1" dirty="0">
                <a:solidFill>
                  <a:schemeClr val="accent1"/>
                </a:solidFill>
                <a:latin typeface="微软雅黑" panose="020B0503020204020204" pitchFamily="34" charset="-122"/>
                <a:ea typeface="微软雅黑" panose="020B0503020204020204" pitchFamily="34" charset="-122"/>
              </a:rPr>
              <a:t>产品审核</a:t>
            </a:r>
            <a:endParaRPr lang="en-US" altLang="zh-CN" b="1" dirty="0">
              <a:solidFill>
                <a:schemeClr val="accent1"/>
              </a:solidFill>
              <a:latin typeface="微软雅黑" panose="020B0503020204020204" pitchFamily="34" charset="-122"/>
              <a:ea typeface="微软雅黑" panose="020B0503020204020204" pitchFamily="34" charset="-122"/>
            </a:endParaRPr>
          </a:p>
          <a:p>
            <a:pPr>
              <a:lnSpc>
                <a:spcPct val="125000"/>
              </a:lnSpc>
            </a:pPr>
            <a:r>
              <a:rPr lang="zh-CN" altLang="en-US" dirty="0">
                <a:latin typeface="微软雅黑" panose="020B0503020204020204" pitchFamily="34" charset="-122"/>
                <a:ea typeface="微软雅黑" panose="020B0503020204020204" pitchFamily="34" charset="-122"/>
              </a:rPr>
              <a:t>为验收产品和启动软件的运行使用向顾客或用户提供充分的证据</a:t>
            </a:r>
            <a:endParaRPr lang="en-US" altLang="zh-CN" dirty="0">
              <a:latin typeface="微软雅黑" panose="020B0503020204020204" pitchFamily="34" charset="-122"/>
              <a:ea typeface="微软雅黑" panose="020B0503020204020204" pitchFamily="34" charset="-122"/>
            </a:endParaRPr>
          </a:p>
          <a:p>
            <a:pPr>
              <a:lnSpc>
                <a:spcPct val="125000"/>
              </a:lnSpc>
            </a:pPr>
            <a:r>
              <a:rPr lang="zh-CN" altLang="en-US" dirty="0">
                <a:latin typeface="微软雅黑" panose="020B0503020204020204" pitchFamily="34" charset="-122"/>
                <a:ea typeface="微软雅黑" panose="020B0503020204020204" pitchFamily="34" charset="-122"/>
              </a:rPr>
              <a:t>建立软件产品基线</a:t>
            </a:r>
            <a:endParaRPr lang="en-US" altLang="zh-CN" dirty="0">
              <a:latin typeface="微软雅黑" panose="020B0503020204020204" pitchFamily="34" charset="-122"/>
              <a:ea typeface="微软雅黑" panose="020B0503020204020204" pitchFamily="34" charset="-122"/>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500"/>
                                        <p:tgtEl>
                                          <p:spTgt spid="15"/>
                                        </p:tgtEl>
                                      </p:cBhvr>
                                    </p:animEffect>
                                    <p:anim calcmode="lin" valueType="num">
                                      <p:cBhvr>
                                        <p:cTn id="8" dur="1500" fill="hold"/>
                                        <p:tgtEl>
                                          <p:spTgt spid="15"/>
                                        </p:tgtEl>
                                        <p:attrNameLst>
                                          <p:attrName>style.rotation</p:attrName>
                                        </p:attrNameLst>
                                      </p:cBhvr>
                                      <p:tavLst>
                                        <p:tav tm="0">
                                          <p:val>
                                            <p:fltVal val="720"/>
                                          </p:val>
                                        </p:tav>
                                        <p:tav tm="100000">
                                          <p:val>
                                            <p:fltVal val="0"/>
                                          </p:val>
                                        </p:tav>
                                      </p:tavLst>
                                    </p:anim>
                                    <p:anim calcmode="lin" valueType="num">
                                      <p:cBhvr>
                                        <p:cTn id="9" dur="1500" fill="hold"/>
                                        <p:tgtEl>
                                          <p:spTgt spid="15"/>
                                        </p:tgtEl>
                                        <p:attrNameLst>
                                          <p:attrName>ppt_h</p:attrName>
                                        </p:attrNameLst>
                                      </p:cBhvr>
                                      <p:tavLst>
                                        <p:tav tm="0">
                                          <p:val>
                                            <p:fltVal val="0"/>
                                          </p:val>
                                        </p:tav>
                                        <p:tav tm="100000">
                                          <p:val>
                                            <p:strVal val="#ppt_h"/>
                                          </p:val>
                                        </p:tav>
                                      </p:tavLst>
                                    </p:anim>
                                    <p:anim calcmode="lin" valueType="num">
                                      <p:cBhvr>
                                        <p:cTn id="10" dur="1500" fill="hold"/>
                                        <p:tgtEl>
                                          <p:spTgt spid="15"/>
                                        </p:tgtEl>
                                        <p:attrNameLst>
                                          <p:attrName>ppt_w</p:attrName>
                                        </p:attrNameLst>
                                      </p:cBhvr>
                                      <p:tavLst>
                                        <p:tav tm="0">
                                          <p:val>
                                            <p:fltVal val="0"/>
                                          </p:val>
                                        </p:tav>
                                        <p:tav tm="100000">
                                          <p:val>
                                            <p:strVal val="#ppt_w"/>
                                          </p:val>
                                        </p:tav>
                                      </p:tavLst>
                                    </p:anim>
                                  </p:childTnLst>
                                </p:cTn>
                              </p:par>
                            </p:childTnLst>
                          </p:cTn>
                        </p:par>
                        <p:par>
                          <p:cTn id="11" fill="hold">
                            <p:stCondLst>
                              <p:cond delay="1500"/>
                            </p:stCondLst>
                            <p:childTnLst>
                              <p:par>
                                <p:cTn id="12" presetID="10" presetClass="entr" presetSubtype="0" fill="hold" grpId="0" nodeType="afterEffect">
                                  <p:stCondLst>
                                    <p:cond delay="0"/>
                                  </p:stCondLst>
                                  <p:iterate type="lt">
                                    <p:tmPct val="10000"/>
                                  </p:iterate>
                                  <p:childTnLst>
                                    <p:set>
                                      <p:cBhvr>
                                        <p:cTn id="13" dur="1" fill="hold">
                                          <p:stCondLst>
                                            <p:cond delay="0"/>
                                          </p:stCondLst>
                                        </p:cTn>
                                        <p:tgtEl>
                                          <p:spTgt spid="14"/>
                                        </p:tgtEl>
                                        <p:attrNameLst>
                                          <p:attrName>style.visibility</p:attrName>
                                        </p:attrNameLst>
                                      </p:cBhvr>
                                      <p:to>
                                        <p:strVal val="visible"/>
                                      </p:to>
                                    </p:set>
                                    <p:animEffect transition="in" filter="fade">
                                      <p:cBhvr>
                                        <p:cTn id="14" dur="500"/>
                                        <p:tgtEl>
                                          <p:spTgt spid="14"/>
                                        </p:tgtEl>
                                      </p:cBhvr>
                                    </p:animEffect>
                                  </p:childTnLst>
                                </p:cTn>
                              </p:par>
                              <p:par>
                                <p:cTn id="15" presetID="10" presetClass="entr" presetSubtype="0" fill="hold" grpId="0" nodeType="withEffect">
                                  <p:stCondLst>
                                    <p:cond delay="0"/>
                                  </p:stCondLst>
                                  <p:iterate type="lt">
                                    <p:tmPct val="10000"/>
                                  </p:iterate>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grpId="0" nodeType="withEffect">
                                  <p:stCondLst>
                                    <p:cond delay="0"/>
                                  </p:stCondLst>
                                  <p:iterate type="lt">
                                    <p:tmPct val="10000"/>
                                  </p:iterate>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animBg="1"/>
      <p:bldP spid="7" grpId="0"/>
      <p:bldP spid="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229719"/>
            <a:ext cx="982639" cy="4663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982639" y="295927"/>
            <a:ext cx="4012442" cy="400110"/>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配置管理的意义</a:t>
            </a:r>
            <a:endParaRPr lang="en-US" altLang="zh-CN" sz="2000" dirty="0">
              <a:latin typeface="微软雅黑" panose="020B0503020204020204" pitchFamily="34" charset="-122"/>
              <a:ea typeface="微软雅黑" panose="020B0503020204020204" pitchFamily="34" charset="-122"/>
            </a:endParaRPr>
          </a:p>
        </p:txBody>
      </p:sp>
      <p:sp>
        <p:nvSpPr>
          <p:cNvPr id="8" name="矩形 7"/>
          <p:cNvSpPr/>
          <p:nvPr/>
        </p:nvSpPr>
        <p:spPr>
          <a:xfrm>
            <a:off x="2192321" y="1720215"/>
            <a:ext cx="2365581" cy="5429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ea typeface="微软雅黑" panose="020B0503020204020204" pitchFamily="34" charset="-122"/>
              </a:rPr>
              <a:t>优点</a:t>
            </a:r>
            <a:endParaRPr lang="zh-CN" altLang="en-US" sz="1600" dirty="0">
              <a:latin typeface="微软雅黑" panose="020B0503020204020204" pitchFamily="34" charset="-122"/>
              <a:ea typeface="微软雅黑" panose="020B0503020204020204" pitchFamily="34" charset="-122"/>
            </a:endParaRPr>
          </a:p>
        </p:txBody>
      </p:sp>
      <p:cxnSp>
        <p:nvCxnSpPr>
          <p:cNvPr id="10" name="直接连接符 8"/>
          <p:cNvCxnSpPr/>
          <p:nvPr/>
        </p:nvCxnSpPr>
        <p:spPr>
          <a:xfrm>
            <a:off x="2206610" y="2334578"/>
            <a:ext cx="0" cy="2214562"/>
          </a:xfrm>
          <a:prstGeom prst="line">
            <a:avLst/>
          </a:prstGeom>
          <a:ln>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2255616" y="2564696"/>
            <a:ext cx="2302287" cy="2634119"/>
          </a:xfrm>
          <a:prstGeom prst="rect">
            <a:avLst/>
          </a:prstGeom>
          <a:noFill/>
        </p:spPr>
        <p:txBody>
          <a:bodyPr wrap="square" rtlCol="0">
            <a:spAutoFit/>
          </a:bodyPr>
          <a:lstStyle/>
          <a:p>
            <a:pPr marL="285750" indent="-285750">
              <a:lnSpc>
                <a:spcPct val="150000"/>
              </a:lnSpc>
              <a:buFont typeface="Wingdings" panose="05000000000000000000" pitchFamily="2" charset="2"/>
              <a:buChar char="n"/>
            </a:pPr>
            <a:r>
              <a:rPr lang="zh-CN" altLang="en-US" sz="1600" dirty="0">
                <a:latin typeface="微软雅黑" panose="020B0503020204020204" pitchFamily="34" charset="-122"/>
                <a:ea typeface="微软雅黑" panose="020B0503020204020204" pitchFamily="34" charset="-122"/>
              </a:rPr>
              <a:t>提高软件开发生产率</a:t>
            </a:r>
            <a:endParaRPr lang="en-US" altLang="zh-CN" sz="16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n"/>
            </a:pPr>
            <a:r>
              <a:rPr lang="zh-CN" altLang="en-US" sz="1600" dirty="0">
                <a:latin typeface="微软雅黑" panose="020B0503020204020204" pitchFamily="34" charset="-122"/>
                <a:ea typeface="微软雅黑" panose="020B0503020204020204" pitchFamily="34" charset="-122"/>
              </a:rPr>
              <a:t>降低软件维护费用</a:t>
            </a:r>
            <a:endParaRPr lang="en-US" altLang="zh-CN" sz="16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n"/>
            </a:pPr>
            <a:r>
              <a:rPr lang="zh-CN" altLang="en-US" sz="1600" dirty="0">
                <a:latin typeface="微软雅黑" panose="020B0503020204020204" pitchFamily="34" charset="-122"/>
                <a:ea typeface="微软雅黑" panose="020B0503020204020204" pitchFamily="34" charset="-122"/>
              </a:rPr>
              <a:t>确保构建正确的系统</a:t>
            </a:r>
            <a:endParaRPr lang="en-US" altLang="zh-CN" sz="16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n"/>
            </a:pPr>
            <a:r>
              <a:rPr lang="zh-CN" altLang="en-US" sz="1600" dirty="0">
                <a:latin typeface="微软雅黑" panose="020B0503020204020204" pitchFamily="34" charset="-122"/>
                <a:ea typeface="微软雅黑" panose="020B0503020204020204" pitchFamily="34" charset="-122"/>
              </a:rPr>
              <a:t>更好的质量保障</a:t>
            </a:r>
            <a:endParaRPr lang="en-US" altLang="zh-CN" sz="16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n"/>
            </a:pPr>
            <a:r>
              <a:rPr lang="zh-CN" altLang="en-US" sz="1600" dirty="0">
                <a:latin typeface="微软雅黑" panose="020B0503020204020204" pitchFamily="34" charset="-122"/>
                <a:ea typeface="微软雅黑" panose="020B0503020204020204" pitchFamily="34" charset="-122"/>
              </a:rPr>
              <a:t>减少缺陷</a:t>
            </a:r>
            <a:endParaRPr lang="en-US" altLang="zh-CN" sz="16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n"/>
            </a:pPr>
            <a:r>
              <a:rPr lang="zh-CN" altLang="en-US" sz="1600" dirty="0">
                <a:latin typeface="微软雅黑" panose="020B0503020204020204" pitchFamily="34" charset="-122"/>
                <a:ea typeface="微软雅黑" panose="020B0503020204020204" pitchFamily="34" charset="-122"/>
              </a:rPr>
              <a:t>使软件开发依赖于过程而不是依赖与人</a:t>
            </a:r>
            <a:endParaRPr lang="zh-CN" altLang="en-US" sz="1600" dirty="0">
              <a:latin typeface="微软雅黑" panose="020B0503020204020204" pitchFamily="34" charset="-122"/>
              <a:ea typeface="微软雅黑" panose="020B0503020204020204" pitchFamily="34" charset="-122"/>
            </a:endParaRPr>
          </a:p>
        </p:txBody>
      </p:sp>
      <p:sp>
        <p:nvSpPr>
          <p:cNvPr id="12" name="矩形 11"/>
          <p:cNvSpPr/>
          <p:nvPr/>
        </p:nvSpPr>
        <p:spPr>
          <a:xfrm>
            <a:off x="5732748" y="1720215"/>
            <a:ext cx="2365581" cy="54292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ea typeface="微软雅黑" panose="020B0503020204020204" pitchFamily="34" charset="-122"/>
              </a:rPr>
              <a:t>缺点</a:t>
            </a:r>
            <a:endParaRPr lang="zh-CN" altLang="en-US" sz="1600" dirty="0">
              <a:latin typeface="微软雅黑" panose="020B0503020204020204" pitchFamily="34" charset="-122"/>
              <a:ea typeface="微软雅黑" panose="020B0503020204020204" pitchFamily="34" charset="-122"/>
            </a:endParaRPr>
          </a:p>
        </p:txBody>
      </p:sp>
      <p:cxnSp>
        <p:nvCxnSpPr>
          <p:cNvPr id="13" name="直接连接符 11"/>
          <p:cNvCxnSpPr/>
          <p:nvPr/>
        </p:nvCxnSpPr>
        <p:spPr>
          <a:xfrm>
            <a:off x="5747037" y="2334578"/>
            <a:ext cx="0" cy="2214562"/>
          </a:xfrm>
          <a:prstGeom prst="line">
            <a:avLst/>
          </a:prstGeom>
          <a:ln>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5796043" y="2564696"/>
            <a:ext cx="2302287" cy="2634119"/>
          </a:xfrm>
          <a:prstGeom prst="rect">
            <a:avLst/>
          </a:prstGeom>
          <a:noFill/>
        </p:spPr>
        <p:txBody>
          <a:bodyPr wrap="square" rtlCol="0">
            <a:spAutoFit/>
          </a:bodyPr>
          <a:lstStyle/>
          <a:p>
            <a:pPr marL="285750" indent="-285750">
              <a:lnSpc>
                <a:spcPct val="150000"/>
              </a:lnSpc>
              <a:buFont typeface="Wingdings" panose="05000000000000000000" pitchFamily="2" charset="2"/>
              <a:buChar char="n"/>
            </a:pPr>
            <a:r>
              <a:rPr lang="zh-CN" altLang="en-US" sz="1600" dirty="0">
                <a:latin typeface="微软雅黑" panose="020B0503020204020204" pitchFamily="34" charset="-122"/>
                <a:ea typeface="微软雅黑" panose="020B0503020204020204" pitchFamily="34" charset="-122"/>
              </a:rPr>
              <a:t>为配置管理设置专门的管理人员，并且要有一些软硬件环境支持，都增加了开发的成本</a:t>
            </a:r>
            <a:endParaRPr lang="en-US" altLang="zh-CN" sz="16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n"/>
            </a:pPr>
            <a:r>
              <a:rPr lang="zh-CN" altLang="en-US" sz="1600" dirty="0">
                <a:latin typeface="微软雅黑" panose="020B0503020204020204" pitchFamily="34" charset="-122"/>
                <a:ea typeface="微软雅黑" panose="020B0503020204020204" pitchFamily="34" charset="-122"/>
              </a:rPr>
              <a:t>对简单系统的开发没有实际意义</a:t>
            </a:r>
            <a:endParaRPr lang="zh-CN" altLang="en-US" sz="1600" dirty="0">
              <a:latin typeface="微软雅黑" panose="020B0503020204020204" pitchFamily="34" charset="-122"/>
              <a:ea typeface="微软雅黑" panose="020B0503020204020204" pitchFamily="34" charset="-122"/>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1" fill="hold" nodeType="after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up)">
                                      <p:cBhvr>
                                        <p:cTn id="13" dur="500"/>
                                        <p:tgtEl>
                                          <p:spTgt spid="10"/>
                                        </p:tgtEl>
                                      </p:cBhvr>
                                    </p:animEffect>
                                  </p:childTnLst>
                                </p:cTn>
                              </p:par>
                            </p:childTnLst>
                          </p:cTn>
                        </p:par>
                        <p:par>
                          <p:cTn id="14" fill="hold">
                            <p:stCondLst>
                              <p:cond delay="1500"/>
                            </p:stCondLst>
                            <p:childTnLst>
                              <p:par>
                                <p:cTn id="15" presetID="10" presetClass="entr" presetSubtype="0" fill="hold" grpId="0" nodeType="afterEffect">
                                  <p:stCondLst>
                                    <p:cond delay="0"/>
                                  </p:stCondLst>
                                  <p:childTnLst>
                                    <p:set>
                                      <p:cBhvr>
                                        <p:cTn id="16" dur="1" fill="hold">
                                          <p:stCondLst>
                                            <p:cond delay="0"/>
                                          </p:stCondLst>
                                        </p:cTn>
                                        <p:tgtEl>
                                          <p:spTgt spid="11">
                                            <p:txEl>
                                              <p:pRg st="0" end="0"/>
                                            </p:txEl>
                                          </p:spTgt>
                                        </p:tgtEl>
                                        <p:attrNameLst>
                                          <p:attrName>style.visibility</p:attrName>
                                        </p:attrNameLst>
                                      </p:cBhvr>
                                      <p:to>
                                        <p:strVal val="visible"/>
                                      </p:to>
                                    </p:set>
                                    <p:animEffect transition="in" filter="fade">
                                      <p:cBhvr>
                                        <p:cTn id="17" dur="500"/>
                                        <p:tgtEl>
                                          <p:spTgt spid="11">
                                            <p:txEl>
                                              <p:pRg st="0" end="0"/>
                                            </p:txEl>
                                          </p:spTgt>
                                        </p:tgtEl>
                                      </p:cBhvr>
                                    </p:animEffect>
                                  </p:childTnLst>
                                </p:cTn>
                              </p:par>
                            </p:childTnLst>
                          </p:cTn>
                        </p:par>
                        <p:par>
                          <p:cTn id="18" fill="hold">
                            <p:stCondLst>
                              <p:cond delay="2000"/>
                            </p:stCondLst>
                            <p:childTnLst>
                              <p:par>
                                <p:cTn id="19" presetID="10" presetClass="entr" presetSubtype="0" fill="hold" grpId="0" nodeType="afterEffect">
                                  <p:stCondLst>
                                    <p:cond delay="0"/>
                                  </p:stCondLst>
                                  <p:childTnLst>
                                    <p:set>
                                      <p:cBhvr>
                                        <p:cTn id="20" dur="1" fill="hold">
                                          <p:stCondLst>
                                            <p:cond delay="0"/>
                                          </p:stCondLst>
                                        </p:cTn>
                                        <p:tgtEl>
                                          <p:spTgt spid="11">
                                            <p:txEl>
                                              <p:pRg st="1" end="1"/>
                                            </p:txEl>
                                          </p:spTgt>
                                        </p:tgtEl>
                                        <p:attrNameLst>
                                          <p:attrName>style.visibility</p:attrName>
                                        </p:attrNameLst>
                                      </p:cBhvr>
                                      <p:to>
                                        <p:strVal val="visible"/>
                                      </p:to>
                                    </p:set>
                                    <p:animEffect transition="in" filter="fade">
                                      <p:cBhvr>
                                        <p:cTn id="21" dur="500"/>
                                        <p:tgtEl>
                                          <p:spTgt spid="11">
                                            <p:txEl>
                                              <p:pRg st="1" end="1"/>
                                            </p:txEl>
                                          </p:spTgt>
                                        </p:tgtEl>
                                      </p:cBhvr>
                                    </p:animEffect>
                                  </p:childTnLst>
                                </p:cTn>
                              </p:par>
                            </p:childTnLst>
                          </p:cTn>
                        </p:par>
                        <p:par>
                          <p:cTn id="22" fill="hold">
                            <p:stCondLst>
                              <p:cond delay="2500"/>
                            </p:stCondLst>
                            <p:childTnLst>
                              <p:par>
                                <p:cTn id="23" presetID="10" presetClass="entr" presetSubtype="0" fill="hold" grpId="0" nodeType="afterEffect">
                                  <p:stCondLst>
                                    <p:cond delay="0"/>
                                  </p:stCondLst>
                                  <p:childTnLst>
                                    <p:set>
                                      <p:cBhvr>
                                        <p:cTn id="24" dur="1" fill="hold">
                                          <p:stCondLst>
                                            <p:cond delay="0"/>
                                          </p:stCondLst>
                                        </p:cTn>
                                        <p:tgtEl>
                                          <p:spTgt spid="11">
                                            <p:txEl>
                                              <p:pRg st="2" end="2"/>
                                            </p:txEl>
                                          </p:spTgt>
                                        </p:tgtEl>
                                        <p:attrNameLst>
                                          <p:attrName>style.visibility</p:attrName>
                                        </p:attrNameLst>
                                      </p:cBhvr>
                                      <p:to>
                                        <p:strVal val="visible"/>
                                      </p:to>
                                    </p:set>
                                    <p:animEffect transition="in" filter="fade">
                                      <p:cBhvr>
                                        <p:cTn id="25" dur="500"/>
                                        <p:tgtEl>
                                          <p:spTgt spid="11">
                                            <p:txEl>
                                              <p:pRg st="2" end="2"/>
                                            </p:txEl>
                                          </p:spTgt>
                                        </p:tgtEl>
                                      </p:cBhvr>
                                    </p:animEffect>
                                  </p:childTnLst>
                                </p:cTn>
                              </p:par>
                            </p:childTnLst>
                          </p:cTn>
                        </p:par>
                        <p:par>
                          <p:cTn id="26" fill="hold">
                            <p:stCondLst>
                              <p:cond delay="3000"/>
                            </p:stCondLst>
                            <p:childTnLst>
                              <p:par>
                                <p:cTn id="27" presetID="10" presetClass="entr" presetSubtype="0" fill="hold" grpId="0" nodeType="afterEffect">
                                  <p:stCondLst>
                                    <p:cond delay="0"/>
                                  </p:stCondLst>
                                  <p:childTnLst>
                                    <p:set>
                                      <p:cBhvr>
                                        <p:cTn id="28" dur="1" fill="hold">
                                          <p:stCondLst>
                                            <p:cond delay="0"/>
                                          </p:stCondLst>
                                        </p:cTn>
                                        <p:tgtEl>
                                          <p:spTgt spid="11">
                                            <p:txEl>
                                              <p:pRg st="3" end="3"/>
                                            </p:txEl>
                                          </p:spTgt>
                                        </p:tgtEl>
                                        <p:attrNameLst>
                                          <p:attrName>style.visibility</p:attrName>
                                        </p:attrNameLst>
                                      </p:cBhvr>
                                      <p:to>
                                        <p:strVal val="visible"/>
                                      </p:to>
                                    </p:set>
                                    <p:animEffect transition="in" filter="fade">
                                      <p:cBhvr>
                                        <p:cTn id="29" dur="500"/>
                                        <p:tgtEl>
                                          <p:spTgt spid="11">
                                            <p:txEl>
                                              <p:pRg st="3" end="3"/>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1">
                                            <p:txEl>
                                              <p:pRg st="4" end="4"/>
                                            </p:txEl>
                                          </p:spTgt>
                                        </p:tgtEl>
                                        <p:attrNameLst>
                                          <p:attrName>style.visibility</p:attrName>
                                        </p:attrNameLst>
                                      </p:cBhvr>
                                      <p:to>
                                        <p:strVal val="visible"/>
                                      </p:to>
                                    </p:set>
                                    <p:animEffect transition="in" filter="fade">
                                      <p:cBhvr>
                                        <p:cTn id="34" dur="500"/>
                                        <p:tgtEl>
                                          <p:spTgt spid="11">
                                            <p:txEl>
                                              <p:pRg st="4" end="4"/>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1">
                                            <p:txEl>
                                              <p:pRg st="5" end="5"/>
                                            </p:txEl>
                                          </p:spTgt>
                                        </p:tgtEl>
                                        <p:attrNameLst>
                                          <p:attrName>style.visibility</p:attrName>
                                        </p:attrNameLst>
                                      </p:cBhvr>
                                      <p:to>
                                        <p:strVal val="visible"/>
                                      </p:to>
                                    </p:set>
                                    <p:animEffect transition="in" filter="fade">
                                      <p:cBhvr>
                                        <p:cTn id="39" dur="500"/>
                                        <p:tgtEl>
                                          <p:spTgt spid="11">
                                            <p:txEl>
                                              <p:pRg st="5" end="5"/>
                                            </p:txEl>
                                          </p:spTgt>
                                        </p:tgtEl>
                                      </p:cBhvr>
                                    </p:animEffect>
                                  </p:childTnLst>
                                </p:cTn>
                              </p:par>
                            </p:childTnLst>
                          </p:cTn>
                        </p:par>
                        <p:par>
                          <p:cTn id="40" fill="hold">
                            <p:stCondLst>
                              <p:cond delay="500"/>
                            </p:stCondLst>
                            <p:childTnLst>
                              <p:par>
                                <p:cTn id="41" presetID="47" presetClass="entr" presetSubtype="0" fill="hold" grpId="0" nodeType="after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1000"/>
                                        <p:tgtEl>
                                          <p:spTgt spid="12"/>
                                        </p:tgtEl>
                                      </p:cBhvr>
                                    </p:animEffect>
                                    <p:anim calcmode="lin" valueType="num">
                                      <p:cBhvr>
                                        <p:cTn id="44" dur="1000" fill="hold"/>
                                        <p:tgtEl>
                                          <p:spTgt spid="12"/>
                                        </p:tgtEl>
                                        <p:attrNameLst>
                                          <p:attrName>ppt_x</p:attrName>
                                        </p:attrNameLst>
                                      </p:cBhvr>
                                      <p:tavLst>
                                        <p:tav tm="0">
                                          <p:val>
                                            <p:strVal val="#ppt_x"/>
                                          </p:val>
                                        </p:tav>
                                        <p:tav tm="100000">
                                          <p:val>
                                            <p:strVal val="#ppt_x"/>
                                          </p:val>
                                        </p:tav>
                                      </p:tavLst>
                                    </p:anim>
                                    <p:anim calcmode="lin" valueType="num">
                                      <p:cBhvr>
                                        <p:cTn id="45" dur="1000" fill="hold"/>
                                        <p:tgtEl>
                                          <p:spTgt spid="12"/>
                                        </p:tgtEl>
                                        <p:attrNameLst>
                                          <p:attrName>ppt_y</p:attrName>
                                        </p:attrNameLst>
                                      </p:cBhvr>
                                      <p:tavLst>
                                        <p:tav tm="0">
                                          <p:val>
                                            <p:strVal val="#ppt_y-.1"/>
                                          </p:val>
                                        </p:tav>
                                        <p:tav tm="100000">
                                          <p:val>
                                            <p:strVal val="#ppt_y"/>
                                          </p:val>
                                        </p:tav>
                                      </p:tavLst>
                                    </p:anim>
                                  </p:childTnLst>
                                </p:cTn>
                              </p:par>
                            </p:childTnLst>
                          </p:cTn>
                        </p:par>
                        <p:par>
                          <p:cTn id="46" fill="hold">
                            <p:stCondLst>
                              <p:cond delay="1500"/>
                            </p:stCondLst>
                            <p:childTnLst>
                              <p:par>
                                <p:cTn id="47" presetID="22" presetClass="entr" presetSubtype="1" fill="hold" nodeType="after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wipe(up)">
                                      <p:cBhvr>
                                        <p:cTn id="49" dur="500"/>
                                        <p:tgtEl>
                                          <p:spTgt spid="13"/>
                                        </p:tgtEl>
                                      </p:cBhvr>
                                    </p:animEffect>
                                  </p:childTnLst>
                                </p:cTn>
                              </p:par>
                            </p:childTnLst>
                          </p:cTn>
                        </p:par>
                        <p:par>
                          <p:cTn id="50" fill="hold">
                            <p:stCondLst>
                              <p:cond delay="2000"/>
                            </p:stCondLst>
                            <p:childTnLst>
                              <p:par>
                                <p:cTn id="51" presetID="10" presetClass="entr" presetSubtype="0" fill="hold" grpId="0" nodeType="afterEffect">
                                  <p:stCondLst>
                                    <p:cond delay="0"/>
                                  </p:stCondLst>
                                  <p:childTnLst>
                                    <p:set>
                                      <p:cBhvr>
                                        <p:cTn id="52" dur="1" fill="hold">
                                          <p:stCondLst>
                                            <p:cond delay="0"/>
                                          </p:stCondLst>
                                        </p:cTn>
                                        <p:tgtEl>
                                          <p:spTgt spid="16">
                                            <p:txEl>
                                              <p:pRg st="0" end="0"/>
                                            </p:txEl>
                                          </p:spTgt>
                                        </p:tgtEl>
                                        <p:attrNameLst>
                                          <p:attrName>style.visibility</p:attrName>
                                        </p:attrNameLst>
                                      </p:cBhvr>
                                      <p:to>
                                        <p:strVal val="visible"/>
                                      </p:to>
                                    </p:set>
                                    <p:animEffect transition="in" filter="fade">
                                      <p:cBhvr>
                                        <p:cTn id="53" dur="500"/>
                                        <p:tgtEl>
                                          <p:spTgt spid="16">
                                            <p:txEl>
                                              <p:pRg st="0" end="0"/>
                                            </p:txEl>
                                          </p:spTgt>
                                        </p:tgtEl>
                                      </p:cBhvr>
                                    </p:animEffect>
                                  </p:childTnLst>
                                </p:cTn>
                              </p:par>
                            </p:childTnLst>
                          </p:cTn>
                        </p:par>
                        <p:par>
                          <p:cTn id="54" fill="hold">
                            <p:stCondLst>
                              <p:cond delay="2500"/>
                            </p:stCondLst>
                            <p:childTnLst>
                              <p:par>
                                <p:cTn id="55" presetID="10" presetClass="entr" presetSubtype="0" fill="hold" grpId="0" nodeType="afterEffect">
                                  <p:stCondLst>
                                    <p:cond delay="0"/>
                                  </p:stCondLst>
                                  <p:childTnLst>
                                    <p:set>
                                      <p:cBhvr>
                                        <p:cTn id="56" dur="1" fill="hold">
                                          <p:stCondLst>
                                            <p:cond delay="0"/>
                                          </p:stCondLst>
                                        </p:cTn>
                                        <p:tgtEl>
                                          <p:spTgt spid="16">
                                            <p:txEl>
                                              <p:pRg st="1" end="1"/>
                                            </p:txEl>
                                          </p:spTgt>
                                        </p:tgtEl>
                                        <p:attrNameLst>
                                          <p:attrName>style.visibility</p:attrName>
                                        </p:attrNameLst>
                                      </p:cBhvr>
                                      <p:to>
                                        <p:strVal val="visible"/>
                                      </p:to>
                                    </p:set>
                                    <p:animEffect transition="in" filter="fade">
                                      <p:cBhvr>
                                        <p:cTn id="57" dur="500"/>
                                        <p:tgtEl>
                                          <p:spTgt spid="1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build="p"/>
      <p:bldP spid="12" grpId="0" animBg="1"/>
      <p:bldP spid="16"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发展历史</a:t>
            </a:r>
            <a:endParaRPr lang="zh-CN" dirty="0"/>
          </a:p>
        </p:txBody>
      </p:sp>
      <p:sp>
        <p:nvSpPr>
          <p:cNvPr id="3" name="内容占位符 2"/>
          <p:cNvSpPr>
            <a:spLocks noGrp="1"/>
          </p:cNvSpPr>
          <p:nvPr>
            <p:ph idx="1"/>
          </p:nvPr>
        </p:nvSpPr>
        <p:spPr>
          <a:xfrm>
            <a:off x="1295400" y="1818408"/>
            <a:ext cx="9601200" cy="4551218"/>
          </a:xfrm>
        </p:spPr>
        <p:txBody>
          <a:bodyPr>
            <a:normAutofit/>
          </a:bodyPr>
          <a:lstStyle/>
          <a:p>
            <a:r>
              <a:rPr lang="zh-CN" altLang="en-US" dirty="0"/>
              <a:t>配置管理的概念源于美国空军，为了规范设备的设计与</a:t>
            </a:r>
            <a:r>
              <a:rPr lang="zh-CN" altLang="en-US" dirty="0" smtClean="0"/>
              <a:t>制造。</a:t>
            </a:r>
            <a:endParaRPr lang="en-US" altLang="zh-CN" dirty="0" smtClean="0"/>
          </a:p>
          <a:p>
            <a:r>
              <a:rPr lang="zh-CN" altLang="en-US" dirty="0" smtClean="0"/>
              <a:t>软件</a:t>
            </a:r>
            <a:r>
              <a:rPr lang="zh-CN" altLang="en-US" dirty="0"/>
              <a:t>配置管理概念的提出则在</a:t>
            </a:r>
            <a:r>
              <a:rPr lang="en-US" altLang="zh-CN" dirty="0"/>
              <a:t>20</a:t>
            </a:r>
            <a:r>
              <a:rPr lang="zh-CN" altLang="en-US" dirty="0"/>
              <a:t>世纪</a:t>
            </a:r>
            <a:r>
              <a:rPr lang="en-US" altLang="zh-CN" dirty="0"/>
              <a:t>60</a:t>
            </a:r>
            <a:r>
              <a:rPr lang="zh-CN" altLang="en-US" dirty="0"/>
              <a:t>年代末</a:t>
            </a:r>
            <a:r>
              <a:rPr lang="en-US" altLang="zh-CN" dirty="0"/>
              <a:t>70</a:t>
            </a:r>
            <a:r>
              <a:rPr lang="zh-CN" altLang="en-US" dirty="0"/>
              <a:t>年代初</a:t>
            </a:r>
            <a:r>
              <a:rPr lang="zh-CN" altLang="en-US" dirty="0" smtClean="0"/>
              <a:t>。加利福尼亚大学</a:t>
            </a:r>
            <a:r>
              <a:rPr lang="en-US" altLang="zh-CN" dirty="0" smtClean="0"/>
              <a:t>Leon</a:t>
            </a:r>
            <a:endParaRPr lang="en-US" altLang="zh-CN" dirty="0" smtClean="0"/>
          </a:p>
          <a:p>
            <a:pPr marL="0" indent="0">
              <a:buNone/>
            </a:pPr>
            <a:r>
              <a:rPr lang="en-US" altLang="zh-CN" dirty="0" smtClean="0"/>
              <a:t>    Presser</a:t>
            </a:r>
            <a:r>
              <a:rPr lang="zh-CN" altLang="en-US" dirty="0" smtClean="0"/>
              <a:t>教授撰写</a:t>
            </a:r>
            <a:r>
              <a:rPr lang="zh-CN" altLang="en-US" dirty="0"/>
              <a:t>了一篇名为“</a:t>
            </a:r>
            <a:r>
              <a:rPr lang="en-US" altLang="zh-CN" dirty="0"/>
              <a:t>Change and Configuration Control”</a:t>
            </a:r>
            <a:r>
              <a:rPr lang="zh-CN" altLang="en-US" dirty="0"/>
              <a:t>的论文，</a:t>
            </a:r>
            <a:r>
              <a:rPr lang="zh-CN" altLang="en-US" dirty="0" smtClean="0"/>
              <a:t>提出</a:t>
            </a:r>
            <a:endParaRPr lang="en-US" altLang="zh-CN" dirty="0" smtClean="0"/>
          </a:p>
          <a:p>
            <a:pPr marL="0" indent="0">
              <a:buNone/>
            </a:pPr>
            <a:r>
              <a:rPr lang="zh-CN" altLang="en-US" dirty="0" smtClean="0"/>
              <a:t>   控制</a:t>
            </a:r>
            <a:r>
              <a:rPr lang="zh-CN" altLang="en-US" dirty="0"/>
              <a:t>变更和配置的</a:t>
            </a:r>
            <a:r>
              <a:rPr lang="zh-CN" altLang="en-US" dirty="0" smtClean="0"/>
              <a:t>概念。</a:t>
            </a:r>
            <a:endParaRPr lang="zh-CN" altLang="en-US" dirty="0"/>
          </a:p>
          <a:p>
            <a:r>
              <a:rPr lang="en-US" altLang="zh-CN" dirty="0"/>
              <a:t>Leon Presser</a:t>
            </a:r>
            <a:r>
              <a:rPr lang="zh-CN" altLang="en-US" dirty="0"/>
              <a:t>在</a:t>
            </a:r>
            <a:r>
              <a:rPr lang="en-US" altLang="zh-CN" dirty="0"/>
              <a:t>1975</a:t>
            </a:r>
            <a:r>
              <a:rPr lang="zh-CN" altLang="en-US" dirty="0"/>
              <a:t>年成立</a:t>
            </a:r>
            <a:r>
              <a:rPr lang="zh-CN" altLang="en-US" dirty="0" smtClean="0"/>
              <a:t>了公司</a:t>
            </a:r>
            <a:r>
              <a:rPr lang="zh-CN" altLang="en-US" dirty="0"/>
              <a:t>，开发了配置管理工具：</a:t>
            </a:r>
            <a:r>
              <a:rPr lang="en-US" altLang="zh-CN" dirty="0"/>
              <a:t>Change and </a:t>
            </a:r>
            <a:endParaRPr lang="en-US" altLang="zh-CN" dirty="0" smtClean="0"/>
          </a:p>
          <a:p>
            <a:pPr marL="0" indent="0">
              <a:buNone/>
            </a:pPr>
            <a:r>
              <a:rPr lang="en-US" altLang="zh-CN" dirty="0"/>
              <a:t> </a:t>
            </a:r>
            <a:r>
              <a:rPr lang="en-US" altLang="zh-CN" dirty="0" smtClean="0"/>
              <a:t>  Configuration </a:t>
            </a:r>
            <a:r>
              <a:rPr lang="en-US" altLang="zh-CN" dirty="0"/>
              <a:t>Control</a:t>
            </a:r>
            <a:r>
              <a:rPr lang="zh-CN" altLang="en-US" dirty="0"/>
              <a:t>（</a:t>
            </a:r>
            <a:r>
              <a:rPr lang="en-US" altLang="zh-CN" dirty="0"/>
              <a:t>CCC</a:t>
            </a:r>
            <a:r>
              <a:rPr lang="zh-CN" altLang="en-US" dirty="0"/>
              <a:t>），这是最早的配置管理工具之一。</a:t>
            </a:r>
            <a:endParaRPr lang="zh-CN" altLang="en-US" dirty="0"/>
          </a:p>
          <a:p>
            <a:r>
              <a:rPr lang="zh-CN" altLang="en-US" dirty="0" smtClean="0"/>
              <a:t>随着软件工程的</a:t>
            </a:r>
            <a:r>
              <a:rPr lang="zh-CN" altLang="en-US" dirty="0"/>
              <a:t>发展，软件配置管理越来越</a:t>
            </a:r>
            <a:r>
              <a:rPr lang="zh-CN" altLang="en-US" dirty="0" smtClean="0"/>
              <a:t>成熟。从</a:t>
            </a:r>
            <a:r>
              <a:rPr lang="zh-CN" altLang="en-US" dirty="0"/>
              <a:t>最初的仅仅</a:t>
            </a:r>
            <a:r>
              <a:rPr lang="zh-CN" altLang="en-US" dirty="0" smtClean="0"/>
              <a:t>实现版本控制，发</a:t>
            </a:r>
            <a:endParaRPr lang="en-US" altLang="zh-CN" dirty="0" smtClean="0"/>
          </a:p>
          <a:p>
            <a:pPr marL="0" indent="0">
              <a:buNone/>
            </a:pPr>
            <a:r>
              <a:rPr lang="en-US" altLang="zh-CN" dirty="0" smtClean="0"/>
              <a:t>   </a:t>
            </a:r>
            <a:r>
              <a:rPr lang="zh-CN" altLang="en-US" dirty="0" smtClean="0"/>
              <a:t>展</a:t>
            </a:r>
            <a:r>
              <a:rPr lang="zh-CN" altLang="en-US" dirty="0"/>
              <a:t>到</a:t>
            </a:r>
            <a:r>
              <a:rPr lang="en-US" altLang="zh-CN" dirty="0"/>
              <a:t>21</a:t>
            </a:r>
            <a:r>
              <a:rPr lang="zh-CN" altLang="en-US" dirty="0"/>
              <a:t>世纪初</a:t>
            </a:r>
            <a:r>
              <a:rPr lang="zh-CN" altLang="en-US" dirty="0" smtClean="0"/>
              <a:t>提供工作空间管理</a:t>
            </a:r>
            <a:r>
              <a:rPr lang="zh-CN" altLang="en-US" dirty="0"/>
              <a:t>、并行开发支持、过程管理、权限控制、变更</a:t>
            </a:r>
            <a:r>
              <a:rPr lang="zh-CN" altLang="en-US" dirty="0" smtClean="0"/>
              <a:t>管理</a:t>
            </a:r>
            <a:endParaRPr lang="en-US" altLang="zh-CN" dirty="0"/>
          </a:p>
          <a:p>
            <a:pPr marL="0" indent="0">
              <a:buNone/>
            </a:pPr>
            <a:r>
              <a:rPr lang="en-US" altLang="zh-CN" dirty="0" smtClean="0"/>
              <a:t>   </a:t>
            </a:r>
            <a:r>
              <a:rPr lang="zh-CN" altLang="en-US" dirty="0" smtClean="0"/>
              <a:t>等</a:t>
            </a:r>
            <a:r>
              <a:rPr lang="zh-CN" altLang="en-US" dirty="0"/>
              <a:t>一系列全面的管理能力，已经形成了一个完整的理论体系</a:t>
            </a:r>
            <a:r>
              <a:rPr lang="zh-CN" altLang="en-US" dirty="0" smtClean="0"/>
              <a:t>。</a:t>
            </a:r>
            <a:endParaRPr lang="en-US" altLang="zh-CN" dirty="0" smtClean="0"/>
          </a:p>
          <a:p>
            <a:pPr marL="274320" lvl="1" indent="0">
              <a:buNone/>
            </a:pP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主要内容</a:t>
            </a:r>
            <a:r>
              <a:rPr lang="en-US" altLang="zh-CN" dirty="0" smtClean="0"/>
              <a:t>——</a:t>
            </a:r>
            <a:r>
              <a:rPr lang="zh-CN" altLang="en-US" dirty="0" smtClean="0"/>
              <a:t>简述</a:t>
            </a:r>
            <a:endParaRPr lang="zh-CN" dirty="0"/>
          </a:p>
        </p:txBody>
      </p:sp>
      <p:sp>
        <p:nvSpPr>
          <p:cNvPr id="3" name="内容占位符 2"/>
          <p:cNvSpPr>
            <a:spLocks noGrp="1"/>
          </p:cNvSpPr>
          <p:nvPr>
            <p:ph idx="1"/>
          </p:nvPr>
        </p:nvSpPr>
        <p:spPr>
          <a:xfrm>
            <a:off x="1295400" y="1818408"/>
            <a:ext cx="9601200" cy="4525242"/>
          </a:xfrm>
        </p:spPr>
        <p:txBody>
          <a:bodyPr>
            <a:normAutofit/>
          </a:bodyPr>
          <a:lstStyle/>
          <a:p>
            <a:r>
              <a:rPr lang="zh-CN" altLang="en-US" dirty="0" smtClean="0"/>
              <a:t>软件配置管理可以提炼为三个方面的内容：</a:t>
            </a:r>
            <a:endParaRPr lang="en-US" altLang="zh-CN" dirty="0" smtClean="0"/>
          </a:p>
          <a:p>
            <a:pPr marL="617220" lvl="1" indent="-342900">
              <a:buFont typeface="+mj-lt"/>
              <a:buAutoNum type="arabicPeriod"/>
            </a:pPr>
            <a:r>
              <a:rPr lang="en-US" altLang="zh-CN" dirty="0" err="1" smtClean="0"/>
              <a:t>VersionControl</a:t>
            </a:r>
            <a:r>
              <a:rPr lang="en-US" altLang="zh-CN" dirty="0" smtClean="0"/>
              <a:t>——</a:t>
            </a:r>
            <a:r>
              <a:rPr lang="zh-CN" altLang="en-US" dirty="0" smtClean="0"/>
              <a:t>版本控制</a:t>
            </a:r>
            <a:endParaRPr lang="en-US" altLang="zh-CN" dirty="0" smtClean="0"/>
          </a:p>
          <a:p>
            <a:pPr marL="617220" lvl="1" indent="-342900">
              <a:buFont typeface="+mj-lt"/>
              <a:buAutoNum type="arabicPeriod"/>
            </a:pPr>
            <a:r>
              <a:rPr lang="en-US" altLang="zh-CN" dirty="0" err="1" smtClean="0"/>
              <a:t>ChangeControl</a:t>
            </a:r>
            <a:r>
              <a:rPr lang="en-US" altLang="zh-CN" dirty="0" smtClean="0"/>
              <a:t>——</a:t>
            </a:r>
            <a:r>
              <a:rPr lang="zh-CN" altLang="en-US" dirty="0" smtClean="0"/>
              <a:t>变更控制</a:t>
            </a:r>
            <a:endParaRPr lang="en-US" altLang="zh-CN" dirty="0" smtClean="0"/>
          </a:p>
          <a:p>
            <a:pPr marL="617220" lvl="1" indent="-342900">
              <a:buFont typeface="+mj-lt"/>
              <a:buAutoNum type="arabicPeriod"/>
            </a:pPr>
            <a:r>
              <a:rPr lang="en-US" altLang="zh-CN" dirty="0" err="1" smtClean="0"/>
              <a:t>ProcessSupport</a:t>
            </a:r>
            <a:r>
              <a:rPr lang="en-US" altLang="zh-CN" dirty="0" smtClean="0"/>
              <a:t>——</a:t>
            </a:r>
            <a:r>
              <a:rPr lang="zh-CN" altLang="en-US" dirty="0" smtClean="0"/>
              <a:t>过程支持</a:t>
            </a:r>
            <a:endParaRPr lang="en-US" altLang="zh-CN" dirty="0" smtClean="0"/>
          </a:p>
          <a:p>
            <a:r>
              <a:rPr lang="zh-CN" altLang="en-US" dirty="0" smtClean="0"/>
              <a:t>关键活动包括</a:t>
            </a:r>
            <a:br>
              <a:rPr lang="zh-CN" altLang="en-US" dirty="0"/>
            </a:br>
            <a:r>
              <a:rPr lang="zh-CN" altLang="en-US" dirty="0"/>
              <a:t>制定配置管理</a:t>
            </a:r>
            <a:r>
              <a:rPr lang="zh-CN" altLang="en-US" dirty="0" smtClean="0"/>
              <a:t>计划</a:t>
            </a:r>
            <a:r>
              <a:rPr lang="zh-CN" altLang="en-US" b="1" dirty="0"/>
              <a:t>、</a:t>
            </a:r>
            <a:r>
              <a:rPr lang="zh-CN" altLang="en-US" dirty="0"/>
              <a:t>配置识别和建立</a:t>
            </a:r>
            <a:r>
              <a:rPr lang="zh-CN" altLang="en-US" dirty="0" smtClean="0"/>
              <a:t>基线、</a:t>
            </a:r>
            <a:r>
              <a:rPr lang="zh-CN" altLang="en-US" dirty="0"/>
              <a:t>建立配置管理系统（</a:t>
            </a:r>
            <a:r>
              <a:rPr lang="en-US" altLang="zh-CN" dirty="0"/>
              <a:t>SVN</a:t>
            </a:r>
            <a:r>
              <a:rPr lang="zh-CN" altLang="en-US" dirty="0"/>
              <a:t>、</a:t>
            </a:r>
            <a:r>
              <a:rPr lang="en-US" altLang="zh-CN" dirty="0"/>
              <a:t>VSS</a:t>
            </a:r>
            <a:r>
              <a:rPr lang="zh-CN" altLang="en-US" dirty="0"/>
              <a:t>、</a:t>
            </a:r>
            <a:r>
              <a:rPr lang="en-US" altLang="zh-CN" dirty="0"/>
              <a:t>CVS</a:t>
            </a:r>
            <a:r>
              <a:rPr lang="zh-CN" altLang="en-US" dirty="0"/>
              <a:t>、配置库</a:t>
            </a:r>
            <a:r>
              <a:rPr lang="zh-CN" altLang="en-US" dirty="0" smtClean="0"/>
              <a:t>）、</a:t>
            </a:r>
            <a:r>
              <a:rPr lang="zh-CN" altLang="en-US" dirty="0"/>
              <a:t>版本</a:t>
            </a:r>
            <a:r>
              <a:rPr lang="zh-CN" altLang="en-US" dirty="0" smtClean="0"/>
              <a:t>管理、</a:t>
            </a:r>
            <a:r>
              <a:rPr lang="zh-CN" altLang="en-US" dirty="0"/>
              <a:t>变更控制</a:t>
            </a:r>
            <a:r>
              <a:rPr lang="zh-CN" altLang="en-US" dirty="0" smtClean="0"/>
              <a:t>、</a:t>
            </a:r>
            <a:r>
              <a:rPr lang="zh-CN" altLang="en-US" dirty="0"/>
              <a:t>配置状态</a:t>
            </a:r>
            <a:r>
              <a:rPr lang="zh-CN" altLang="en-US" dirty="0" smtClean="0"/>
              <a:t>报告（通用</a:t>
            </a:r>
            <a:r>
              <a:rPr lang="en-US" altLang="zh-CN" dirty="0"/>
              <a:t>CASE</a:t>
            </a:r>
            <a:r>
              <a:rPr lang="zh-CN" altLang="en-US" dirty="0"/>
              <a:t>工具自动</a:t>
            </a:r>
            <a:r>
              <a:rPr lang="zh-CN" altLang="en-US" dirty="0" smtClean="0"/>
              <a:t>生成）、</a:t>
            </a:r>
            <a:r>
              <a:rPr lang="zh-CN" altLang="en-US" dirty="0"/>
              <a:t>配置审计（配置审核）</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主要内容</a:t>
            </a:r>
            <a:r>
              <a:rPr lang="en-US" altLang="zh-CN" dirty="0" smtClean="0"/>
              <a:t>——</a:t>
            </a:r>
            <a:r>
              <a:rPr lang="zh-CN" altLang="en-US" dirty="0" smtClean="0"/>
              <a:t>相关概念</a:t>
            </a:r>
            <a:endParaRPr lang="zh-CN" dirty="0"/>
          </a:p>
        </p:txBody>
      </p:sp>
      <p:sp>
        <p:nvSpPr>
          <p:cNvPr id="3" name="内容占位符 2"/>
          <p:cNvSpPr>
            <a:spLocks noGrp="1"/>
          </p:cNvSpPr>
          <p:nvPr>
            <p:ph idx="1"/>
          </p:nvPr>
        </p:nvSpPr>
        <p:spPr>
          <a:xfrm>
            <a:off x="1295400" y="1818408"/>
            <a:ext cx="9601200" cy="4551218"/>
          </a:xfrm>
        </p:spPr>
        <p:txBody>
          <a:bodyPr>
            <a:normAutofit/>
          </a:bodyPr>
          <a:lstStyle/>
          <a:p>
            <a:r>
              <a:rPr lang="zh-CN" altLang="en-US" dirty="0"/>
              <a:t>配置：有关技术文档中陈述的或产品中已</a:t>
            </a:r>
            <a:r>
              <a:rPr lang="zh-CN" altLang="en-US" dirty="0" smtClean="0"/>
              <a:t>实现</a:t>
            </a:r>
            <a:r>
              <a:rPr lang="zh-CN" altLang="en-US" dirty="0"/>
              <a:t>的硬件或软件的功能和物理特性</a:t>
            </a:r>
            <a:r>
              <a:rPr lang="zh-CN" altLang="en-US" dirty="0" smtClean="0"/>
              <a:t>．</a:t>
            </a:r>
            <a:endParaRPr lang="en-US" altLang="zh-CN" dirty="0"/>
          </a:p>
          <a:p>
            <a:r>
              <a:rPr lang="zh-CN" altLang="en-US" dirty="0" smtClean="0"/>
              <a:t>软件</a:t>
            </a:r>
            <a:r>
              <a:rPr lang="zh-CN" altLang="en-US" dirty="0"/>
              <a:t>配置项</a:t>
            </a:r>
            <a:r>
              <a:rPr lang="en-US" altLang="zh-CN" dirty="0"/>
              <a:t>(Software Configuration Item</a:t>
            </a:r>
            <a:r>
              <a:rPr lang="zh-CN" altLang="en-US" dirty="0" smtClean="0"/>
              <a:t>，</a:t>
            </a:r>
            <a:r>
              <a:rPr lang="en-US" altLang="zh-CN" dirty="0" smtClean="0"/>
              <a:t>SCI</a:t>
            </a:r>
            <a:r>
              <a:rPr lang="en-US" altLang="zh-CN" dirty="0"/>
              <a:t>)</a:t>
            </a:r>
            <a:r>
              <a:rPr lang="zh-CN" altLang="en-US" dirty="0"/>
              <a:t>：为配置管理指定的硬件、</a:t>
            </a:r>
            <a:r>
              <a:rPr lang="zh-CN" altLang="en-US" dirty="0" smtClean="0"/>
              <a:t>软</a:t>
            </a:r>
            <a:endParaRPr lang="en-US" altLang="zh-CN" dirty="0" smtClean="0"/>
          </a:p>
          <a:p>
            <a:pPr marL="0" indent="0">
              <a:buNone/>
            </a:pPr>
            <a:r>
              <a:rPr lang="zh-CN" altLang="en-US" dirty="0" smtClean="0"/>
              <a:t>   或</a:t>
            </a:r>
            <a:r>
              <a:rPr lang="zh-CN" altLang="en-US" dirty="0"/>
              <a:t>两者的一</a:t>
            </a:r>
            <a:r>
              <a:rPr lang="zh-CN" altLang="en-US" dirty="0" smtClean="0"/>
              <a:t>个聚合体</a:t>
            </a:r>
            <a:r>
              <a:rPr lang="zh-CN" altLang="en-US" dirty="0"/>
              <a:t>，在配置管理过程中视为一个单一实体</a:t>
            </a:r>
            <a:r>
              <a:rPr lang="zh-CN" altLang="en-US" dirty="0" smtClean="0"/>
              <a:t>．</a:t>
            </a:r>
            <a:endParaRPr lang="en-US" altLang="zh-CN" dirty="0"/>
          </a:p>
          <a:p>
            <a:r>
              <a:rPr lang="zh-CN" altLang="en-US" dirty="0" smtClean="0"/>
              <a:t>基线</a:t>
            </a:r>
            <a:r>
              <a:rPr lang="zh-CN" altLang="en-US" dirty="0"/>
              <a:t>：一种通过正式评审和认可的</a:t>
            </a:r>
            <a:r>
              <a:rPr lang="zh-CN" altLang="en-US" dirty="0" smtClean="0"/>
              <a:t>规格说明或</a:t>
            </a:r>
            <a:r>
              <a:rPr lang="zh-CN" altLang="en-US" dirty="0"/>
              <a:t>产品，此后将其作为进一步开发</a:t>
            </a:r>
            <a:r>
              <a:rPr lang="zh-CN" altLang="en-US" dirty="0" smtClean="0"/>
              <a:t>的</a:t>
            </a:r>
            <a:endParaRPr lang="en-US" altLang="zh-CN" dirty="0" smtClean="0"/>
          </a:p>
          <a:p>
            <a:pPr marL="0" indent="0">
              <a:buNone/>
            </a:pPr>
            <a:r>
              <a:rPr lang="zh-CN" altLang="en-US" dirty="0" smtClean="0"/>
              <a:t>   础</a:t>
            </a:r>
            <a:r>
              <a:rPr lang="zh-CN" altLang="en-US" dirty="0"/>
              <a:t>，只有</a:t>
            </a:r>
            <a:r>
              <a:rPr lang="zh-CN" altLang="en-US" dirty="0" smtClean="0"/>
              <a:t>通过正式</a:t>
            </a:r>
            <a:r>
              <a:rPr lang="zh-CN" altLang="en-US" dirty="0"/>
              <a:t>的变更控制过程才能变更</a:t>
            </a:r>
            <a:r>
              <a:rPr lang="zh-CN" altLang="en-US" dirty="0" smtClean="0"/>
              <a:t>．</a:t>
            </a:r>
            <a:endParaRPr lang="en-US" altLang="zh-CN" dirty="0"/>
          </a:p>
          <a:p>
            <a:r>
              <a:rPr lang="zh-CN" altLang="en-US" dirty="0" smtClean="0"/>
              <a:t>版本</a:t>
            </a:r>
            <a:r>
              <a:rPr lang="zh-CN" altLang="en-US" dirty="0"/>
              <a:t>：是某一配置项的已标识了的实例． </a:t>
            </a:r>
            <a:br>
              <a:rPr lang="zh-CN" altLang="en-US" dirty="0"/>
            </a:br>
            <a:br>
              <a:rPr lang="zh-CN" altLang="en-US" dirty="0"/>
            </a:b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主要内容</a:t>
            </a:r>
            <a:r>
              <a:rPr lang="en-US" altLang="zh-CN" dirty="0" smtClean="0"/>
              <a:t>——</a:t>
            </a:r>
            <a:r>
              <a:rPr lang="zh-CN" altLang="en-US" dirty="0"/>
              <a:t>过程</a:t>
            </a:r>
            <a:endParaRPr lang="zh-CN" dirty="0"/>
          </a:p>
        </p:txBody>
      </p:sp>
      <p:sp>
        <p:nvSpPr>
          <p:cNvPr id="3" name="内容占位符 2"/>
          <p:cNvSpPr>
            <a:spLocks noGrp="1"/>
          </p:cNvSpPr>
          <p:nvPr>
            <p:ph idx="1"/>
          </p:nvPr>
        </p:nvSpPr>
        <p:spPr>
          <a:xfrm>
            <a:off x="1295400" y="1818408"/>
            <a:ext cx="9601200" cy="4828052"/>
          </a:xfrm>
        </p:spPr>
        <p:txBody>
          <a:bodyPr>
            <a:normAutofit/>
          </a:bodyPr>
          <a:lstStyle/>
          <a:p>
            <a:r>
              <a:rPr lang="zh-CN" altLang="en-US" dirty="0" smtClean="0"/>
              <a:t>随着</a:t>
            </a:r>
            <a:r>
              <a:rPr lang="zh-CN" altLang="en-US" dirty="0"/>
              <a:t>软件开发方法</a:t>
            </a:r>
            <a:r>
              <a:rPr lang="zh-CN" altLang="en-US" dirty="0" smtClean="0"/>
              <a:t>和开发过程</a:t>
            </a:r>
            <a:r>
              <a:rPr lang="zh-CN" altLang="en-US" dirty="0"/>
              <a:t>的不 断变化 、 配置管理 工具 的涌现 </a:t>
            </a:r>
            <a:r>
              <a:rPr lang="en-US" altLang="zh-CN" dirty="0"/>
              <a:t>, </a:t>
            </a:r>
            <a:r>
              <a:rPr lang="zh-CN" altLang="en-US" dirty="0"/>
              <a:t>配置管理的 </a:t>
            </a:r>
            <a:r>
              <a:rPr lang="zh-CN" altLang="en-US" dirty="0" smtClean="0"/>
              <a:t>内容</a:t>
            </a:r>
            <a:r>
              <a:rPr lang="zh-CN" altLang="en-US" dirty="0"/>
              <a:t>也随之改变 </a:t>
            </a:r>
            <a:r>
              <a:rPr lang="en-US" altLang="zh-CN" dirty="0"/>
              <a:t>. </a:t>
            </a:r>
            <a:r>
              <a:rPr lang="zh-CN" altLang="en-US" dirty="0"/>
              <a:t>但配置管理 的过程始终遵循 某种规律 </a:t>
            </a:r>
            <a:r>
              <a:rPr lang="en-US" altLang="zh-CN" dirty="0"/>
              <a:t>, </a:t>
            </a:r>
            <a:r>
              <a:rPr lang="zh-CN" altLang="en-US" dirty="0"/>
              <a:t>可以</a:t>
            </a:r>
            <a:r>
              <a:rPr lang="zh-CN" altLang="en-US" dirty="0" smtClean="0"/>
              <a:t>将</a:t>
            </a:r>
            <a:r>
              <a:rPr lang="zh-CN" altLang="en-US" dirty="0"/>
              <a:t>配置管理过程分成 </a:t>
            </a:r>
            <a:r>
              <a:rPr lang="en-US" altLang="zh-CN" dirty="0"/>
              <a:t>4</a:t>
            </a:r>
            <a:r>
              <a:rPr lang="zh-CN" altLang="en-US" dirty="0"/>
              <a:t>个 阶段 </a:t>
            </a:r>
            <a:r>
              <a:rPr lang="zh-CN" altLang="en-US" dirty="0" smtClean="0"/>
              <a:t>：</a:t>
            </a:r>
            <a:endParaRPr lang="en-US" altLang="zh-CN" dirty="0" smtClean="0"/>
          </a:p>
          <a:p>
            <a:endParaRPr lang="en-US" altLang="zh-CN" dirty="0"/>
          </a:p>
          <a:p>
            <a:endParaRPr lang="en-US" altLang="zh-CN" dirty="0" smtClean="0"/>
          </a:p>
          <a:p>
            <a:pPr marL="457200" indent="-457200">
              <a:buFont typeface="+mj-lt"/>
              <a:buAutoNum type="arabicPeriod"/>
            </a:pPr>
            <a:r>
              <a:rPr lang="zh-CN" altLang="en-US" dirty="0" smtClean="0"/>
              <a:t>配置管理目标定义：定义整个配置管理活动的目的和任务。</a:t>
            </a:r>
            <a:endParaRPr lang="en-US" altLang="zh-CN" dirty="0" smtClean="0"/>
          </a:p>
          <a:p>
            <a:pPr marL="457200" indent="-457200">
              <a:buFont typeface="+mj-lt"/>
              <a:buAutoNum type="arabicPeriod"/>
            </a:pPr>
            <a:r>
              <a:rPr lang="zh-CN" altLang="en-US" dirty="0"/>
              <a:t>配置管理过程</a:t>
            </a:r>
            <a:r>
              <a:rPr lang="zh-CN" altLang="en-US" dirty="0" smtClean="0"/>
              <a:t>定义：根据配置管理目标定义配置管理的过程，即规定过程中的所有活动。</a:t>
            </a:r>
            <a:endParaRPr lang="en-US" altLang="zh-CN" dirty="0" smtClean="0"/>
          </a:p>
          <a:p>
            <a:pPr marL="457200" indent="-457200">
              <a:buFont typeface="+mj-lt"/>
              <a:buAutoNum type="arabicPeriod"/>
            </a:pPr>
            <a:r>
              <a:rPr lang="zh-CN" altLang="en-US" dirty="0" smtClean="0"/>
              <a:t>配置管理环境建立：按照过程定义，建立相应的配置管理环境。</a:t>
            </a:r>
            <a:endParaRPr lang="en-US" altLang="zh-CN" dirty="0" smtClean="0"/>
          </a:p>
          <a:p>
            <a:pPr marL="457200" indent="-457200">
              <a:buFont typeface="+mj-lt"/>
              <a:buAutoNum type="arabicPeriod"/>
            </a:pPr>
            <a:r>
              <a:rPr lang="zh-CN" altLang="en-US" dirty="0" smtClean="0"/>
              <a:t>配置管理实现：按照所定义的配置管理过程，借助建立的配置管理环境，实现系统的配置管理目标</a:t>
            </a:r>
            <a:br>
              <a:rPr lang="zh-CN" altLang="en-US" dirty="0"/>
            </a:br>
            <a:endParaRPr lang="zh-CN" altLang="en-US" dirty="0"/>
          </a:p>
        </p:txBody>
      </p:sp>
      <p:pic>
        <p:nvPicPr>
          <p:cNvPr id="5" name="图片 4" descr="屏幕剪辑"/>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661313" y="2773109"/>
            <a:ext cx="5490019" cy="1082382"/>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主要内容</a:t>
            </a:r>
            <a:r>
              <a:rPr lang="en-US" altLang="zh-CN" dirty="0" smtClean="0"/>
              <a:t>——</a:t>
            </a:r>
            <a:r>
              <a:rPr lang="zh-CN" altLang="en-US" dirty="0"/>
              <a:t>细化</a:t>
            </a:r>
            <a:endParaRPr lang="zh-CN" dirty="0"/>
          </a:p>
        </p:txBody>
      </p:sp>
      <p:sp>
        <p:nvSpPr>
          <p:cNvPr id="3" name="内容占位符 2"/>
          <p:cNvSpPr>
            <a:spLocks noGrp="1"/>
          </p:cNvSpPr>
          <p:nvPr>
            <p:ph idx="1"/>
          </p:nvPr>
        </p:nvSpPr>
        <p:spPr>
          <a:xfrm>
            <a:off x="1295400" y="1818408"/>
            <a:ext cx="9601200" cy="4828052"/>
          </a:xfrm>
        </p:spPr>
        <p:txBody>
          <a:bodyPr>
            <a:normAutofit/>
          </a:bodyPr>
          <a:lstStyle/>
          <a:p>
            <a:r>
              <a:rPr lang="zh-CN" altLang="en-US" dirty="0" smtClean="0"/>
              <a:t>版本控制</a:t>
            </a:r>
            <a:endParaRPr lang="en-US" altLang="zh-CN" dirty="0" smtClean="0"/>
          </a:p>
          <a:p>
            <a:pPr lvl="1"/>
            <a:r>
              <a:rPr lang="zh-CN" altLang="en-US" dirty="0"/>
              <a:t>版本控制是软件配置管理的核心，其目的是</a:t>
            </a:r>
            <a:r>
              <a:rPr lang="zh-CN" altLang="en-US" dirty="0" smtClean="0"/>
              <a:t>按照</a:t>
            </a:r>
            <a:r>
              <a:rPr lang="zh-CN" altLang="en-US" dirty="0"/>
              <a:t>一定的规则保存配置项的所有版本，避免发生</a:t>
            </a:r>
            <a:r>
              <a:rPr lang="zh-CN" altLang="en-US" dirty="0" smtClean="0"/>
              <a:t>版本</a:t>
            </a:r>
            <a:r>
              <a:rPr lang="zh-CN" altLang="en-US" dirty="0"/>
              <a:t>丢失或混淆等现象，保证产品的可追溯性</a:t>
            </a:r>
            <a:r>
              <a:rPr lang="zh-CN" altLang="en-US" dirty="0" smtClean="0"/>
              <a:t>．配置项</a:t>
            </a:r>
            <a:r>
              <a:rPr lang="zh-CN" altLang="en-US" dirty="0"/>
              <a:t>的状态有</a:t>
            </a:r>
            <a:r>
              <a:rPr lang="en-US" altLang="zh-CN" dirty="0"/>
              <a:t>4</a:t>
            </a:r>
            <a:r>
              <a:rPr lang="zh-CN" altLang="en-US" dirty="0"/>
              <a:t>种：“编辑”、</a:t>
            </a:r>
            <a:r>
              <a:rPr lang="zh-CN" altLang="en-US" dirty="0" smtClean="0"/>
              <a:t>“</a:t>
            </a:r>
            <a:r>
              <a:rPr lang="zh-CN" altLang="en-US" dirty="0"/>
              <a:t>发</a:t>
            </a:r>
            <a:r>
              <a:rPr lang="zh-CN" altLang="en-US" dirty="0" smtClean="0"/>
              <a:t>布”</a:t>
            </a:r>
            <a:r>
              <a:rPr lang="zh-CN" altLang="en-US" dirty="0"/>
              <a:t>、</a:t>
            </a:r>
            <a:r>
              <a:rPr lang="zh-CN" altLang="en-US" dirty="0" smtClean="0"/>
              <a:t>“调试”和“修改”，状态变更如右： </a:t>
            </a:r>
            <a:endParaRPr lang="en-US" altLang="zh-CN" dirty="0" smtClean="0"/>
          </a:p>
          <a:p>
            <a:pPr lvl="1"/>
            <a:r>
              <a:rPr lang="zh-CN" altLang="en-US" dirty="0" smtClean="0"/>
              <a:t>配置项</a:t>
            </a:r>
            <a:r>
              <a:rPr lang="zh-CN" altLang="en-US" dirty="0"/>
              <a:t>最初建立时其状态为“编辑”</a:t>
            </a:r>
            <a:r>
              <a:rPr lang="zh-CN" altLang="en-US" dirty="0" smtClean="0"/>
              <a:t>，</a:t>
            </a:r>
            <a:endParaRPr lang="en-US" altLang="zh-CN" dirty="0" smtClean="0"/>
          </a:p>
          <a:p>
            <a:pPr marL="274320" lvl="1" indent="0">
              <a:buNone/>
            </a:pPr>
            <a:r>
              <a:rPr lang="en-US" altLang="zh-CN" dirty="0" smtClean="0"/>
              <a:t>   </a:t>
            </a:r>
            <a:r>
              <a:rPr lang="zh-CN" altLang="en-US" dirty="0" smtClean="0"/>
              <a:t>在此状态下</a:t>
            </a:r>
            <a:r>
              <a:rPr lang="zh-CN" altLang="en-US" dirty="0"/>
              <a:t>，由开发人员对其进行编辑</a:t>
            </a:r>
            <a:r>
              <a:rPr lang="zh-CN" altLang="en-US" dirty="0" smtClean="0"/>
              <a:t>；</a:t>
            </a:r>
            <a:endParaRPr lang="en-US" altLang="zh-CN" dirty="0" smtClean="0"/>
          </a:p>
          <a:p>
            <a:pPr lvl="1"/>
            <a:r>
              <a:rPr lang="zh-CN" altLang="en-US" dirty="0" smtClean="0"/>
              <a:t>编辑</a:t>
            </a:r>
            <a:r>
              <a:rPr lang="zh-CN" altLang="en-US" dirty="0"/>
              <a:t>完成后的</a:t>
            </a:r>
            <a:r>
              <a:rPr lang="zh-CN" altLang="en-US" dirty="0" smtClean="0"/>
              <a:t>配置项经过</a:t>
            </a:r>
            <a:r>
              <a:rPr lang="zh-CN" altLang="en-US" dirty="0"/>
              <a:t>提交进入“评审”状态</a:t>
            </a:r>
            <a:r>
              <a:rPr lang="zh-CN" altLang="en-US" dirty="0" smtClean="0"/>
              <a:t>；</a:t>
            </a:r>
            <a:endParaRPr lang="en-US" altLang="zh-CN" dirty="0" smtClean="0"/>
          </a:p>
          <a:p>
            <a:pPr lvl="1"/>
            <a:r>
              <a:rPr lang="zh-CN" altLang="en-US" dirty="0" smtClean="0"/>
              <a:t>若</a:t>
            </a:r>
            <a:r>
              <a:rPr lang="zh-CN" altLang="en-US" dirty="0"/>
              <a:t>通过评审，则其</a:t>
            </a:r>
            <a:r>
              <a:rPr lang="zh-CN" altLang="en-US" dirty="0" smtClean="0"/>
              <a:t>状态变为</a:t>
            </a:r>
            <a:r>
              <a:rPr lang="zh-CN" altLang="en-US" dirty="0"/>
              <a:t>“正式发布”</a:t>
            </a:r>
            <a:r>
              <a:rPr lang="zh-CN" altLang="en-US" dirty="0" smtClean="0"/>
              <a:t>，</a:t>
            </a:r>
            <a:endParaRPr lang="en-US" altLang="zh-CN" dirty="0" smtClean="0"/>
          </a:p>
          <a:p>
            <a:pPr marL="274320" lvl="1" indent="0">
              <a:buNone/>
            </a:pPr>
            <a:r>
              <a:rPr lang="en-US" altLang="zh-CN" dirty="0"/>
              <a:t> </a:t>
            </a:r>
            <a:r>
              <a:rPr lang="en-US" altLang="zh-CN" dirty="0" smtClean="0"/>
              <a:t>  </a:t>
            </a:r>
            <a:r>
              <a:rPr lang="zh-CN" altLang="en-US" dirty="0" smtClean="0"/>
              <a:t>否则</a:t>
            </a:r>
            <a:r>
              <a:rPr lang="zh-CN" altLang="en-US" dirty="0"/>
              <a:t>转入“调试”状态，进行修改</a:t>
            </a:r>
            <a:r>
              <a:rPr lang="zh-CN" altLang="en-US" dirty="0" smtClean="0"/>
              <a:t>；</a:t>
            </a:r>
            <a:endParaRPr lang="en-US" altLang="zh-CN" dirty="0" smtClean="0"/>
          </a:p>
          <a:p>
            <a:pPr lvl="1"/>
            <a:r>
              <a:rPr lang="zh-CN" altLang="en-US" dirty="0" smtClean="0"/>
              <a:t>发布</a:t>
            </a:r>
            <a:r>
              <a:rPr lang="zh-CN" altLang="en-US" dirty="0"/>
              <a:t>后的配置项若需修改，其状态也可变为</a:t>
            </a:r>
            <a:r>
              <a:rPr lang="zh-CN" altLang="en-US" dirty="0" smtClean="0"/>
              <a:t>“调试”；</a:t>
            </a:r>
            <a:endParaRPr lang="en-US" altLang="zh-CN" dirty="0" smtClean="0"/>
          </a:p>
          <a:p>
            <a:pPr lvl="1"/>
            <a:r>
              <a:rPr lang="zh-CN" altLang="en-US" dirty="0" smtClean="0"/>
              <a:t>当</a:t>
            </a:r>
            <a:r>
              <a:rPr lang="zh-CN" altLang="en-US" dirty="0"/>
              <a:t>配置项修改完并重新通过评审时，其状态</a:t>
            </a:r>
            <a:r>
              <a:rPr lang="zh-CN" altLang="en-US" dirty="0" smtClean="0"/>
              <a:t>又变为</a:t>
            </a:r>
            <a:r>
              <a:rPr lang="zh-CN" altLang="en-US" dirty="0"/>
              <a:t>“正式发布”，如此循环． </a:t>
            </a:r>
            <a:br>
              <a:rPr lang="zh-CN" altLang="en-US" dirty="0"/>
            </a:br>
            <a:br>
              <a:rPr lang="zh-CN" altLang="en-US" dirty="0"/>
            </a:br>
            <a:endParaRPr lang="zh-CN" altLang="en-US" dirty="0"/>
          </a:p>
        </p:txBody>
      </p:sp>
      <p:pic>
        <p:nvPicPr>
          <p:cNvPr id="4" name="图片 3" descr="屏幕剪辑"/>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313256" y="3045573"/>
            <a:ext cx="3705742" cy="18957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主要内容</a:t>
            </a:r>
            <a:r>
              <a:rPr lang="en-US" altLang="zh-CN" dirty="0" smtClean="0"/>
              <a:t>——</a:t>
            </a:r>
            <a:r>
              <a:rPr lang="zh-CN" altLang="en-US" dirty="0"/>
              <a:t>细化</a:t>
            </a:r>
            <a:endParaRPr lang="zh-CN" dirty="0"/>
          </a:p>
        </p:txBody>
      </p:sp>
      <p:sp>
        <p:nvSpPr>
          <p:cNvPr id="3" name="内容占位符 2"/>
          <p:cNvSpPr>
            <a:spLocks noGrp="1"/>
          </p:cNvSpPr>
          <p:nvPr>
            <p:ph idx="1"/>
          </p:nvPr>
        </p:nvSpPr>
        <p:spPr>
          <a:xfrm>
            <a:off x="1295400" y="1818407"/>
            <a:ext cx="9601200" cy="6037120"/>
          </a:xfrm>
        </p:spPr>
        <p:txBody>
          <a:bodyPr>
            <a:normAutofit/>
          </a:bodyPr>
          <a:lstStyle/>
          <a:p>
            <a:r>
              <a:rPr lang="zh-CN" altLang="en-US" dirty="0" smtClean="0"/>
              <a:t>变更控制</a:t>
            </a:r>
            <a:endParaRPr lang="en-US" altLang="zh-CN" dirty="0" smtClean="0"/>
          </a:p>
          <a:p>
            <a:pPr lvl="1"/>
            <a:r>
              <a:rPr lang="zh-CN" altLang="en-US" dirty="0"/>
              <a:t>变更控制是通过创建产品基线，在产品的</a:t>
            </a:r>
            <a:r>
              <a:rPr lang="zh-CN" altLang="en-US" dirty="0" smtClean="0"/>
              <a:t>整个生存周期</a:t>
            </a:r>
            <a:r>
              <a:rPr lang="zh-CN" altLang="en-US" dirty="0"/>
              <a:t>中控制它的发布和变更．其目的是建立</a:t>
            </a:r>
            <a:r>
              <a:rPr lang="zh-CN" altLang="en-US" dirty="0" smtClean="0"/>
              <a:t>一套</a:t>
            </a:r>
            <a:r>
              <a:rPr lang="zh-CN" altLang="en-US" dirty="0"/>
              <a:t>控制软件修改的机制，保证生产符合质量标准</a:t>
            </a:r>
            <a:r>
              <a:rPr lang="zh-CN" altLang="en-US" dirty="0" smtClean="0"/>
              <a:t>的软件</a:t>
            </a:r>
            <a:r>
              <a:rPr lang="zh-CN" altLang="en-US" dirty="0"/>
              <a:t>和每个版本的软件包含所有必须的元素及</a:t>
            </a:r>
            <a:r>
              <a:rPr lang="zh-CN" altLang="en-US" dirty="0" smtClean="0"/>
              <a:t>工作</a:t>
            </a:r>
            <a:r>
              <a:rPr lang="zh-CN" altLang="en-US" dirty="0"/>
              <a:t>，使其在同一版本中的各元素可以正常工作，以</a:t>
            </a:r>
            <a:r>
              <a:rPr lang="zh-CN" altLang="en-US" dirty="0" smtClean="0"/>
              <a:t>确定</a:t>
            </a:r>
            <a:r>
              <a:rPr lang="zh-CN" altLang="en-US" dirty="0"/>
              <a:t>在变更控制过程中控制什么、如何控制、谁控制</a:t>
            </a:r>
            <a:r>
              <a:rPr lang="zh-CN" altLang="en-US" dirty="0" smtClean="0"/>
              <a:t>变更</a:t>
            </a:r>
            <a:r>
              <a:rPr lang="zh-CN" altLang="en-US" dirty="0"/>
              <a:t>、何时接收变更、批准和检验，变更控制过程． </a:t>
            </a:r>
            <a:r>
              <a:rPr lang="zh-CN" altLang="en-US" dirty="0" smtClean="0"/>
              <a:t>流程如图：</a:t>
            </a:r>
            <a:endParaRPr lang="en-US" altLang="zh-CN" dirty="0"/>
          </a:p>
          <a:p>
            <a:pPr lvl="1"/>
            <a:r>
              <a:rPr lang="zh-CN" altLang="en-US" dirty="0" smtClean="0"/>
              <a:t>需要</a:t>
            </a:r>
            <a:r>
              <a:rPr lang="zh-CN" altLang="en-US" dirty="0"/>
              <a:t>变更的软件元素</a:t>
            </a:r>
            <a:r>
              <a:rPr lang="zh-CN" altLang="en-US" dirty="0" smtClean="0"/>
              <a:t>首先</a:t>
            </a:r>
            <a:r>
              <a:rPr lang="zh-CN" altLang="en-US" dirty="0"/>
              <a:t>处于“待修改”状态</a:t>
            </a:r>
            <a:r>
              <a:rPr lang="zh-CN" altLang="en-US" dirty="0" smtClean="0"/>
              <a:t>，</a:t>
            </a:r>
            <a:endParaRPr lang="en-US" altLang="zh-CN" dirty="0" smtClean="0"/>
          </a:p>
          <a:p>
            <a:pPr marL="274320" lvl="1" indent="0">
              <a:buNone/>
            </a:pPr>
            <a:r>
              <a:rPr lang="zh-CN" altLang="en-US" dirty="0" smtClean="0"/>
              <a:t>   由</a:t>
            </a:r>
            <a:r>
              <a:rPr lang="en-US" altLang="zh-CN" dirty="0"/>
              <a:t>QA</a:t>
            </a:r>
            <a:r>
              <a:rPr lang="zh-CN" altLang="en-US" dirty="0"/>
              <a:t>人员将其分配给</a:t>
            </a:r>
            <a:r>
              <a:rPr lang="zh-CN" altLang="en-US" dirty="0" smtClean="0"/>
              <a:t>相</a:t>
            </a:r>
            <a:r>
              <a:rPr lang="zh-CN" altLang="en-US" dirty="0"/>
              <a:t>关人员进行修改</a:t>
            </a:r>
            <a:r>
              <a:rPr lang="zh-CN" altLang="en-US" dirty="0" smtClean="0"/>
              <a:t>，</a:t>
            </a:r>
            <a:endParaRPr lang="en-US" altLang="zh-CN" dirty="0" smtClean="0"/>
          </a:p>
          <a:p>
            <a:pPr marL="274320" lvl="1" indent="0">
              <a:buNone/>
            </a:pPr>
            <a:r>
              <a:rPr lang="zh-CN" altLang="en-US" dirty="0" smtClean="0"/>
              <a:t>   修改</a:t>
            </a:r>
            <a:r>
              <a:rPr lang="zh-CN" altLang="en-US" dirty="0"/>
              <a:t>完成后再经</a:t>
            </a:r>
            <a:r>
              <a:rPr lang="en-US" altLang="zh-CN" dirty="0"/>
              <a:t>QA</a:t>
            </a:r>
            <a:r>
              <a:rPr lang="zh-CN" altLang="en-US" dirty="0"/>
              <a:t>人员</a:t>
            </a:r>
            <a:r>
              <a:rPr lang="zh-CN" altLang="en-US" dirty="0" smtClean="0"/>
              <a:t>批准后</a:t>
            </a:r>
            <a:r>
              <a:rPr lang="zh-CN" altLang="en-US" dirty="0"/>
              <a:t>将置为“关闭”</a:t>
            </a:r>
            <a:r>
              <a:rPr lang="zh-CN" altLang="en-US" dirty="0" smtClean="0"/>
              <a:t>．</a:t>
            </a:r>
            <a:endParaRPr lang="en-US" altLang="zh-CN" dirty="0" smtClean="0"/>
          </a:p>
          <a:p>
            <a:pPr lvl="1"/>
            <a:r>
              <a:rPr lang="zh-CN" altLang="en-US" dirty="0" smtClean="0"/>
              <a:t>待</a:t>
            </a:r>
            <a:r>
              <a:rPr lang="zh-CN" altLang="en-US" dirty="0"/>
              <a:t>分配的变更要求若无法</a:t>
            </a:r>
            <a:r>
              <a:rPr lang="zh-CN" altLang="en-US" dirty="0" smtClean="0"/>
              <a:t>修改</a:t>
            </a:r>
            <a:r>
              <a:rPr lang="zh-CN" altLang="en-US" dirty="0"/>
              <a:t>，则可将其设为“不修改”状态</a:t>
            </a:r>
            <a:r>
              <a:rPr lang="zh-CN" altLang="en-US" dirty="0" smtClean="0"/>
              <a:t>，</a:t>
            </a:r>
            <a:endParaRPr lang="en-US" altLang="zh-CN" dirty="0" smtClean="0"/>
          </a:p>
          <a:p>
            <a:pPr marL="274320" lvl="1" indent="0">
              <a:buNone/>
            </a:pPr>
            <a:r>
              <a:rPr lang="en-US" altLang="zh-CN" dirty="0"/>
              <a:t> </a:t>
            </a:r>
            <a:r>
              <a:rPr lang="en-US" altLang="zh-CN" dirty="0" smtClean="0"/>
              <a:t>  </a:t>
            </a:r>
            <a:r>
              <a:rPr lang="zh-CN" altLang="en-US" dirty="0" smtClean="0"/>
              <a:t>由</a:t>
            </a:r>
            <a:r>
              <a:rPr lang="en-US" altLang="zh-CN" dirty="0"/>
              <a:t>QA</a:t>
            </a:r>
            <a:r>
              <a:rPr lang="zh-CN" altLang="en-US" dirty="0"/>
              <a:t>人员</a:t>
            </a:r>
            <a:r>
              <a:rPr lang="zh-CN" altLang="en-US" dirty="0" smtClean="0"/>
              <a:t>将其</a:t>
            </a:r>
            <a:r>
              <a:rPr lang="zh-CN" altLang="en-US" dirty="0"/>
              <a:t>置为</a:t>
            </a:r>
            <a:r>
              <a:rPr lang="zh-CN" altLang="en-US" dirty="0" smtClean="0"/>
              <a:t>“遗留”；</a:t>
            </a:r>
            <a:endParaRPr lang="en-US" altLang="zh-CN" dirty="0" smtClean="0"/>
          </a:p>
          <a:p>
            <a:pPr marL="274320" lvl="1" indent="0">
              <a:buNone/>
            </a:pPr>
            <a:r>
              <a:rPr lang="en-US" altLang="zh-CN" dirty="0"/>
              <a:t> </a:t>
            </a:r>
            <a:r>
              <a:rPr lang="en-US" altLang="zh-CN" dirty="0" smtClean="0"/>
              <a:t>  </a:t>
            </a:r>
            <a:r>
              <a:rPr lang="zh-CN" altLang="en-US" dirty="0" smtClean="0"/>
              <a:t>若</a:t>
            </a:r>
            <a:r>
              <a:rPr lang="zh-CN" altLang="en-US" dirty="0"/>
              <a:t>认定为不需要修改，则也由</a:t>
            </a:r>
            <a:r>
              <a:rPr lang="en-US" altLang="zh-CN" dirty="0" smtClean="0"/>
              <a:t>QA</a:t>
            </a:r>
            <a:r>
              <a:rPr lang="zh-CN" altLang="en-US" dirty="0" smtClean="0"/>
              <a:t>人员</a:t>
            </a:r>
            <a:r>
              <a:rPr lang="zh-CN" altLang="en-US" dirty="0"/>
              <a:t>将其关闭． </a:t>
            </a:r>
            <a:br>
              <a:rPr lang="zh-CN" altLang="en-US" dirty="0"/>
            </a:br>
            <a:br>
              <a:rPr lang="zh-CN" altLang="en-US" dirty="0"/>
            </a:br>
            <a:br>
              <a:rPr lang="zh-CN" altLang="en-US" dirty="0"/>
            </a:br>
            <a:endParaRPr lang="zh-CN" altLang="en-US" dirty="0"/>
          </a:p>
        </p:txBody>
      </p:sp>
      <p:pic>
        <p:nvPicPr>
          <p:cNvPr id="6" name="图片 5" descr="屏幕剪辑"/>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264622" y="3655719"/>
            <a:ext cx="3439005" cy="2133898"/>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主要内容</a:t>
            </a:r>
            <a:r>
              <a:rPr lang="en-US" altLang="zh-CN" dirty="0" smtClean="0"/>
              <a:t>——</a:t>
            </a:r>
            <a:r>
              <a:rPr lang="zh-CN" altLang="en-US" dirty="0"/>
              <a:t>细化</a:t>
            </a:r>
            <a:endParaRPr lang="zh-CN" dirty="0"/>
          </a:p>
        </p:txBody>
      </p:sp>
      <p:sp>
        <p:nvSpPr>
          <p:cNvPr id="3" name="内容占位符 2"/>
          <p:cNvSpPr>
            <a:spLocks noGrp="1"/>
          </p:cNvSpPr>
          <p:nvPr>
            <p:ph idx="1"/>
          </p:nvPr>
        </p:nvSpPr>
        <p:spPr>
          <a:xfrm>
            <a:off x="1295400" y="1818407"/>
            <a:ext cx="9601200" cy="6037120"/>
          </a:xfrm>
        </p:spPr>
        <p:txBody>
          <a:bodyPr>
            <a:normAutofit/>
          </a:bodyPr>
          <a:lstStyle/>
          <a:p>
            <a:r>
              <a:rPr lang="zh-CN" altLang="en-US" dirty="0"/>
              <a:t>过程支持</a:t>
            </a:r>
            <a:endParaRPr lang="en-US" altLang="zh-CN" dirty="0" smtClean="0"/>
          </a:p>
          <a:p>
            <a:pPr lvl="1"/>
            <a:r>
              <a:rPr lang="zh-CN" altLang="en-US" dirty="0" smtClean="0"/>
              <a:t>相应的平台工具支持</a:t>
            </a:r>
            <a:endParaRPr lang="en-US" altLang="zh-CN" dirty="0" smtClean="0"/>
          </a:p>
          <a:p>
            <a:pPr lvl="1"/>
            <a:r>
              <a:rPr lang="zh-CN" altLang="en-US" dirty="0" smtClean="0"/>
              <a:t>开发人员的技术支持</a:t>
            </a:r>
            <a:endParaRPr lang="en-US" altLang="zh-CN" dirty="0" smtClean="0"/>
          </a:p>
          <a:p>
            <a:pPr lvl="1"/>
            <a:r>
              <a:rPr lang="zh-CN" altLang="en-US" dirty="0" smtClean="0"/>
              <a:t>状态统计和审核验证</a:t>
            </a:r>
            <a:endParaRPr lang="en-US" altLang="zh-CN" dirty="0" smtClean="0"/>
          </a:p>
          <a:p>
            <a:pPr lvl="1"/>
            <a:r>
              <a:rPr lang="en-US" altLang="zh-CN" dirty="0" smtClean="0"/>
              <a:t>......</a:t>
            </a:r>
            <a:br>
              <a:rPr lang="zh-CN" altLang="en-US" dirty="0"/>
            </a:br>
            <a:br>
              <a:rPr lang="zh-CN" altLang="en-US" dirty="0"/>
            </a:br>
            <a:br>
              <a:rPr lang="zh-CN" altLang="en-US" dirty="0"/>
            </a:b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优点</a:t>
            </a:r>
            <a:endParaRPr lang="zh-CN" altLang="en-US" dirty="0"/>
          </a:p>
        </p:txBody>
      </p:sp>
      <p:sp>
        <p:nvSpPr>
          <p:cNvPr id="3" name="内容占位符 2"/>
          <p:cNvSpPr>
            <a:spLocks noGrp="1"/>
          </p:cNvSpPr>
          <p:nvPr>
            <p:ph idx="1"/>
          </p:nvPr>
        </p:nvSpPr>
        <p:spPr>
          <a:xfrm>
            <a:off x="5504411" y="2462646"/>
            <a:ext cx="6080760" cy="3321928"/>
          </a:xfrm>
        </p:spPr>
        <p:txBody>
          <a:bodyPr>
            <a:normAutofit/>
          </a:bodyPr>
          <a:lstStyle/>
          <a:p>
            <a:r>
              <a:rPr lang="zh-CN" altLang="en-US" dirty="0">
                <a:solidFill>
                  <a:schemeClr val="accent2"/>
                </a:solidFill>
              </a:rPr>
              <a:t>节约用户</a:t>
            </a:r>
            <a:r>
              <a:rPr lang="zh-CN" altLang="en-US" dirty="0" smtClean="0">
                <a:solidFill>
                  <a:schemeClr val="accent2"/>
                </a:solidFill>
              </a:rPr>
              <a:t>资金</a:t>
            </a:r>
            <a:endParaRPr lang="en-US" altLang="zh-CN" dirty="0" smtClean="0">
              <a:solidFill>
                <a:schemeClr val="accent2"/>
              </a:solidFill>
            </a:endParaRPr>
          </a:p>
          <a:p>
            <a:r>
              <a:rPr lang="zh-CN" altLang="en-US" dirty="0" smtClean="0">
                <a:solidFill>
                  <a:schemeClr val="accent2"/>
                </a:solidFill>
              </a:rPr>
              <a:t>优化软件功能和性能</a:t>
            </a:r>
            <a:endParaRPr lang="en-US" altLang="zh-CN" dirty="0">
              <a:solidFill>
                <a:schemeClr val="accent2"/>
              </a:solidFill>
            </a:endParaRPr>
          </a:p>
          <a:p>
            <a:r>
              <a:rPr lang="zh-CN" altLang="en-US" dirty="0">
                <a:solidFill>
                  <a:schemeClr val="accent2"/>
                </a:solidFill>
              </a:rPr>
              <a:t>提高软件开发管理</a:t>
            </a:r>
            <a:r>
              <a:rPr lang="zh-CN" altLang="en-US" dirty="0" smtClean="0">
                <a:solidFill>
                  <a:schemeClr val="accent2"/>
                </a:solidFill>
              </a:rPr>
              <a:t>水平</a:t>
            </a:r>
            <a:endParaRPr lang="en-US" altLang="zh-CN" dirty="0" smtClean="0">
              <a:solidFill>
                <a:schemeClr val="accent2"/>
              </a:solidFill>
            </a:endParaRPr>
          </a:p>
          <a:p>
            <a:r>
              <a:rPr lang="zh-CN" altLang="en-US" smtClean="0">
                <a:solidFill>
                  <a:schemeClr val="accent2"/>
                </a:solidFill>
              </a:rPr>
              <a:t>优化用户体验环境</a:t>
            </a:r>
            <a:endParaRPr lang="en-US" altLang="zh-CN" dirty="0">
              <a:solidFill>
                <a:schemeClr val="accent2"/>
              </a:solidFill>
            </a:endParaRPr>
          </a:p>
          <a:p>
            <a:r>
              <a:rPr lang="zh-CN" altLang="en-US" dirty="0">
                <a:solidFill>
                  <a:schemeClr val="accent2"/>
                </a:solidFill>
              </a:rPr>
              <a:t>保护企业知识财富</a:t>
            </a:r>
            <a:endParaRPr lang="en-US" altLang="zh-CN" dirty="0">
              <a:solidFill>
                <a:schemeClr val="accent2"/>
              </a:solidFill>
            </a:endParaRPr>
          </a:p>
          <a:p>
            <a:r>
              <a:rPr lang="en-US" altLang="zh-CN" dirty="0">
                <a:solidFill>
                  <a:schemeClr val="accent2"/>
                </a:solidFill>
              </a:rPr>
              <a:t>......</a:t>
            </a:r>
            <a:br>
              <a:rPr lang="zh-CN" altLang="en-US" dirty="0"/>
            </a:br>
            <a:endParaRPr lang="zh-CN" altLang="en-US" dirty="0"/>
          </a:p>
        </p:txBody>
      </p:sp>
      <p:sp>
        <p:nvSpPr>
          <p:cNvPr id="4" name="文本占位符 3"/>
          <p:cNvSpPr>
            <a:spLocks noGrp="1"/>
          </p:cNvSpPr>
          <p:nvPr>
            <p:ph type="body" sz="half" idx="2"/>
          </p:nvPr>
        </p:nvSpPr>
        <p:spPr/>
        <p:txBody>
          <a:bodyPr/>
          <a:lstStyle/>
          <a:p>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0"/>
            <a:ext cx="12192000" cy="6858000"/>
          </a:xfrm>
          <a:prstGeom prst="rect">
            <a:avLst/>
          </a:prstGeom>
          <a:solidFill>
            <a:srgbClr val="1212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p:nvPicPr>
        <p:blipFill rotWithShape="1">
          <a:blip r:embed="rId1" cstate="email"/>
          <a:srcRect/>
          <a:stretch>
            <a:fillRect/>
          </a:stretch>
        </p:blipFill>
        <p:spPr>
          <a:xfrm>
            <a:off x="2146300" y="0"/>
            <a:ext cx="10045700" cy="5875574"/>
          </a:xfrm>
          <a:prstGeom prst="rect">
            <a:avLst/>
          </a:prstGeom>
        </p:spPr>
      </p:pic>
      <p:sp>
        <p:nvSpPr>
          <p:cNvPr id="6" name="矩形 5"/>
          <p:cNvSpPr/>
          <p:nvPr/>
        </p:nvSpPr>
        <p:spPr>
          <a:xfrm>
            <a:off x="-1" y="1756138"/>
            <a:ext cx="10425181" cy="3120662"/>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0425183" y="1756138"/>
            <a:ext cx="1766817" cy="3120662"/>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9561580" y="2469445"/>
            <a:ext cx="1727200" cy="17272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000" dirty="0">
                <a:solidFill>
                  <a:srgbClr val="0070C0"/>
                </a:solidFill>
                <a:latin typeface="Impact" panose="020B0806030902050204" pitchFamily="34" charset="0"/>
              </a:rPr>
              <a:t>2018</a:t>
            </a:r>
            <a:endParaRPr lang="zh-CN" altLang="en-US" sz="4000" dirty="0">
              <a:solidFill>
                <a:srgbClr val="0070C0"/>
              </a:solidFill>
              <a:latin typeface="Impact" panose="020B0806030902050204" pitchFamily="34" charset="0"/>
            </a:endParaRPr>
          </a:p>
        </p:txBody>
      </p:sp>
      <p:sp>
        <p:nvSpPr>
          <p:cNvPr id="9" name="文本框 8"/>
          <p:cNvSpPr txBox="1"/>
          <p:nvPr/>
        </p:nvSpPr>
        <p:spPr>
          <a:xfrm>
            <a:off x="6492730" y="2790398"/>
            <a:ext cx="3991400" cy="830997"/>
          </a:xfrm>
          <a:prstGeom prst="rect">
            <a:avLst/>
          </a:prstGeom>
          <a:noFill/>
        </p:spPr>
        <p:txBody>
          <a:bodyPr wrap="square" rtlCol="0">
            <a:spAutoFit/>
          </a:bodyPr>
          <a:lstStyle/>
          <a:p>
            <a:r>
              <a:rPr lang="en-US" altLang="zh-CN" sz="4800" dirty="0">
                <a:solidFill>
                  <a:schemeClr val="bg1"/>
                </a:solidFill>
                <a:latin typeface="微软雅黑" panose="020B0503020204020204" pitchFamily="34" charset="-122"/>
                <a:ea typeface="微软雅黑" panose="020B0503020204020204" pitchFamily="34" charset="-122"/>
              </a:rPr>
              <a:t>THANKS</a:t>
            </a:r>
            <a:endParaRPr lang="zh-CN" altLang="en-US" sz="4800" dirty="0">
              <a:solidFill>
                <a:schemeClr val="bg1"/>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6492730" y="3515247"/>
            <a:ext cx="3991400" cy="369332"/>
          </a:xfrm>
          <a:prstGeom prst="rect">
            <a:avLst/>
          </a:prstGeom>
          <a:noFill/>
        </p:spPr>
        <p:txBody>
          <a:bodyPr wrap="square" rtlCol="0">
            <a:spAutoFit/>
          </a:bodyPr>
          <a:lstStyle/>
          <a:p>
            <a:r>
              <a:rPr lang="en-US" altLang="zh-CN" dirty="0">
                <a:solidFill>
                  <a:schemeClr val="bg1"/>
                </a:solidFill>
                <a:latin typeface="微软雅黑" panose="020B0503020204020204" pitchFamily="34" charset="-122"/>
                <a:ea typeface="微软雅黑" panose="020B0503020204020204" pitchFamily="34" charset="-122"/>
              </a:rPr>
              <a:t>FOR YOUR WATCHING</a:t>
            </a:r>
            <a:endParaRPr lang="zh-CN" altLang="en-US"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right)">
                                      <p:cBhvr>
                                        <p:cTn id="7" dur="1000"/>
                                        <p:tgtEl>
                                          <p:spTgt spid="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left)">
                                      <p:cBhvr>
                                        <p:cTn id="10" dur="1000"/>
                                        <p:tgtEl>
                                          <p:spTgt spid="7"/>
                                        </p:tgtEl>
                                      </p:cBhvr>
                                    </p:animEffect>
                                  </p:childTnLst>
                                </p:cTn>
                              </p:par>
                            </p:childTnLst>
                          </p:cTn>
                        </p:par>
                        <p:par>
                          <p:cTn id="11" fill="hold">
                            <p:stCondLst>
                              <p:cond delay="1000"/>
                            </p:stCondLst>
                            <p:childTnLst>
                              <p:par>
                                <p:cTn id="12" presetID="10" presetClass="entr" presetSubtype="0" fill="hold" grpId="0" nodeType="afterEffect">
                                  <p:stCondLst>
                                    <p:cond delay="0"/>
                                  </p:stCondLst>
                                  <p:iterate type="lt">
                                    <p:tmPct val="50000"/>
                                  </p:iterate>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childTnLst>
                                </p:cTn>
                              </p:par>
                            </p:childTnLst>
                          </p:cTn>
                        </p:par>
                        <p:par>
                          <p:cTn id="15" fill="hold">
                            <p:stCondLst>
                              <p:cond delay="3500"/>
                            </p:stCondLst>
                            <p:childTnLst>
                              <p:par>
                                <p:cTn id="16" presetID="10" presetClass="entr" presetSubtype="0" fill="hold" grpId="0" nodeType="afterEffect">
                                  <p:stCondLst>
                                    <p:cond delay="0"/>
                                  </p:stCondLst>
                                  <p:iterate type="lt">
                                    <p:tmPct val="10000"/>
                                  </p:iterate>
                                  <p:childTnLst>
                                    <p:set>
                                      <p:cBhvr>
                                        <p:cTn id="17" dur="1" fill="hold">
                                          <p:stCondLst>
                                            <p:cond delay="0"/>
                                          </p:stCondLst>
                                        </p:cTn>
                                        <p:tgtEl>
                                          <p:spTgt spid="10"/>
                                        </p:tgtEl>
                                        <p:attrNameLst>
                                          <p:attrName>style.visibility</p:attrName>
                                        </p:attrNameLst>
                                      </p:cBhvr>
                                      <p:to>
                                        <p:strVal val="visible"/>
                                      </p:to>
                                    </p:set>
                                    <p:animEffect transition="in" filter="fade">
                                      <p:cBhvr>
                                        <p:cTn id="18"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p:bldP spid="10" grpId="0"/>
    </p:bld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6386" name="Picture 2" descr="C:\Users\iamisis\Desktop\0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2192000" cy="6860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7" name="11 Imag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19267" y="6411384"/>
            <a:ext cx="482600" cy="404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8" name="12 Imag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87617" y="6411384"/>
            <a:ext cx="480483" cy="404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9" name="14 CuadroTexto"/>
          <p:cNvSpPr>
            <a:spLocks noChangeArrowheads="1"/>
          </p:cNvSpPr>
          <p:nvPr/>
        </p:nvSpPr>
        <p:spPr bwMode="auto">
          <a:xfrm>
            <a:off x="10619317" y="6426200"/>
            <a:ext cx="35939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r>
              <a:rPr lang="zh-CN" altLang="zh-CN" sz="1600" b="1" i="1">
                <a:solidFill>
                  <a:srgbClr val="FFFFFF"/>
                </a:solidFill>
                <a:latin typeface="Calibri" panose="020F0502020204030204" pitchFamily="34" charset="0"/>
                <a:ea typeface="MS PGothic" panose="020B0600070205080204" pitchFamily="34" charset="-128"/>
                <a:sym typeface="MS PGothic" panose="020B0600070205080204" pitchFamily="34" charset="-128"/>
              </a:rPr>
              <a:t>of</a:t>
            </a:r>
            <a:endParaRPr lang="zh-CN" altLang="zh-CN" sz="1600" b="1" i="1">
              <a:solidFill>
                <a:srgbClr val="FFFFFF"/>
              </a:solidFill>
              <a:latin typeface="Calibri" panose="020F0502020204030204" pitchFamily="34" charset="0"/>
              <a:ea typeface="MS PGothic" panose="020B0600070205080204" pitchFamily="34" charset="-128"/>
              <a:sym typeface="MS PGothic" panose="020B0600070205080204" pitchFamily="34" charset="-128"/>
            </a:endParaRPr>
          </a:p>
        </p:txBody>
      </p:sp>
      <p:sp>
        <p:nvSpPr>
          <p:cNvPr id="16390" name="15 CuadroTexto"/>
          <p:cNvSpPr>
            <a:spLocks noChangeArrowheads="1"/>
          </p:cNvSpPr>
          <p:nvPr/>
        </p:nvSpPr>
        <p:spPr bwMode="auto">
          <a:xfrm>
            <a:off x="11035565" y="6426200"/>
            <a:ext cx="39305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1600" b="1">
                <a:solidFill>
                  <a:srgbClr val="FFFFFF"/>
                </a:solidFill>
                <a:latin typeface="Calibri" panose="020F0502020204030204" pitchFamily="34" charset="0"/>
                <a:sym typeface="Calibri" panose="020F0502020204030204" pitchFamily="34" charset="0"/>
              </a:rPr>
              <a:t>21</a:t>
            </a:r>
            <a:endParaRPr lang="zh-CN" altLang="zh-CN" sz="1600" b="1">
              <a:solidFill>
                <a:srgbClr val="FFFFFF"/>
              </a:solidFill>
              <a:latin typeface="Calibri" panose="020F0502020204030204" pitchFamily="34" charset="0"/>
              <a:ea typeface="MS PGothic" panose="020B0600070205080204" pitchFamily="34" charset="-128"/>
              <a:sym typeface="MS PGothic" panose="020B0600070205080204" pitchFamily="34" charset="-128"/>
            </a:endParaRPr>
          </a:p>
        </p:txBody>
      </p:sp>
      <p:pic>
        <p:nvPicPr>
          <p:cNvPr id="16391" name="Imagen 6" descr="C:\Users\Design\Documents\Edu\Product Launch\btns.png">
            <a:hlinkClick r:id="" action="ppaction://hlinkshowjump?jump=nex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521018" y="6493933"/>
            <a:ext cx="234949" cy="237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2" name="Imagen 6" descr="C:\Users\Design\Documents\Edu\Product Launch\btns.png">
            <a:hlinkClick r:id="" action="ppaction://hlinkshowjump?jump=previousslid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8118" y="6493933"/>
            <a:ext cx="234949" cy="237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3" name="4 CuadroTexto"/>
          <p:cNvSpPr>
            <a:spLocks noChangeArrowheads="1"/>
          </p:cNvSpPr>
          <p:nvPr/>
        </p:nvSpPr>
        <p:spPr bwMode="auto">
          <a:xfrm>
            <a:off x="5166901" y="6421967"/>
            <a:ext cx="185820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zh-CN" altLang="zh-CN" sz="1600" b="1">
                <a:solidFill>
                  <a:srgbClr val="FFFFFF"/>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z="1600" b="1">
                <a:solidFill>
                  <a:srgbClr val="FFFFFF"/>
                </a:solidFill>
                <a:latin typeface="微软雅黑" panose="020B0503020204020204" pitchFamily="34" charset="-122"/>
                <a:ea typeface="微软雅黑" panose="020B0503020204020204" pitchFamily="34" charset="-122"/>
                <a:sym typeface="宋体" panose="02010600030101010101" pitchFamily="2" charset="-122"/>
              </a:rPr>
              <a:t>软件配置管理</a:t>
            </a:r>
            <a:endParaRPr lang="zh-CN" altLang="zh-CN" sz="1600" b="1">
              <a:solidFill>
                <a:srgbClr val="FFFFFF"/>
              </a:solidFill>
              <a:latin typeface="微软雅黑" panose="020B0503020204020204" pitchFamily="34" charset="-122"/>
              <a:ea typeface="微软雅黑" panose="020B0503020204020204" pitchFamily="34" charset="-122"/>
              <a:sym typeface="MS PGothic" panose="020B0600070205080204" pitchFamily="34" charset="-128"/>
            </a:endParaRPr>
          </a:p>
        </p:txBody>
      </p:sp>
      <p:sp>
        <p:nvSpPr>
          <p:cNvPr id="5130" name="内容占位符 2"/>
          <p:cNvSpPr>
            <a:spLocks noGrp="1" noChangeArrowheads="1"/>
          </p:cNvSpPr>
          <p:nvPr>
            <p:ph idx="4294967295"/>
          </p:nvPr>
        </p:nvSpPr>
        <p:spPr>
          <a:xfrm>
            <a:off x="609601" y="1494367"/>
            <a:ext cx="5103284" cy="590551"/>
          </a:xfrm>
          <a:solidFill>
            <a:srgbClr val="03AEDA"/>
          </a:solidFill>
        </p:spPr>
        <p:txBody>
          <a:bodyPr/>
          <a:lstStyle/>
          <a:p>
            <a:pPr marL="0" indent="0" eaLnBrk="1" hangingPunct="1">
              <a:buNone/>
            </a:pPr>
            <a:r>
              <a:rPr lang="zh-CN" altLang="en-US" sz="2665">
                <a:solidFill>
                  <a:schemeClr val="bg1"/>
                </a:solidFill>
                <a:latin typeface="微软雅黑" panose="020B0503020204020204" pitchFamily="34" charset="-122"/>
                <a:ea typeface="微软雅黑" panose="020B0503020204020204" pitchFamily="34" charset="-122"/>
              </a:rPr>
              <a:t>讨论之前，先给出一些基本定义</a:t>
            </a:r>
            <a:endParaRPr lang="zh-CN" altLang="zh-CN" sz="2665">
              <a:solidFill>
                <a:schemeClr val="bg1"/>
              </a:solidFill>
              <a:latin typeface="微软雅黑" panose="020B0503020204020204" pitchFamily="34" charset="-122"/>
              <a:ea typeface="微软雅黑" panose="020B0503020204020204" pitchFamily="34" charset="-122"/>
            </a:endParaRPr>
          </a:p>
        </p:txBody>
      </p:sp>
      <p:sp>
        <p:nvSpPr>
          <p:cNvPr id="16395" name="13 CuadroTexto"/>
          <p:cNvSpPr>
            <a:spLocks noChangeArrowheads="1"/>
          </p:cNvSpPr>
          <p:nvPr/>
        </p:nvSpPr>
        <p:spPr bwMode="auto">
          <a:xfrm>
            <a:off x="10305554" y="6430434"/>
            <a:ext cx="28886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1600" b="1">
                <a:solidFill>
                  <a:srgbClr val="04AEDA"/>
                </a:solidFill>
                <a:latin typeface="Calibri" panose="020F0502020204030204" pitchFamily="34" charset="0"/>
                <a:sym typeface="Calibri" panose="020F0502020204030204" pitchFamily="34" charset="0"/>
              </a:rPr>
              <a:t>1</a:t>
            </a:r>
            <a:endParaRPr lang="zh-CN" altLang="en-US" sz="1600" b="1">
              <a:solidFill>
                <a:srgbClr val="04AEDA"/>
              </a:solidFill>
              <a:latin typeface="Calibri" panose="020F0502020204030204" pitchFamily="34" charset="0"/>
              <a:ea typeface="MS PGothic" panose="020B0600070205080204" pitchFamily="34" charset="-128"/>
              <a:sym typeface="MS PGothic" panose="020B0600070205080204" pitchFamily="34" charset="-128"/>
            </a:endParaRPr>
          </a:p>
        </p:txBody>
      </p:sp>
      <p:sp>
        <p:nvSpPr>
          <p:cNvPr id="16396" name="直接连接符 10"/>
          <p:cNvSpPr>
            <a:spLocks noChangeShapeType="1"/>
          </p:cNvSpPr>
          <p:nvPr/>
        </p:nvSpPr>
        <p:spPr bwMode="auto">
          <a:xfrm flipH="1">
            <a:off x="285751" y="749300"/>
            <a:ext cx="4129616" cy="0"/>
          </a:xfrm>
          <a:prstGeom prst="line">
            <a:avLst/>
          </a:prstGeom>
          <a:noFill/>
          <a:ln w="9525">
            <a:solidFill>
              <a:srgbClr val="00B0F0"/>
            </a:solidFill>
            <a:bevel/>
          </a:ln>
          <a:extLst>
            <a:ext uri="{909E8E84-426E-40DD-AFC4-6F175D3DCCD1}">
              <a14:hiddenFill xmlns:a14="http://schemas.microsoft.com/office/drawing/2010/main">
                <a:noFill/>
              </a14:hiddenFill>
            </a:ext>
          </a:extLst>
        </p:spPr>
        <p:txBody>
          <a:bodyPr/>
          <a:lstStyle/>
          <a:p>
            <a:pPr defTabSz="1219200" eaLnBrk="0" fontAlgn="base" hangingPunct="0">
              <a:spcBef>
                <a:spcPct val="0"/>
              </a:spcBef>
              <a:spcAft>
                <a:spcPct val="0"/>
              </a:spcAft>
            </a:pPr>
            <a:endParaRPr lang="zh-CN" altLang="en-US" sz="2400">
              <a:solidFill>
                <a:srgbClr val="000000"/>
              </a:solidFill>
              <a:latin typeface="Arial" panose="020B0604020202020204" pitchFamily="34" charset="0"/>
              <a:ea typeface="宋体" panose="02010600030101010101" pitchFamily="2" charset="-122"/>
            </a:endParaRPr>
          </a:p>
        </p:txBody>
      </p:sp>
      <p:sp>
        <p:nvSpPr>
          <p:cNvPr id="16397" name="Rectangle 7"/>
          <p:cNvSpPr>
            <a:spLocks noChangeArrowheads="1"/>
          </p:cNvSpPr>
          <p:nvPr/>
        </p:nvSpPr>
        <p:spPr bwMode="auto">
          <a:xfrm>
            <a:off x="0" y="698500"/>
            <a:ext cx="287867" cy="95251"/>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endParaRPr lang="zh-CN" altLang="zh-CN" sz="2400">
              <a:solidFill>
                <a:srgbClr val="000000"/>
              </a:solidFill>
              <a:latin typeface="Calibri" panose="020F0502020204030204" pitchFamily="34" charset="0"/>
              <a:sym typeface="宋体" panose="02010600030101010101" pitchFamily="2" charset="-122"/>
            </a:endParaRPr>
          </a:p>
        </p:txBody>
      </p:sp>
      <p:sp>
        <p:nvSpPr>
          <p:cNvPr id="16398" name="TextBox 5"/>
          <p:cNvSpPr>
            <a:spLocks noChangeArrowheads="1"/>
          </p:cNvSpPr>
          <p:nvPr/>
        </p:nvSpPr>
        <p:spPr bwMode="auto">
          <a:xfrm>
            <a:off x="747185" y="258233"/>
            <a:ext cx="3407833" cy="52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lnSpc>
                <a:spcPts val="3415"/>
              </a:lnSpc>
              <a:spcBef>
                <a:spcPct val="0"/>
              </a:spcBef>
              <a:spcAft>
                <a:spcPct val="0"/>
              </a:spcAft>
            </a:pPr>
            <a:r>
              <a:rPr lang="zh-CN" altLang="en-US" sz="2665">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为什么与是什么</a:t>
            </a:r>
            <a:endParaRPr lang="en-US" altLang="zh-CN" sz="2665">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 name="内容占位符 2"/>
          <p:cNvSpPr txBox="1">
            <a:spLocks noChangeArrowheads="1"/>
          </p:cNvSpPr>
          <p:nvPr/>
        </p:nvSpPr>
        <p:spPr bwMode="auto">
          <a:xfrm>
            <a:off x="609600" y="2357967"/>
            <a:ext cx="10972800" cy="590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defTabSz="1219200" fontAlgn="base">
              <a:spcBef>
                <a:spcPct val="20000"/>
              </a:spcBef>
              <a:spcAft>
                <a:spcPct val="0"/>
              </a:spcAft>
              <a:buFont typeface="Arial" panose="020B0604020202020204" pitchFamily="34" charset="0"/>
              <a:buChar char="•"/>
            </a:pPr>
            <a:r>
              <a:rPr lang="zh-CN" altLang="en-US" sz="2665" b="1">
                <a:solidFill>
                  <a:srgbClr val="03AEDA"/>
                </a:solidFill>
                <a:latin typeface="微软雅黑" panose="020B0503020204020204" pitchFamily="34" charset="-122"/>
                <a:ea typeface="微软雅黑" panose="020B0503020204020204" pitchFamily="34" charset="-122"/>
                <a:sym typeface="Calibri" panose="020F0502020204030204" pitchFamily="34" charset="0"/>
              </a:rPr>
              <a:t>配置</a:t>
            </a:r>
            <a:r>
              <a:rPr lang="zh-CN" altLang="en-US" sz="2665">
                <a:solidFill>
                  <a:srgbClr val="000000"/>
                </a:solidFill>
                <a:latin typeface="微软雅黑" panose="020B0503020204020204" pitchFamily="34" charset="-122"/>
                <a:ea typeface="微软雅黑" panose="020B0503020204020204" pitchFamily="34" charset="-122"/>
                <a:sym typeface="Calibri" panose="020F0502020204030204" pitchFamily="34" charset="0"/>
              </a:rPr>
              <a:t>：用数量、特性和组件间互联指定的计算机系统或者组件的布置</a:t>
            </a:r>
            <a:endParaRPr lang="zh-CN" altLang="zh-CN" sz="2665">
              <a:solidFill>
                <a:srgbClr val="000000"/>
              </a:solidFill>
              <a:latin typeface="微软雅黑" panose="020B0503020204020204" pitchFamily="34" charset="-122"/>
              <a:ea typeface="微软雅黑" panose="020B0503020204020204" pitchFamily="34" charset="-122"/>
              <a:sym typeface="Calibri" panose="020F0502020204030204" pitchFamily="34" charset="0"/>
            </a:endParaRPr>
          </a:p>
        </p:txBody>
      </p:sp>
      <p:sp>
        <p:nvSpPr>
          <p:cNvPr id="18" name="内容占位符 2"/>
          <p:cNvSpPr txBox="1">
            <a:spLocks noChangeArrowheads="1"/>
          </p:cNvSpPr>
          <p:nvPr/>
        </p:nvSpPr>
        <p:spPr bwMode="auto">
          <a:xfrm>
            <a:off x="609600" y="3274485"/>
            <a:ext cx="10972800" cy="1881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defTabSz="1219200" fontAlgn="base">
              <a:spcBef>
                <a:spcPct val="20000"/>
              </a:spcBef>
              <a:spcAft>
                <a:spcPct val="0"/>
              </a:spcAft>
              <a:buFont typeface="Arial" panose="020B0604020202020204" pitchFamily="34" charset="0"/>
              <a:buChar char="•"/>
            </a:pPr>
            <a:r>
              <a:rPr lang="zh-CN" altLang="en-US" sz="2665" b="1">
                <a:solidFill>
                  <a:srgbClr val="03AEDA"/>
                </a:solidFill>
                <a:latin typeface="微软雅黑" panose="020B0503020204020204" pitchFamily="34" charset="-122"/>
                <a:ea typeface="微软雅黑" panose="020B0503020204020204" pitchFamily="34" charset="-122"/>
                <a:sym typeface="Calibri" panose="020F0502020204030204" pitchFamily="34" charset="0"/>
              </a:rPr>
              <a:t>配置管理</a:t>
            </a:r>
            <a:r>
              <a:rPr lang="zh-CN" altLang="en-US" sz="2665">
                <a:solidFill>
                  <a:srgbClr val="000000"/>
                </a:solidFill>
                <a:latin typeface="微软雅黑" panose="020B0503020204020204" pitchFamily="34" charset="-122"/>
                <a:ea typeface="微软雅黑" panose="020B0503020204020204" pitchFamily="34" charset="-122"/>
                <a:sym typeface="Calibri" panose="020F0502020204030204" pitchFamily="34" charset="0"/>
              </a:rPr>
              <a:t>：可在技术和管理方面指导和监控下列活动：识别和记录配置项的功能和物理特性，控制这些特性的变更，报告变更处理和执行状况，验证其是否符合特定的的需求。</a:t>
            </a:r>
            <a:endParaRPr lang="zh-CN" altLang="zh-CN" sz="2665">
              <a:solidFill>
                <a:srgbClr val="000000"/>
              </a:solidFill>
              <a:latin typeface="微软雅黑" panose="020B0503020204020204" pitchFamily="34" charset="-122"/>
              <a:ea typeface="微软雅黑" panose="020B0503020204020204" pitchFamily="34" charset="-122"/>
              <a:sym typeface="Calibri" panose="020F0502020204030204" pitchFamily="34" charset="0"/>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5130">
                                            <p:txEl>
                                              <p:pRg st="0" end="0"/>
                                            </p:txEl>
                                          </p:spTgt>
                                        </p:tgtEl>
                                        <p:attrNameLst>
                                          <p:attrName>style.visibility</p:attrName>
                                        </p:attrNameLst>
                                      </p:cBhvr>
                                      <p:to>
                                        <p:strVal val="visible"/>
                                      </p:to>
                                    </p:set>
                                    <p:animEffect>
                                      <p:cBhvr>
                                        <p:cTn id="7" dur="500"/>
                                        <p:tgtEl>
                                          <p:spTgt spid="51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7">
                                            <p:txEl>
                                              <p:pRg st="0" end="0"/>
                                            </p:txEl>
                                          </p:spTgt>
                                        </p:tgtEl>
                                        <p:attrNameLst>
                                          <p:attrName>style.visibility</p:attrName>
                                        </p:attrNameLst>
                                      </p:cBhvr>
                                      <p:to>
                                        <p:strVal val="visible"/>
                                      </p:to>
                                    </p:set>
                                    <p:animEffect>
                                      <p:cBhvr>
                                        <p:cTn id="12" dur="500"/>
                                        <p:tgtEl>
                                          <p:spTgt spid="1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18">
                                            <p:txEl>
                                              <p:pRg st="0" end="0"/>
                                            </p:txEl>
                                          </p:spTgt>
                                        </p:tgtEl>
                                        <p:attrNameLst>
                                          <p:attrName>style.visibility</p:attrName>
                                        </p:attrNameLst>
                                      </p:cBhvr>
                                      <p:to>
                                        <p:strVal val="visible"/>
                                      </p:to>
                                    </p:set>
                                    <p:animEffect>
                                      <p:cBhvr>
                                        <p:cTn id="17" dur="5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0" grpId="0" bldLvl="0" autoUpdateAnimBg="0" build="p"/>
      <p:bldP spid="17" grpId="0" bldLvl="0" autoUpdateAnimBg="0" build="p"/>
      <p:bldP spid="18" grpId="0" bldLvl="0" autoUpdateAnimBg="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C:\Users\iamisis\Desktop\0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2192000" cy="6860117"/>
          </a:xfrm>
          <a:prstGeom prst="rect">
            <a:avLst/>
          </a:prstGeom>
          <a:solidFill>
            <a:srgbClr val="03AEDA"/>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7411" name="11 Imag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19267" y="6411384"/>
            <a:ext cx="482600" cy="404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2" name="12 Imag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87617" y="6411384"/>
            <a:ext cx="480483" cy="404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3" name="14 CuadroTexto"/>
          <p:cNvSpPr>
            <a:spLocks noChangeArrowheads="1"/>
          </p:cNvSpPr>
          <p:nvPr/>
        </p:nvSpPr>
        <p:spPr bwMode="auto">
          <a:xfrm>
            <a:off x="10619317" y="6426200"/>
            <a:ext cx="35939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r>
              <a:rPr lang="zh-CN" altLang="zh-CN" sz="1600" b="1" i="1">
                <a:solidFill>
                  <a:srgbClr val="FFFFFF"/>
                </a:solidFill>
                <a:latin typeface="Calibri" panose="020F0502020204030204" pitchFamily="34" charset="0"/>
                <a:ea typeface="MS PGothic" panose="020B0600070205080204" pitchFamily="34" charset="-128"/>
                <a:sym typeface="MS PGothic" panose="020B0600070205080204" pitchFamily="34" charset="-128"/>
              </a:rPr>
              <a:t>of</a:t>
            </a:r>
            <a:endParaRPr lang="zh-CN" altLang="zh-CN" sz="1600" b="1" i="1">
              <a:solidFill>
                <a:srgbClr val="FFFFFF"/>
              </a:solidFill>
              <a:latin typeface="Calibri" panose="020F0502020204030204" pitchFamily="34" charset="0"/>
              <a:ea typeface="MS PGothic" panose="020B0600070205080204" pitchFamily="34" charset="-128"/>
              <a:sym typeface="MS PGothic" panose="020B0600070205080204" pitchFamily="34" charset="-128"/>
            </a:endParaRPr>
          </a:p>
        </p:txBody>
      </p:sp>
      <p:sp>
        <p:nvSpPr>
          <p:cNvPr id="17414" name="15 CuadroTexto"/>
          <p:cNvSpPr>
            <a:spLocks noChangeArrowheads="1"/>
          </p:cNvSpPr>
          <p:nvPr/>
        </p:nvSpPr>
        <p:spPr bwMode="auto">
          <a:xfrm>
            <a:off x="11035565" y="6426200"/>
            <a:ext cx="39305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1600" b="1">
                <a:solidFill>
                  <a:srgbClr val="FFFFFF"/>
                </a:solidFill>
                <a:latin typeface="Calibri" panose="020F0502020204030204" pitchFamily="34" charset="0"/>
                <a:sym typeface="Calibri" panose="020F0502020204030204" pitchFamily="34" charset="0"/>
              </a:rPr>
              <a:t>21</a:t>
            </a:r>
            <a:endParaRPr lang="zh-CN" altLang="zh-CN" sz="1600" b="1">
              <a:solidFill>
                <a:srgbClr val="FFFFFF"/>
              </a:solidFill>
              <a:latin typeface="Calibri" panose="020F0502020204030204" pitchFamily="34" charset="0"/>
              <a:ea typeface="MS PGothic" panose="020B0600070205080204" pitchFamily="34" charset="-128"/>
              <a:sym typeface="MS PGothic" panose="020B0600070205080204" pitchFamily="34" charset="-128"/>
            </a:endParaRPr>
          </a:p>
        </p:txBody>
      </p:sp>
      <p:pic>
        <p:nvPicPr>
          <p:cNvPr id="17415" name="Imagen 6" descr="C:\Users\Design\Documents\Edu\Product Launch\btns.png">
            <a:hlinkClick r:id="" action="ppaction://hlinkshowjump?jump=nex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521018" y="6493933"/>
            <a:ext cx="234949" cy="237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6" name="Imagen 6" descr="C:\Users\Design\Documents\Edu\Product Launch\btns.png">
            <a:hlinkClick r:id="" action="ppaction://hlinkshowjump?jump=previousslid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8118" y="6493933"/>
            <a:ext cx="234949" cy="237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7" name="4 CuadroTexto"/>
          <p:cNvSpPr>
            <a:spLocks noChangeArrowheads="1"/>
          </p:cNvSpPr>
          <p:nvPr/>
        </p:nvSpPr>
        <p:spPr bwMode="auto">
          <a:xfrm>
            <a:off x="5166901" y="6421967"/>
            <a:ext cx="185820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zh-CN" altLang="zh-CN" sz="1600" b="1">
                <a:solidFill>
                  <a:srgbClr val="FFFFFF"/>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z="1600" b="1">
                <a:solidFill>
                  <a:srgbClr val="FFFFFF"/>
                </a:solidFill>
                <a:latin typeface="微软雅黑" panose="020B0503020204020204" pitchFamily="34" charset="-122"/>
                <a:ea typeface="微软雅黑" panose="020B0503020204020204" pitchFamily="34" charset="-122"/>
                <a:sym typeface="宋体" panose="02010600030101010101" pitchFamily="2" charset="-122"/>
              </a:rPr>
              <a:t>软件配置管理</a:t>
            </a:r>
            <a:endParaRPr lang="zh-CN" altLang="zh-CN" sz="1600" b="1">
              <a:solidFill>
                <a:srgbClr val="FFFFFF"/>
              </a:solidFill>
              <a:latin typeface="微软雅黑" panose="020B0503020204020204" pitchFamily="34" charset="-122"/>
              <a:ea typeface="微软雅黑" panose="020B0503020204020204" pitchFamily="34" charset="-122"/>
              <a:sym typeface="MS PGothic" panose="020B0600070205080204" pitchFamily="34" charset="-128"/>
            </a:endParaRPr>
          </a:p>
        </p:txBody>
      </p:sp>
      <p:sp>
        <p:nvSpPr>
          <p:cNvPr id="6154" name="内容占位符 2"/>
          <p:cNvSpPr>
            <a:spLocks noGrp="1" noChangeArrowheads="1"/>
          </p:cNvSpPr>
          <p:nvPr>
            <p:ph idx="4294967295"/>
          </p:nvPr>
        </p:nvSpPr>
        <p:spPr>
          <a:xfrm>
            <a:off x="912285" y="1229784"/>
            <a:ext cx="2372783" cy="999067"/>
          </a:xfrm>
          <a:solidFill>
            <a:srgbClr val="03AEDA"/>
          </a:solidFill>
        </p:spPr>
        <p:txBody>
          <a:bodyPr/>
          <a:lstStyle/>
          <a:p>
            <a:pPr marL="0" indent="0" eaLnBrk="1" hangingPunct="1">
              <a:buNone/>
            </a:pPr>
            <a:r>
              <a:rPr lang="zh-CN" altLang="en-US" sz="2665">
                <a:solidFill>
                  <a:schemeClr val="bg1"/>
                </a:solidFill>
                <a:latin typeface="微软雅黑" panose="020B0503020204020204" pitchFamily="34" charset="-122"/>
                <a:ea typeface="微软雅黑" panose="020B0503020204020204" pitchFamily="34" charset="-122"/>
              </a:rPr>
              <a:t>考虑软件的如下几个方面：</a:t>
            </a:r>
            <a:endParaRPr lang="zh-CN" altLang="zh-CN" smtClean="0">
              <a:solidFill>
                <a:schemeClr val="bg1"/>
              </a:solidFill>
            </a:endParaRPr>
          </a:p>
        </p:txBody>
      </p:sp>
      <p:sp>
        <p:nvSpPr>
          <p:cNvPr id="17419" name="13 CuadroTexto"/>
          <p:cNvSpPr>
            <a:spLocks noChangeArrowheads="1"/>
          </p:cNvSpPr>
          <p:nvPr/>
        </p:nvSpPr>
        <p:spPr bwMode="auto">
          <a:xfrm>
            <a:off x="10305554" y="6430434"/>
            <a:ext cx="28886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1600" b="1">
                <a:solidFill>
                  <a:srgbClr val="04AEDA"/>
                </a:solidFill>
                <a:latin typeface="Calibri" panose="020F0502020204030204" pitchFamily="34" charset="0"/>
                <a:sym typeface="Calibri" panose="020F0502020204030204" pitchFamily="34" charset="0"/>
              </a:rPr>
              <a:t>2</a:t>
            </a:r>
            <a:endParaRPr lang="zh-CN" altLang="en-US" sz="1600" b="1">
              <a:solidFill>
                <a:srgbClr val="04AEDA"/>
              </a:solidFill>
              <a:latin typeface="Calibri" panose="020F0502020204030204" pitchFamily="34" charset="0"/>
              <a:ea typeface="MS PGothic" panose="020B0600070205080204" pitchFamily="34" charset="-128"/>
              <a:sym typeface="MS PGothic" panose="020B0600070205080204" pitchFamily="34" charset="-128"/>
            </a:endParaRPr>
          </a:p>
        </p:txBody>
      </p:sp>
      <p:sp>
        <p:nvSpPr>
          <p:cNvPr id="17420" name="直接连接符 11"/>
          <p:cNvSpPr>
            <a:spLocks noChangeShapeType="1"/>
          </p:cNvSpPr>
          <p:nvPr/>
        </p:nvSpPr>
        <p:spPr bwMode="auto">
          <a:xfrm flipH="1">
            <a:off x="285751" y="749300"/>
            <a:ext cx="4129616" cy="0"/>
          </a:xfrm>
          <a:prstGeom prst="line">
            <a:avLst/>
          </a:prstGeom>
          <a:noFill/>
          <a:ln w="9525">
            <a:solidFill>
              <a:srgbClr val="00B0F0"/>
            </a:solidFill>
            <a:bevel/>
          </a:ln>
          <a:extLst>
            <a:ext uri="{909E8E84-426E-40DD-AFC4-6F175D3DCCD1}">
              <a14:hiddenFill xmlns:a14="http://schemas.microsoft.com/office/drawing/2010/main">
                <a:noFill/>
              </a14:hiddenFill>
            </a:ext>
          </a:extLst>
        </p:spPr>
        <p:txBody>
          <a:bodyPr/>
          <a:lstStyle/>
          <a:p>
            <a:pPr defTabSz="1219200" eaLnBrk="0" fontAlgn="base" hangingPunct="0">
              <a:spcBef>
                <a:spcPct val="0"/>
              </a:spcBef>
              <a:spcAft>
                <a:spcPct val="0"/>
              </a:spcAft>
            </a:pPr>
            <a:endParaRPr lang="zh-CN" altLang="en-US" sz="2400">
              <a:solidFill>
                <a:srgbClr val="000000"/>
              </a:solidFill>
              <a:latin typeface="Arial" panose="020B0604020202020204" pitchFamily="34" charset="0"/>
              <a:ea typeface="宋体" panose="02010600030101010101" pitchFamily="2" charset="-122"/>
            </a:endParaRPr>
          </a:p>
        </p:txBody>
      </p:sp>
      <p:sp>
        <p:nvSpPr>
          <p:cNvPr id="17421" name="Rectangle 7"/>
          <p:cNvSpPr>
            <a:spLocks noChangeArrowheads="1"/>
          </p:cNvSpPr>
          <p:nvPr/>
        </p:nvSpPr>
        <p:spPr bwMode="auto">
          <a:xfrm>
            <a:off x="0" y="698500"/>
            <a:ext cx="287867" cy="95251"/>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endParaRPr lang="zh-CN" altLang="zh-CN" sz="2400">
              <a:solidFill>
                <a:srgbClr val="000000"/>
              </a:solidFill>
              <a:latin typeface="Calibri" panose="020F0502020204030204" pitchFamily="34" charset="0"/>
              <a:sym typeface="宋体" panose="02010600030101010101" pitchFamily="2" charset="-122"/>
            </a:endParaRPr>
          </a:p>
        </p:txBody>
      </p:sp>
      <p:sp>
        <p:nvSpPr>
          <p:cNvPr id="17422" name="TextBox 5"/>
          <p:cNvSpPr>
            <a:spLocks noChangeArrowheads="1"/>
          </p:cNvSpPr>
          <p:nvPr/>
        </p:nvSpPr>
        <p:spPr bwMode="auto">
          <a:xfrm>
            <a:off x="747185" y="258234"/>
            <a:ext cx="3407833" cy="52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lnSpc>
                <a:spcPts val="3415"/>
              </a:lnSpc>
              <a:spcBef>
                <a:spcPct val="0"/>
              </a:spcBef>
              <a:spcAft>
                <a:spcPct val="0"/>
              </a:spcAft>
            </a:pPr>
            <a:r>
              <a:rPr lang="zh-CN" altLang="en-US" sz="2665">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为什么要有配置管理</a:t>
            </a:r>
            <a:endParaRPr lang="en-US" altLang="zh-CN" sz="2665">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9" name="内容占位符 2"/>
          <p:cNvSpPr txBox="1">
            <a:spLocks noChangeArrowheads="1"/>
          </p:cNvSpPr>
          <p:nvPr/>
        </p:nvSpPr>
        <p:spPr bwMode="auto">
          <a:xfrm>
            <a:off x="3600451" y="982133"/>
            <a:ext cx="5340349" cy="4895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defTabSz="1219200" fontAlgn="base">
              <a:spcBef>
                <a:spcPct val="20000"/>
              </a:spcBef>
              <a:spcAft>
                <a:spcPct val="0"/>
              </a:spcAft>
              <a:buFont typeface="Wingdings" panose="05000000000000000000" pitchFamily="2" charset="2"/>
              <a:buChar char="u"/>
            </a:pPr>
            <a:r>
              <a:rPr lang="zh-CN" altLang="en-US" sz="2665">
                <a:solidFill>
                  <a:srgbClr val="03AEDA"/>
                </a:solidFill>
                <a:latin typeface="微软雅黑" panose="020B0503020204020204" pitchFamily="34" charset="-122"/>
                <a:ea typeface="微软雅黑" panose="020B0503020204020204" pitchFamily="34" charset="-122"/>
                <a:sym typeface="Calibri" panose="020F0502020204030204" pitchFamily="34" charset="0"/>
              </a:rPr>
              <a:t>软件易于复制</a:t>
            </a:r>
            <a:endParaRPr lang="en-US" altLang="zh-CN" sz="2665">
              <a:solidFill>
                <a:srgbClr val="03AEDA"/>
              </a:solidFill>
              <a:latin typeface="微软雅黑" panose="020B0503020204020204" pitchFamily="34" charset="-122"/>
              <a:ea typeface="微软雅黑" panose="020B0503020204020204" pitchFamily="34" charset="-122"/>
              <a:sym typeface="Calibri" panose="020F0502020204030204" pitchFamily="34" charset="0"/>
            </a:endParaRPr>
          </a:p>
          <a:p>
            <a:pPr marL="457200" indent="-457200" defTabSz="1219200" fontAlgn="base">
              <a:spcBef>
                <a:spcPct val="20000"/>
              </a:spcBef>
              <a:spcAft>
                <a:spcPct val="0"/>
              </a:spcAft>
              <a:buFont typeface="Wingdings" panose="05000000000000000000" pitchFamily="2" charset="2"/>
              <a:buChar char="u"/>
            </a:pPr>
            <a:r>
              <a:rPr lang="zh-CN" altLang="en-US" sz="2665">
                <a:solidFill>
                  <a:srgbClr val="03AEDA"/>
                </a:solidFill>
                <a:latin typeface="微软雅黑" panose="020B0503020204020204" pitchFamily="34" charset="-122"/>
                <a:ea typeface="微软雅黑" panose="020B0503020204020204" pitchFamily="34" charset="-122"/>
                <a:sym typeface="Calibri" panose="020F0502020204030204" pitchFamily="34" charset="0"/>
              </a:rPr>
              <a:t>变更频繁</a:t>
            </a:r>
            <a:endParaRPr lang="en-US" altLang="zh-CN" sz="2665">
              <a:solidFill>
                <a:srgbClr val="03AEDA"/>
              </a:solidFill>
              <a:latin typeface="微软雅黑" panose="020B0503020204020204" pitchFamily="34" charset="-122"/>
              <a:ea typeface="微软雅黑" panose="020B0503020204020204" pitchFamily="34" charset="-122"/>
              <a:sym typeface="Calibri" panose="020F0502020204030204" pitchFamily="34" charset="0"/>
            </a:endParaRPr>
          </a:p>
          <a:p>
            <a:pPr marL="457200" indent="-457200" defTabSz="1219200" eaLnBrk="0" fontAlgn="base" hangingPunct="0">
              <a:spcBef>
                <a:spcPct val="20000"/>
              </a:spcBef>
              <a:spcAft>
                <a:spcPct val="0"/>
              </a:spcAft>
              <a:buFont typeface="Arial" panose="020B0604020202020204" pitchFamily="34" charset="0"/>
              <a:buChar char="•"/>
            </a:pPr>
            <a:r>
              <a:rPr lang="zh-CN" altLang="zh-CN" sz="2400">
                <a:solidFill>
                  <a:srgbClr val="000000"/>
                </a:solidFill>
                <a:latin typeface="微软雅黑" panose="020B0503020204020204" pitchFamily="34" charset="-122"/>
                <a:ea typeface="微软雅黑" panose="020B0503020204020204" pitchFamily="34" charset="-122"/>
                <a:sym typeface="Calibri" panose="020F0502020204030204" pitchFamily="34" charset="0"/>
              </a:rPr>
              <a:t>不同的用户</a:t>
            </a:r>
            <a:r>
              <a:rPr lang="en-US" altLang="zh-CN" sz="2400">
                <a:solidFill>
                  <a:srgbClr val="000000"/>
                </a:solidFill>
                <a:latin typeface="微软雅黑" panose="020B0503020204020204" pitchFamily="34" charset="-122"/>
                <a:ea typeface="微软雅黑" panose="020B0503020204020204" pitchFamily="34" charset="-122"/>
                <a:sym typeface="Calibri" panose="020F0502020204030204" pitchFamily="34" charset="0"/>
              </a:rPr>
              <a:t>/</a:t>
            </a:r>
            <a:r>
              <a:rPr lang="zh-CN" altLang="zh-CN" sz="2400">
                <a:solidFill>
                  <a:srgbClr val="000000"/>
                </a:solidFill>
                <a:latin typeface="微软雅黑" panose="020B0503020204020204" pitchFamily="34" charset="-122"/>
                <a:ea typeface="微软雅黑" panose="020B0503020204020204" pitchFamily="34" charset="-122"/>
                <a:sym typeface="Calibri" panose="020F0502020204030204" pitchFamily="34" charset="0"/>
              </a:rPr>
              <a:t>顾客有不同的需求。</a:t>
            </a:r>
            <a:endParaRPr lang="zh-CN" altLang="zh-CN" sz="2400">
              <a:solidFill>
                <a:srgbClr val="000000"/>
              </a:solidFill>
              <a:latin typeface="微软雅黑" panose="020B0503020204020204" pitchFamily="34" charset="-122"/>
              <a:ea typeface="微软雅黑" panose="020B0503020204020204" pitchFamily="34" charset="-122"/>
              <a:sym typeface="Calibri" panose="020F0502020204030204" pitchFamily="34" charset="0"/>
            </a:endParaRPr>
          </a:p>
          <a:p>
            <a:pPr marL="457200" indent="-457200" defTabSz="1219200" eaLnBrk="0" fontAlgn="base" hangingPunct="0">
              <a:spcBef>
                <a:spcPct val="20000"/>
              </a:spcBef>
              <a:spcAft>
                <a:spcPct val="0"/>
              </a:spcAft>
              <a:buFont typeface="Arial" panose="020B0604020202020204" pitchFamily="34" charset="0"/>
              <a:buChar char="•"/>
            </a:pPr>
            <a:r>
              <a:rPr lang="zh-CN" altLang="zh-CN" sz="2400">
                <a:solidFill>
                  <a:srgbClr val="000000"/>
                </a:solidFill>
                <a:latin typeface="微软雅黑" panose="020B0503020204020204" pitchFamily="34" charset="-122"/>
                <a:ea typeface="微软雅黑" panose="020B0503020204020204" pitchFamily="34" charset="-122"/>
                <a:sym typeface="Calibri" panose="020F0502020204030204" pitchFamily="34" charset="0"/>
              </a:rPr>
              <a:t>变更的阐述</a:t>
            </a:r>
            <a:r>
              <a:rPr lang="en-US" altLang="zh-CN" sz="2400">
                <a:solidFill>
                  <a:srgbClr val="000000"/>
                </a:solidFill>
                <a:latin typeface="微软雅黑" panose="020B0503020204020204" pitchFamily="34" charset="-122"/>
                <a:ea typeface="微软雅黑" panose="020B0503020204020204" pitchFamily="34" charset="-122"/>
                <a:sym typeface="Calibri" panose="020F0502020204030204" pitchFamily="34" charset="0"/>
              </a:rPr>
              <a:t>/</a:t>
            </a:r>
            <a:r>
              <a:rPr lang="zh-CN" altLang="zh-CN" sz="2400">
                <a:solidFill>
                  <a:srgbClr val="000000"/>
                </a:solidFill>
                <a:latin typeface="微软雅黑" panose="020B0503020204020204" pitchFamily="34" charset="-122"/>
                <a:ea typeface="微软雅黑" panose="020B0503020204020204" pitchFamily="34" charset="-122"/>
                <a:sym typeface="Calibri" panose="020F0502020204030204" pitchFamily="34" charset="0"/>
              </a:rPr>
              <a:t>认识具有滞后性。</a:t>
            </a:r>
            <a:endParaRPr lang="zh-CN" altLang="zh-CN" sz="2400">
              <a:solidFill>
                <a:srgbClr val="000000"/>
              </a:solidFill>
              <a:latin typeface="微软雅黑" panose="020B0503020204020204" pitchFamily="34" charset="-122"/>
              <a:ea typeface="微软雅黑" panose="020B0503020204020204" pitchFamily="34" charset="-122"/>
              <a:sym typeface="Calibri" panose="020F0502020204030204" pitchFamily="34" charset="0"/>
            </a:endParaRPr>
          </a:p>
          <a:p>
            <a:pPr marL="457200" indent="-457200" defTabSz="1219200" eaLnBrk="0" fontAlgn="base" hangingPunct="0">
              <a:spcBef>
                <a:spcPct val="20000"/>
              </a:spcBef>
              <a:spcAft>
                <a:spcPct val="0"/>
              </a:spcAft>
              <a:buFont typeface="Arial" panose="020B0604020202020204" pitchFamily="34" charset="0"/>
              <a:buChar char="•"/>
            </a:pPr>
            <a:r>
              <a:rPr lang="zh-CN" altLang="zh-CN" sz="2400">
                <a:solidFill>
                  <a:srgbClr val="000000"/>
                </a:solidFill>
                <a:latin typeface="微软雅黑" panose="020B0503020204020204" pitchFamily="34" charset="-122"/>
                <a:ea typeface="微软雅黑" panose="020B0503020204020204" pitchFamily="34" charset="-122"/>
                <a:sym typeface="Calibri" panose="020F0502020204030204" pitchFamily="34" charset="0"/>
              </a:rPr>
              <a:t>商业环境也在变化</a:t>
            </a:r>
            <a:endParaRPr lang="zh-CN" altLang="zh-CN" sz="2400">
              <a:solidFill>
                <a:srgbClr val="000000"/>
              </a:solidFill>
              <a:latin typeface="微软雅黑" panose="020B0503020204020204" pitchFamily="34" charset="-122"/>
              <a:ea typeface="微软雅黑" panose="020B0503020204020204" pitchFamily="34" charset="-122"/>
              <a:sym typeface="Calibri" panose="020F0502020204030204" pitchFamily="34" charset="0"/>
            </a:endParaRPr>
          </a:p>
          <a:p>
            <a:pPr marL="457200" indent="-457200" defTabSz="1219200" eaLnBrk="0" fontAlgn="base" hangingPunct="0">
              <a:spcBef>
                <a:spcPct val="20000"/>
              </a:spcBef>
              <a:spcAft>
                <a:spcPct val="0"/>
              </a:spcAft>
              <a:buFont typeface="Arial" panose="020B0604020202020204" pitchFamily="34" charset="0"/>
              <a:buChar char="•"/>
            </a:pPr>
            <a:r>
              <a:rPr lang="zh-CN" altLang="zh-CN" sz="2400">
                <a:solidFill>
                  <a:srgbClr val="000000"/>
                </a:solidFill>
                <a:latin typeface="微软雅黑" panose="020B0503020204020204" pitchFamily="34" charset="-122"/>
                <a:ea typeface="微软雅黑" panose="020B0503020204020204" pitchFamily="34" charset="-122"/>
                <a:sym typeface="Calibri" panose="020F0502020204030204" pitchFamily="34" charset="0"/>
              </a:rPr>
              <a:t>科技在变革</a:t>
            </a:r>
            <a:endParaRPr lang="zh-CN" altLang="zh-CN" sz="2400">
              <a:solidFill>
                <a:srgbClr val="000000"/>
              </a:solidFill>
              <a:latin typeface="微软雅黑" panose="020B0503020204020204" pitchFamily="34" charset="-122"/>
              <a:ea typeface="微软雅黑" panose="020B0503020204020204" pitchFamily="34" charset="-122"/>
              <a:sym typeface="Calibri" panose="020F0502020204030204" pitchFamily="34" charset="0"/>
            </a:endParaRPr>
          </a:p>
          <a:p>
            <a:pPr marL="457200" indent="-457200" defTabSz="1219200" eaLnBrk="0" fontAlgn="base" hangingPunct="0">
              <a:spcBef>
                <a:spcPct val="20000"/>
              </a:spcBef>
              <a:spcAft>
                <a:spcPct val="0"/>
              </a:spcAft>
              <a:buFont typeface="Arial" panose="020B0604020202020204" pitchFamily="34" charset="0"/>
              <a:buChar char="•"/>
            </a:pPr>
            <a:r>
              <a:rPr lang="zh-CN" altLang="zh-CN" sz="2400">
                <a:solidFill>
                  <a:srgbClr val="000000"/>
                </a:solidFill>
                <a:latin typeface="微软雅黑" panose="020B0503020204020204" pitchFamily="34" charset="-122"/>
                <a:ea typeface="微软雅黑" panose="020B0503020204020204" pitchFamily="34" charset="-122"/>
                <a:sym typeface="Calibri" panose="020F0502020204030204" pitchFamily="34" charset="0"/>
              </a:rPr>
              <a:t>个人的突发奇想</a:t>
            </a:r>
            <a:endParaRPr lang="en-US" altLang="zh-CN" sz="2400">
              <a:solidFill>
                <a:srgbClr val="000000"/>
              </a:solidFill>
              <a:latin typeface="微软雅黑" panose="020B0503020204020204" pitchFamily="34" charset="-122"/>
              <a:ea typeface="微软雅黑" panose="020B0503020204020204" pitchFamily="34" charset="-122"/>
              <a:sym typeface="Calibri" panose="020F0502020204030204" pitchFamily="34" charset="0"/>
            </a:endParaRPr>
          </a:p>
          <a:p>
            <a:pPr marL="457200" indent="-457200" defTabSz="1219200" fontAlgn="base">
              <a:spcBef>
                <a:spcPct val="20000"/>
              </a:spcBef>
              <a:spcAft>
                <a:spcPct val="0"/>
              </a:spcAft>
              <a:buFont typeface="Wingdings" panose="05000000000000000000" pitchFamily="2" charset="2"/>
              <a:buChar char="u"/>
            </a:pPr>
            <a:r>
              <a:rPr lang="zh-CN" altLang="en-US" sz="2665">
                <a:solidFill>
                  <a:srgbClr val="03AEDA"/>
                </a:solidFill>
                <a:latin typeface="微软雅黑" panose="020B0503020204020204" pitchFamily="34" charset="-122"/>
                <a:ea typeface="微软雅黑" panose="020B0503020204020204" pitchFamily="34" charset="-122"/>
                <a:sym typeface="Calibri" panose="020F0502020204030204" pitchFamily="34" charset="0"/>
              </a:rPr>
              <a:t>软件项目中的人员流动</a:t>
            </a:r>
            <a:endParaRPr lang="en-US" altLang="zh-CN" sz="2665">
              <a:solidFill>
                <a:srgbClr val="03AEDA"/>
              </a:solidFill>
              <a:latin typeface="微软雅黑" panose="020B0503020204020204" pitchFamily="34" charset="-122"/>
              <a:ea typeface="微软雅黑" panose="020B0503020204020204" pitchFamily="34" charset="-122"/>
              <a:sym typeface="Calibri" panose="020F0502020204030204" pitchFamily="34" charset="0"/>
            </a:endParaRPr>
          </a:p>
          <a:p>
            <a:pPr marL="457200" indent="-457200" defTabSz="1219200" eaLnBrk="0" fontAlgn="base" hangingPunct="0">
              <a:spcBef>
                <a:spcPct val="20000"/>
              </a:spcBef>
              <a:spcAft>
                <a:spcPct val="0"/>
              </a:spcAft>
              <a:buFont typeface="Arial" panose="020B0604020202020204" pitchFamily="34" charset="0"/>
              <a:buChar char="•"/>
            </a:pPr>
            <a:r>
              <a:rPr lang="zh-CN" altLang="zh-CN" sz="2400">
                <a:solidFill>
                  <a:srgbClr val="000000"/>
                </a:solidFill>
                <a:latin typeface="微软雅黑" panose="020B0503020204020204" pitchFamily="34" charset="-122"/>
                <a:ea typeface="微软雅黑" panose="020B0503020204020204" pitchFamily="34" charset="-122"/>
                <a:sym typeface="Calibri" panose="020F0502020204030204" pitchFamily="34" charset="0"/>
              </a:rPr>
              <a:t>开发者离开</a:t>
            </a:r>
            <a:endParaRPr lang="zh-CN" altLang="zh-CN" sz="2400">
              <a:solidFill>
                <a:srgbClr val="000000"/>
              </a:solidFill>
              <a:latin typeface="微软雅黑" panose="020B0503020204020204" pitchFamily="34" charset="-122"/>
              <a:ea typeface="微软雅黑" panose="020B0503020204020204" pitchFamily="34" charset="-122"/>
              <a:sym typeface="Calibri" panose="020F0502020204030204" pitchFamily="34" charset="0"/>
            </a:endParaRPr>
          </a:p>
          <a:p>
            <a:pPr marL="457200" indent="-457200" defTabSz="1219200" eaLnBrk="0" fontAlgn="base" hangingPunct="0">
              <a:spcBef>
                <a:spcPct val="20000"/>
              </a:spcBef>
              <a:spcAft>
                <a:spcPct val="0"/>
              </a:spcAft>
              <a:buFont typeface="Arial" panose="020B0604020202020204" pitchFamily="34" charset="0"/>
              <a:buChar char="•"/>
            </a:pPr>
            <a:r>
              <a:rPr lang="zh-CN" altLang="zh-CN" sz="2400">
                <a:solidFill>
                  <a:srgbClr val="000000"/>
                </a:solidFill>
                <a:latin typeface="微软雅黑" panose="020B0503020204020204" pitchFamily="34" charset="-122"/>
                <a:ea typeface="微软雅黑" panose="020B0503020204020204" pitchFamily="34" charset="-122"/>
                <a:sym typeface="Calibri" panose="020F0502020204030204" pitchFamily="34" charset="0"/>
              </a:rPr>
              <a:t>使用者改变</a:t>
            </a:r>
            <a:endParaRPr lang="zh-CN" altLang="zh-CN" sz="2400">
              <a:solidFill>
                <a:srgbClr val="000000"/>
              </a:solidFill>
              <a:latin typeface="微软雅黑" panose="020B0503020204020204" pitchFamily="34" charset="-122"/>
              <a:ea typeface="微软雅黑" panose="020B0503020204020204" pitchFamily="34" charset="-122"/>
              <a:sym typeface="Calibri" panose="020F0502020204030204" pitchFamily="34" charset="0"/>
            </a:endParaRPr>
          </a:p>
          <a:p>
            <a:pPr marL="457200" indent="-457200" defTabSz="1219200" eaLnBrk="0" fontAlgn="base" hangingPunct="0">
              <a:spcBef>
                <a:spcPct val="20000"/>
              </a:spcBef>
              <a:spcAft>
                <a:spcPct val="0"/>
              </a:spcAft>
              <a:buFont typeface="Arial" panose="020B0604020202020204" pitchFamily="34" charset="0"/>
              <a:buChar char="•"/>
            </a:pPr>
            <a:r>
              <a:rPr lang="zh-CN" altLang="zh-CN" sz="2400">
                <a:solidFill>
                  <a:srgbClr val="000000"/>
                </a:solidFill>
                <a:latin typeface="微软雅黑" panose="020B0503020204020204" pitchFamily="34" charset="-122"/>
                <a:ea typeface="微软雅黑" panose="020B0503020204020204" pitchFamily="34" charset="-122"/>
                <a:sym typeface="Calibri" panose="020F0502020204030204" pitchFamily="34" charset="0"/>
              </a:rPr>
              <a:t>客户单方面导致的改变</a:t>
            </a:r>
            <a:endParaRPr lang="zh-CN" altLang="zh-CN" sz="2400">
              <a:solidFill>
                <a:srgbClr val="000000"/>
              </a:solidFill>
              <a:latin typeface="微软雅黑" panose="020B0503020204020204" pitchFamily="34" charset="-122"/>
              <a:ea typeface="微软雅黑" panose="020B0503020204020204" pitchFamily="34" charset="-122"/>
              <a:sym typeface="Calibri" panose="020F0502020204030204" pitchFamily="34" charset="0"/>
            </a:endParaRPr>
          </a:p>
          <a:p>
            <a:pPr marL="457200" indent="-457200" defTabSz="1219200" eaLnBrk="0" fontAlgn="base" hangingPunct="0">
              <a:spcBef>
                <a:spcPct val="20000"/>
              </a:spcBef>
              <a:spcAft>
                <a:spcPct val="0"/>
              </a:spcAft>
              <a:buFont typeface="Arial" panose="020B0604020202020204" pitchFamily="34" charset="0"/>
              <a:buChar char="•"/>
            </a:pPr>
            <a:endParaRPr lang="en-US" altLang="zh-CN" sz="2665">
              <a:solidFill>
                <a:srgbClr val="000000"/>
              </a:solidFill>
              <a:latin typeface="微软雅黑" panose="020B0503020204020204" pitchFamily="34" charset="-122"/>
              <a:ea typeface="微软雅黑" panose="020B0503020204020204" pitchFamily="34" charset="-122"/>
              <a:sym typeface="Calibri" panose="020F0502020204030204" pitchFamily="34" charset="0"/>
            </a:endParaRPr>
          </a:p>
        </p:txBody>
      </p:sp>
      <p:sp>
        <p:nvSpPr>
          <p:cNvPr id="6160" name="右箭头 1"/>
          <p:cNvSpPr>
            <a:spLocks noChangeArrowheads="1"/>
          </p:cNvSpPr>
          <p:nvPr/>
        </p:nvSpPr>
        <p:spPr bwMode="auto">
          <a:xfrm>
            <a:off x="8468784" y="3395134"/>
            <a:ext cx="1439333" cy="1056217"/>
          </a:xfrm>
          <a:prstGeom prst="rightArrow">
            <a:avLst>
              <a:gd name="adj1" fmla="val 50000"/>
              <a:gd name="adj2" fmla="val 49967"/>
            </a:avLst>
          </a:prstGeom>
          <a:solidFill>
            <a:srgbClr val="03AEDA"/>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endParaRPr lang="zh-CN" altLang="en-US" sz="2400">
              <a:solidFill>
                <a:srgbClr val="000000"/>
              </a:solidFill>
              <a:sym typeface="Calibri" panose="020F0502020204030204" pitchFamily="34" charset="0"/>
            </a:endParaRPr>
          </a:p>
        </p:txBody>
      </p:sp>
      <p:sp>
        <p:nvSpPr>
          <p:cNvPr id="6161" name="文本框 3"/>
          <p:cNvSpPr txBox="1">
            <a:spLocks noChangeArrowheads="1"/>
          </p:cNvSpPr>
          <p:nvPr/>
        </p:nvSpPr>
        <p:spPr bwMode="auto">
          <a:xfrm>
            <a:off x="10143067" y="2948518"/>
            <a:ext cx="1612900" cy="2144498"/>
          </a:xfrm>
          <a:prstGeom prst="rect">
            <a:avLst/>
          </a:prstGeom>
          <a:solidFill>
            <a:srgbClr val="03AEDA"/>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eaLnBrk="0" fontAlgn="base" hangingPunct="0">
              <a:spcBef>
                <a:spcPct val="0"/>
              </a:spcBef>
              <a:spcAft>
                <a:spcPct val="0"/>
              </a:spcAft>
            </a:pPr>
            <a:r>
              <a:rPr lang="zh-CN" altLang="en-US" sz="2665">
                <a:solidFill>
                  <a:srgbClr val="FFFFFF"/>
                </a:solidFill>
                <a:latin typeface="微软雅黑" panose="020B0503020204020204" pitchFamily="34" charset="-122"/>
                <a:ea typeface="微软雅黑" panose="020B0503020204020204" pitchFamily="34" charset="-122"/>
                <a:sym typeface="Calibri" panose="020F0502020204030204" pitchFamily="34" charset="0"/>
              </a:rPr>
              <a:t>所有这些都将导致项目面临的问题严重化</a:t>
            </a:r>
            <a:endParaRPr lang="zh-CN" altLang="en-US" sz="2665">
              <a:solidFill>
                <a:srgbClr val="FFFFFF"/>
              </a:solidFill>
              <a:latin typeface="微软雅黑" panose="020B0503020204020204" pitchFamily="34" charset="-122"/>
              <a:ea typeface="微软雅黑" panose="020B0503020204020204" pitchFamily="34" charset="-122"/>
              <a:sym typeface="Calibri" panose="020F0502020204030204" pitchFamily="34" charset="0"/>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5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54">
                                            <p:bg/>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4" presetClass="entr" presetSubtype="10" fill="hold" grpId="0" nodeType="clickEffect">
                                  <p:stCondLst>
                                    <p:cond delay="0"/>
                                  </p:stCondLst>
                                  <p:childTnLst>
                                    <p:set>
                                      <p:cBhvr>
                                        <p:cTn id="12" dur="1" fill="hold">
                                          <p:stCondLst>
                                            <p:cond delay="0"/>
                                          </p:stCondLst>
                                        </p:cTn>
                                        <p:tgtEl>
                                          <p:spTgt spid="29">
                                            <p:txEl>
                                              <p:pRg st="0" end="0"/>
                                            </p:txEl>
                                          </p:spTgt>
                                        </p:tgtEl>
                                        <p:attrNameLst>
                                          <p:attrName>style.visibility</p:attrName>
                                        </p:attrNameLst>
                                      </p:cBhvr>
                                      <p:to>
                                        <p:strVal val="visible"/>
                                      </p:to>
                                    </p:set>
                                    <p:animEffect>
                                      <p:cBhvr>
                                        <p:cTn id="13" dur="500"/>
                                        <p:tgtEl>
                                          <p:spTgt spid="29">
                                            <p:txEl>
                                              <p:pRg st="0" end="0"/>
                                            </p:txEl>
                                          </p:spTgt>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29">
                                            <p:txEl>
                                              <p:pRg st="1" end="1"/>
                                            </p:txEl>
                                          </p:spTgt>
                                        </p:tgtEl>
                                        <p:attrNameLst>
                                          <p:attrName>style.visibility</p:attrName>
                                        </p:attrNameLst>
                                      </p:cBhvr>
                                      <p:to>
                                        <p:strVal val="visible"/>
                                      </p:to>
                                    </p:set>
                                    <p:animEffect>
                                      <p:cBhvr>
                                        <p:cTn id="16" dur="500"/>
                                        <p:tgtEl>
                                          <p:spTgt spid="29">
                                            <p:txEl>
                                              <p:pRg st="1" end="1"/>
                                            </p:txEl>
                                          </p:spTgt>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29">
                                            <p:txEl>
                                              <p:pRg st="2" end="2"/>
                                            </p:txEl>
                                          </p:spTgt>
                                        </p:tgtEl>
                                        <p:attrNameLst>
                                          <p:attrName>style.visibility</p:attrName>
                                        </p:attrNameLst>
                                      </p:cBhvr>
                                      <p:to>
                                        <p:strVal val="visible"/>
                                      </p:to>
                                    </p:set>
                                    <p:animEffect>
                                      <p:cBhvr>
                                        <p:cTn id="19" dur="500"/>
                                        <p:tgtEl>
                                          <p:spTgt spid="29">
                                            <p:txEl>
                                              <p:pRg st="2" end="2"/>
                                            </p:txEl>
                                          </p:spTgt>
                                        </p:tgtEl>
                                      </p:cBhvr>
                                    </p:animEffect>
                                  </p:childTnLst>
                                </p:cTn>
                              </p:par>
                              <p:par>
                                <p:cTn id="20" presetID="14" presetClass="entr" presetSubtype="10" fill="hold" grpId="0" nodeType="withEffect">
                                  <p:stCondLst>
                                    <p:cond delay="0"/>
                                  </p:stCondLst>
                                  <p:childTnLst>
                                    <p:set>
                                      <p:cBhvr>
                                        <p:cTn id="21" dur="1" fill="hold">
                                          <p:stCondLst>
                                            <p:cond delay="0"/>
                                          </p:stCondLst>
                                        </p:cTn>
                                        <p:tgtEl>
                                          <p:spTgt spid="29">
                                            <p:txEl>
                                              <p:pRg st="3" end="3"/>
                                            </p:txEl>
                                          </p:spTgt>
                                        </p:tgtEl>
                                        <p:attrNameLst>
                                          <p:attrName>style.visibility</p:attrName>
                                        </p:attrNameLst>
                                      </p:cBhvr>
                                      <p:to>
                                        <p:strVal val="visible"/>
                                      </p:to>
                                    </p:set>
                                    <p:animEffect>
                                      <p:cBhvr>
                                        <p:cTn id="22" dur="500"/>
                                        <p:tgtEl>
                                          <p:spTgt spid="29">
                                            <p:txEl>
                                              <p:pRg st="3" end="3"/>
                                            </p:txEl>
                                          </p:spTgt>
                                        </p:tgtEl>
                                      </p:cBhvr>
                                    </p:animEffect>
                                  </p:childTnLst>
                                </p:cTn>
                              </p:par>
                              <p:par>
                                <p:cTn id="23" presetID="14" presetClass="entr" presetSubtype="10" fill="hold" grpId="0" nodeType="withEffect">
                                  <p:stCondLst>
                                    <p:cond delay="0"/>
                                  </p:stCondLst>
                                  <p:childTnLst>
                                    <p:set>
                                      <p:cBhvr>
                                        <p:cTn id="24" dur="1" fill="hold">
                                          <p:stCondLst>
                                            <p:cond delay="0"/>
                                          </p:stCondLst>
                                        </p:cTn>
                                        <p:tgtEl>
                                          <p:spTgt spid="29">
                                            <p:txEl>
                                              <p:pRg st="4" end="4"/>
                                            </p:txEl>
                                          </p:spTgt>
                                        </p:tgtEl>
                                        <p:attrNameLst>
                                          <p:attrName>style.visibility</p:attrName>
                                        </p:attrNameLst>
                                      </p:cBhvr>
                                      <p:to>
                                        <p:strVal val="visible"/>
                                      </p:to>
                                    </p:set>
                                    <p:animEffect>
                                      <p:cBhvr>
                                        <p:cTn id="25" dur="500"/>
                                        <p:tgtEl>
                                          <p:spTgt spid="29">
                                            <p:txEl>
                                              <p:pRg st="4" end="4"/>
                                            </p:txEl>
                                          </p:spTgt>
                                        </p:tgtEl>
                                      </p:cBhvr>
                                    </p:animEffect>
                                  </p:childTnLst>
                                </p:cTn>
                              </p:par>
                              <p:par>
                                <p:cTn id="26" presetID="14" presetClass="entr" presetSubtype="10" fill="hold" grpId="0" nodeType="withEffect">
                                  <p:stCondLst>
                                    <p:cond delay="0"/>
                                  </p:stCondLst>
                                  <p:childTnLst>
                                    <p:set>
                                      <p:cBhvr>
                                        <p:cTn id="27" dur="1" fill="hold">
                                          <p:stCondLst>
                                            <p:cond delay="0"/>
                                          </p:stCondLst>
                                        </p:cTn>
                                        <p:tgtEl>
                                          <p:spTgt spid="29">
                                            <p:txEl>
                                              <p:pRg st="5" end="5"/>
                                            </p:txEl>
                                          </p:spTgt>
                                        </p:tgtEl>
                                        <p:attrNameLst>
                                          <p:attrName>style.visibility</p:attrName>
                                        </p:attrNameLst>
                                      </p:cBhvr>
                                      <p:to>
                                        <p:strVal val="visible"/>
                                      </p:to>
                                    </p:set>
                                    <p:animEffect>
                                      <p:cBhvr>
                                        <p:cTn id="28" dur="500"/>
                                        <p:tgtEl>
                                          <p:spTgt spid="29">
                                            <p:txEl>
                                              <p:pRg st="5" end="5"/>
                                            </p:txEl>
                                          </p:spTgt>
                                        </p:tgtEl>
                                      </p:cBhvr>
                                    </p:animEffect>
                                  </p:childTnLst>
                                </p:cTn>
                              </p:par>
                              <p:par>
                                <p:cTn id="29" presetID="14" presetClass="entr" presetSubtype="10" fill="hold" grpId="0" nodeType="withEffect">
                                  <p:stCondLst>
                                    <p:cond delay="0"/>
                                  </p:stCondLst>
                                  <p:childTnLst>
                                    <p:set>
                                      <p:cBhvr>
                                        <p:cTn id="30" dur="1" fill="hold">
                                          <p:stCondLst>
                                            <p:cond delay="0"/>
                                          </p:stCondLst>
                                        </p:cTn>
                                        <p:tgtEl>
                                          <p:spTgt spid="29">
                                            <p:txEl>
                                              <p:pRg st="6" end="6"/>
                                            </p:txEl>
                                          </p:spTgt>
                                        </p:tgtEl>
                                        <p:attrNameLst>
                                          <p:attrName>style.visibility</p:attrName>
                                        </p:attrNameLst>
                                      </p:cBhvr>
                                      <p:to>
                                        <p:strVal val="visible"/>
                                      </p:to>
                                    </p:set>
                                    <p:animEffect>
                                      <p:cBhvr>
                                        <p:cTn id="31" dur="500"/>
                                        <p:tgtEl>
                                          <p:spTgt spid="29">
                                            <p:txEl>
                                              <p:pRg st="6" end="6"/>
                                            </p:txEl>
                                          </p:spTgt>
                                        </p:tgtEl>
                                      </p:cBhvr>
                                    </p:animEffect>
                                  </p:childTnLst>
                                </p:cTn>
                              </p:par>
                              <p:par>
                                <p:cTn id="32" presetID="14" presetClass="entr" presetSubtype="10" fill="hold" grpId="0" nodeType="withEffect">
                                  <p:stCondLst>
                                    <p:cond delay="0"/>
                                  </p:stCondLst>
                                  <p:childTnLst>
                                    <p:set>
                                      <p:cBhvr>
                                        <p:cTn id="33" dur="1" fill="hold">
                                          <p:stCondLst>
                                            <p:cond delay="0"/>
                                          </p:stCondLst>
                                        </p:cTn>
                                        <p:tgtEl>
                                          <p:spTgt spid="29">
                                            <p:txEl>
                                              <p:pRg st="7" end="7"/>
                                            </p:txEl>
                                          </p:spTgt>
                                        </p:tgtEl>
                                        <p:attrNameLst>
                                          <p:attrName>style.visibility</p:attrName>
                                        </p:attrNameLst>
                                      </p:cBhvr>
                                      <p:to>
                                        <p:strVal val="visible"/>
                                      </p:to>
                                    </p:set>
                                    <p:animEffect>
                                      <p:cBhvr>
                                        <p:cTn id="34" dur="500"/>
                                        <p:tgtEl>
                                          <p:spTgt spid="29">
                                            <p:txEl>
                                              <p:pRg st="7" end="7"/>
                                            </p:txEl>
                                          </p:spTgt>
                                        </p:tgtEl>
                                      </p:cBhvr>
                                    </p:animEffect>
                                  </p:childTnLst>
                                </p:cTn>
                              </p:par>
                              <p:par>
                                <p:cTn id="35" presetID="14" presetClass="entr" presetSubtype="10" fill="hold" grpId="0" nodeType="withEffect">
                                  <p:stCondLst>
                                    <p:cond delay="0"/>
                                  </p:stCondLst>
                                  <p:childTnLst>
                                    <p:set>
                                      <p:cBhvr>
                                        <p:cTn id="36" dur="1" fill="hold">
                                          <p:stCondLst>
                                            <p:cond delay="0"/>
                                          </p:stCondLst>
                                        </p:cTn>
                                        <p:tgtEl>
                                          <p:spTgt spid="29">
                                            <p:txEl>
                                              <p:pRg st="8" end="8"/>
                                            </p:txEl>
                                          </p:spTgt>
                                        </p:tgtEl>
                                        <p:attrNameLst>
                                          <p:attrName>style.visibility</p:attrName>
                                        </p:attrNameLst>
                                      </p:cBhvr>
                                      <p:to>
                                        <p:strVal val="visible"/>
                                      </p:to>
                                    </p:set>
                                    <p:animEffect>
                                      <p:cBhvr>
                                        <p:cTn id="37" dur="500"/>
                                        <p:tgtEl>
                                          <p:spTgt spid="29">
                                            <p:txEl>
                                              <p:pRg st="8" end="8"/>
                                            </p:txEl>
                                          </p:spTgt>
                                        </p:tgtEl>
                                      </p:cBhvr>
                                    </p:animEffect>
                                  </p:childTnLst>
                                </p:cTn>
                              </p:par>
                              <p:par>
                                <p:cTn id="38" presetID="14" presetClass="entr" presetSubtype="10" fill="hold" grpId="0" nodeType="withEffect">
                                  <p:stCondLst>
                                    <p:cond delay="0"/>
                                  </p:stCondLst>
                                  <p:childTnLst>
                                    <p:set>
                                      <p:cBhvr>
                                        <p:cTn id="39" dur="1" fill="hold">
                                          <p:stCondLst>
                                            <p:cond delay="0"/>
                                          </p:stCondLst>
                                        </p:cTn>
                                        <p:tgtEl>
                                          <p:spTgt spid="29">
                                            <p:txEl>
                                              <p:pRg st="9" end="9"/>
                                            </p:txEl>
                                          </p:spTgt>
                                        </p:tgtEl>
                                        <p:attrNameLst>
                                          <p:attrName>style.visibility</p:attrName>
                                        </p:attrNameLst>
                                      </p:cBhvr>
                                      <p:to>
                                        <p:strVal val="visible"/>
                                      </p:to>
                                    </p:set>
                                    <p:animEffect>
                                      <p:cBhvr>
                                        <p:cTn id="40" dur="500"/>
                                        <p:tgtEl>
                                          <p:spTgt spid="29">
                                            <p:txEl>
                                              <p:pRg st="9" end="9"/>
                                            </p:txEl>
                                          </p:spTgt>
                                        </p:tgtEl>
                                      </p:cBhvr>
                                    </p:animEffect>
                                  </p:childTnLst>
                                </p:cTn>
                              </p:par>
                              <p:par>
                                <p:cTn id="41" presetID="14" presetClass="entr" presetSubtype="10" fill="hold" grpId="0" nodeType="withEffect">
                                  <p:stCondLst>
                                    <p:cond delay="0"/>
                                  </p:stCondLst>
                                  <p:childTnLst>
                                    <p:set>
                                      <p:cBhvr>
                                        <p:cTn id="42" dur="1" fill="hold">
                                          <p:stCondLst>
                                            <p:cond delay="0"/>
                                          </p:stCondLst>
                                        </p:cTn>
                                        <p:tgtEl>
                                          <p:spTgt spid="29">
                                            <p:txEl>
                                              <p:pRg st="10" end="10"/>
                                            </p:txEl>
                                          </p:spTgt>
                                        </p:tgtEl>
                                        <p:attrNameLst>
                                          <p:attrName>style.visibility</p:attrName>
                                        </p:attrNameLst>
                                      </p:cBhvr>
                                      <p:to>
                                        <p:strVal val="visible"/>
                                      </p:to>
                                    </p:set>
                                    <p:animEffect>
                                      <p:cBhvr>
                                        <p:cTn id="43" dur="500"/>
                                        <p:tgtEl>
                                          <p:spTgt spid="29">
                                            <p:txEl>
                                              <p:pRg st="10" end="1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6160"/>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61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4" grpId="0" animBg="1" build="p"/>
      <p:bldP spid="29" grpId="0" bldLvl="0" autoUpdateAnimBg="0" build="p"/>
      <p:bldP spid="6160" grpId="0" animBg="1"/>
      <p:bldP spid="6161"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descr="C:\Users\iamisis\Desktop\0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27517"/>
            <a:ext cx="12192000" cy="6860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5" name="11 Imag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19267" y="6411384"/>
            <a:ext cx="482600" cy="404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6" name="12 Imag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87617" y="6411384"/>
            <a:ext cx="480483" cy="404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7" name="14 CuadroTexto"/>
          <p:cNvSpPr>
            <a:spLocks noChangeArrowheads="1"/>
          </p:cNvSpPr>
          <p:nvPr/>
        </p:nvSpPr>
        <p:spPr bwMode="auto">
          <a:xfrm>
            <a:off x="10619317" y="6426200"/>
            <a:ext cx="35939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r>
              <a:rPr lang="zh-CN" altLang="zh-CN" sz="1600" b="1" i="1">
                <a:solidFill>
                  <a:srgbClr val="FFFFFF"/>
                </a:solidFill>
                <a:latin typeface="Calibri" panose="020F0502020204030204" pitchFamily="34" charset="0"/>
                <a:ea typeface="MS PGothic" panose="020B0600070205080204" pitchFamily="34" charset="-128"/>
                <a:sym typeface="MS PGothic" panose="020B0600070205080204" pitchFamily="34" charset="-128"/>
              </a:rPr>
              <a:t>of</a:t>
            </a:r>
            <a:endParaRPr lang="zh-CN" altLang="zh-CN" sz="1600" b="1" i="1">
              <a:solidFill>
                <a:srgbClr val="FFFFFF"/>
              </a:solidFill>
              <a:latin typeface="Calibri" panose="020F0502020204030204" pitchFamily="34" charset="0"/>
              <a:ea typeface="MS PGothic" panose="020B0600070205080204" pitchFamily="34" charset="-128"/>
              <a:sym typeface="MS PGothic" panose="020B0600070205080204" pitchFamily="34" charset="-128"/>
            </a:endParaRPr>
          </a:p>
        </p:txBody>
      </p:sp>
      <p:sp>
        <p:nvSpPr>
          <p:cNvPr id="18438" name="15 CuadroTexto"/>
          <p:cNvSpPr>
            <a:spLocks noChangeArrowheads="1"/>
          </p:cNvSpPr>
          <p:nvPr/>
        </p:nvSpPr>
        <p:spPr bwMode="auto">
          <a:xfrm>
            <a:off x="11035565" y="6426200"/>
            <a:ext cx="39305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1600" b="1">
                <a:solidFill>
                  <a:srgbClr val="FFFFFF"/>
                </a:solidFill>
                <a:latin typeface="Calibri" panose="020F0502020204030204" pitchFamily="34" charset="0"/>
                <a:sym typeface="Calibri" panose="020F0502020204030204" pitchFamily="34" charset="0"/>
              </a:rPr>
              <a:t>21</a:t>
            </a:r>
            <a:endParaRPr lang="zh-CN" altLang="zh-CN" sz="1600" b="1">
              <a:solidFill>
                <a:srgbClr val="FFFFFF"/>
              </a:solidFill>
              <a:latin typeface="Calibri" panose="020F0502020204030204" pitchFamily="34" charset="0"/>
              <a:ea typeface="MS PGothic" panose="020B0600070205080204" pitchFamily="34" charset="-128"/>
              <a:sym typeface="MS PGothic" panose="020B0600070205080204" pitchFamily="34" charset="-128"/>
            </a:endParaRPr>
          </a:p>
        </p:txBody>
      </p:sp>
      <p:pic>
        <p:nvPicPr>
          <p:cNvPr id="18439" name="Imagen 6" descr="C:\Users\Design\Documents\Edu\Product Launch\btns.png">
            <a:hlinkClick r:id="" action="ppaction://hlinkshowjump?jump=nex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521018" y="6493933"/>
            <a:ext cx="234949" cy="237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40" name="Imagen 6" descr="C:\Users\Design\Documents\Edu\Product Launch\btns.png">
            <a:hlinkClick r:id="" action="ppaction://hlinkshowjump?jump=previousslid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8118" y="6493933"/>
            <a:ext cx="234949" cy="237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41" name="4 CuadroTexto"/>
          <p:cNvSpPr>
            <a:spLocks noChangeArrowheads="1"/>
          </p:cNvSpPr>
          <p:nvPr/>
        </p:nvSpPr>
        <p:spPr bwMode="auto">
          <a:xfrm>
            <a:off x="5166901" y="6421967"/>
            <a:ext cx="185820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zh-CN" altLang="zh-CN" sz="1600" b="1">
                <a:solidFill>
                  <a:srgbClr val="FFFFFF"/>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z="1600" b="1">
                <a:solidFill>
                  <a:srgbClr val="FFFFFF"/>
                </a:solidFill>
                <a:latin typeface="微软雅黑" panose="020B0503020204020204" pitchFamily="34" charset="-122"/>
                <a:ea typeface="微软雅黑" panose="020B0503020204020204" pitchFamily="34" charset="-122"/>
                <a:sym typeface="宋体" panose="02010600030101010101" pitchFamily="2" charset="-122"/>
              </a:rPr>
              <a:t>软件配置管理</a:t>
            </a:r>
            <a:endParaRPr lang="zh-CN" altLang="zh-CN" sz="1600" b="1">
              <a:solidFill>
                <a:srgbClr val="FFFFFF"/>
              </a:solidFill>
              <a:latin typeface="微软雅黑" panose="020B0503020204020204" pitchFamily="34" charset="-122"/>
              <a:ea typeface="微软雅黑" panose="020B0503020204020204" pitchFamily="34" charset="-122"/>
              <a:sym typeface="MS PGothic" panose="020B0600070205080204" pitchFamily="34" charset="-128"/>
            </a:endParaRPr>
          </a:p>
        </p:txBody>
      </p:sp>
      <p:sp>
        <p:nvSpPr>
          <p:cNvPr id="13323" name="矩形 11"/>
          <p:cNvSpPr>
            <a:spLocks noChangeArrowheads="1"/>
          </p:cNvSpPr>
          <p:nvPr/>
        </p:nvSpPr>
        <p:spPr bwMode="auto">
          <a:xfrm>
            <a:off x="1934634" y="2973917"/>
            <a:ext cx="1344084" cy="1344083"/>
          </a:xfrm>
          <a:prstGeom prst="rect">
            <a:avLst/>
          </a:prstGeom>
          <a:solidFill>
            <a:srgbClr val="04AEDA"/>
          </a:solidFill>
          <a:ln>
            <a:noFill/>
          </a:ln>
          <a:extLst>
            <a:ext uri="{91240B29-F687-4F45-9708-019B960494DF}">
              <a14:hiddenLine xmlns:a14="http://schemas.microsoft.com/office/drawing/2010/main" w="25400">
                <a:solidFill>
                  <a:srgbClr val="000000"/>
                </a:solidFill>
                <a:bevel/>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zh-CN" altLang="en-US" sz="2135" b="1">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软件项目的主要问题</a:t>
            </a:r>
            <a:endParaRPr lang="zh-CN" altLang="en-US" sz="1465">
              <a:solidFill>
                <a:srgbClr val="FFFFFF"/>
              </a:solidFill>
              <a:latin typeface="宋体" panose="02010600030101010101" pitchFamily="2" charset="-122"/>
              <a:sym typeface="宋体" panose="02010600030101010101" pitchFamily="2" charset="-122"/>
            </a:endParaRPr>
          </a:p>
        </p:txBody>
      </p:sp>
      <p:grpSp>
        <p:nvGrpSpPr>
          <p:cNvPr id="2" name="组合 6"/>
          <p:cNvGrpSpPr/>
          <p:nvPr/>
        </p:nvGrpSpPr>
        <p:grpSpPr bwMode="auto">
          <a:xfrm>
            <a:off x="1803401" y="2846917"/>
            <a:ext cx="1604433" cy="1598083"/>
            <a:chOff x="0" y="0"/>
            <a:chExt cx="1203326" cy="1198933"/>
          </a:xfrm>
        </p:grpSpPr>
        <p:sp>
          <p:nvSpPr>
            <p:cNvPr id="18461" name="矩形 12"/>
            <p:cNvSpPr>
              <a:spLocks noChangeArrowheads="1"/>
            </p:cNvSpPr>
            <p:nvPr/>
          </p:nvSpPr>
          <p:spPr bwMode="auto">
            <a:xfrm>
              <a:off x="0" y="23821"/>
              <a:ext cx="46038" cy="1152881"/>
            </a:xfrm>
            <a:prstGeom prst="rect">
              <a:avLst/>
            </a:prstGeom>
            <a:solidFill>
              <a:srgbClr val="A5A5A5"/>
            </a:solidFill>
            <a:ln>
              <a:noFill/>
            </a:ln>
            <a:extLst>
              <a:ext uri="{91240B29-F687-4F45-9708-019B960494DF}">
                <a14:hiddenLine xmlns:a14="http://schemas.microsoft.com/office/drawing/2010/main" w="25400">
                  <a:solidFill>
                    <a:srgbClr val="000000"/>
                  </a:solidFill>
                  <a:bevel/>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endParaRPr lang="zh-CN" altLang="zh-CN" sz="2400">
                <a:solidFill>
                  <a:srgbClr val="FFFFFF"/>
                </a:solidFill>
                <a:latin typeface="宋体" panose="02010600030101010101" pitchFamily="2" charset="-122"/>
                <a:sym typeface="宋体" panose="02010600030101010101" pitchFamily="2" charset="-122"/>
              </a:endParaRPr>
            </a:p>
          </p:txBody>
        </p:sp>
        <p:sp>
          <p:nvSpPr>
            <p:cNvPr id="18462" name="矩形 13"/>
            <p:cNvSpPr>
              <a:spLocks noChangeArrowheads="1"/>
            </p:cNvSpPr>
            <p:nvPr/>
          </p:nvSpPr>
          <p:spPr bwMode="auto">
            <a:xfrm>
              <a:off x="1157289" y="23821"/>
              <a:ext cx="46037" cy="1152881"/>
            </a:xfrm>
            <a:prstGeom prst="rect">
              <a:avLst/>
            </a:prstGeom>
            <a:solidFill>
              <a:srgbClr val="A5A5A5"/>
            </a:solidFill>
            <a:ln>
              <a:noFill/>
            </a:ln>
            <a:extLst>
              <a:ext uri="{91240B29-F687-4F45-9708-019B960494DF}">
                <a14:hiddenLine xmlns:a14="http://schemas.microsoft.com/office/drawing/2010/main" w="25400">
                  <a:solidFill>
                    <a:srgbClr val="000000"/>
                  </a:solidFill>
                  <a:bevel/>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endParaRPr lang="zh-CN" altLang="zh-CN" sz="2400">
                <a:solidFill>
                  <a:srgbClr val="FFFFFF"/>
                </a:solidFill>
                <a:latin typeface="宋体" panose="02010600030101010101" pitchFamily="2" charset="-122"/>
                <a:sym typeface="宋体" panose="02010600030101010101" pitchFamily="2" charset="-122"/>
              </a:endParaRPr>
            </a:p>
          </p:txBody>
        </p:sp>
        <p:sp>
          <p:nvSpPr>
            <p:cNvPr id="18463" name="矩形 15"/>
            <p:cNvSpPr>
              <a:spLocks noChangeArrowheads="1"/>
            </p:cNvSpPr>
            <p:nvPr/>
          </p:nvSpPr>
          <p:spPr bwMode="auto">
            <a:xfrm rot="5400000" flipH="1">
              <a:off x="578637" y="574243"/>
              <a:ext cx="46052" cy="1203325"/>
            </a:xfrm>
            <a:prstGeom prst="rect">
              <a:avLst/>
            </a:prstGeom>
            <a:solidFill>
              <a:srgbClr val="A5A5A5"/>
            </a:solidFill>
            <a:ln>
              <a:noFill/>
            </a:ln>
            <a:extLst>
              <a:ext uri="{91240B29-F687-4F45-9708-019B960494DF}">
                <a14:hiddenLine xmlns:a14="http://schemas.microsoft.com/office/drawing/2010/main" w="25400">
                  <a:solidFill>
                    <a:srgbClr val="000000"/>
                  </a:solidFill>
                  <a:bevel/>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endParaRPr lang="zh-CN" altLang="zh-CN" sz="2400">
                <a:solidFill>
                  <a:srgbClr val="FFFFFF"/>
                </a:solidFill>
                <a:latin typeface="宋体" panose="02010600030101010101" pitchFamily="2" charset="-122"/>
                <a:sym typeface="宋体" panose="02010600030101010101" pitchFamily="2" charset="-122"/>
              </a:endParaRPr>
            </a:p>
          </p:txBody>
        </p:sp>
        <p:sp>
          <p:nvSpPr>
            <p:cNvPr id="18464" name="矩形 16"/>
            <p:cNvSpPr>
              <a:spLocks noChangeArrowheads="1"/>
            </p:cNvSpPr>
            <p:nvPr/>
          </p:nvSpPr>
          <p:spPr bwMode="auto">
            <a:xfrm rot="5400000" flipH="1">
              <a:off x="578637" y="-578638"/>
              <a:ext cx="46052" cy="1203325"/>
            </a:xfrm>
            <a:prstGeom prst="rect">
              <a:avLst/>
            </a:prstGeom>
            <a:solidFill>
              <a:srgbClr val="A5A5A5"/>
            </a:solidFill>
            <a:ln>
              <a:noFill/>
            </a:ln>
            <a:extLst>
              <a:ext uri="{91240B29-F687-4F45-9708-019B960494DF}">
                <a14:hiddenLine xmlns:a14="http://schemas.microsoft.com/office/drawing/2010/main" w="25400">
                  <a:solidFill>
                    <a:srgbClr val="000000"/>
                  </a:solidFill>
                  <a:bevel/>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endParaRPr lang="zh-CN" altLang="zh-CN" sz="2400">
                <a:solidFill>
                  <a:srgbClr val="FFFFFF"/>
                </a:solidFill>
                <a:latin typeface="宋体" panose="02010600030101010101" pitchFamily="2" charset="-122"/>
                <a:sym typeface="宋体" panose="02010600030101010101" pitchFamily="2" charset="-122"/>
              </a:endParaRPr>
            </a:p>
          </p:txBody>
        </p:sp>
      </p:grpSp>
      <p:grpSp>
        <p:nvGrpSpPr>
          <p:cNvPr id="3" name="组合 28"/>
          <p:cNvGrpSpPr/>
          <p:nvPr/>
        </p:nvGrpSpPr>
        <p:grpSpPr bwMode="auto">
          <a:xfrm>
            <a:off x="3856568" y="3042298"/>
            <a:ext cx="2089619" cy="1277820"/>
            <a:chOff x="0" y="-115142"/>
            <a:chExt cx="1567992" cy="957537"/>
          </a:xfrm>
        </p:grpSpPr>
        <p:sp>
          <p:nvSpPr>
            <p:cNvPr id="18459" name="流程图: 联系 7"/>
            <p:cNvSpPr>
              <a:spLocks noChangeArrowheads="1"/>
            </p:cNvSpPr>
            <p:nvPr/>
          </p:nvSpPr>
          <p:spPr bwMode="auto">
            <a:xfrm>
              <a:off x="0" y="385195"/>
              <a:ext cx="457200" cy="457200"/>
            </a:xfrm>
            <a:prstGeom prst="flowChartConnector">
              <a:avLst/>
            </a:prstGeom>
            <a:solidFill>
              <a:srgbClr val="04AEDA"/>
            </a:solidFill>
            <a:ln w="25400">
              <a:solidFill>
                <a:srgbClr val="F2F2F2"/>
              </a:solidFill>
              <a:bevel/>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2135" b="1">
                  <a:solidFill>
                    <a:srgbClr val="FFFFFF"/>
                  </a:solidFill>
                  <a:latin typeface="Calibri" panose="020F0502020204030204" pitchFamily="34" charset="0"/>
                  <a:sym typeface="Calibri" panose="020F0502020204030204" pitchFamily="34" charset="0"/>
                </a:rPr>
                <a:t>1</a:t>
              </a:r>
              <a:endParaRPr lang="zh-CN" altLang="en-US" sz="2135" b="1">
                <a:solidFill>
                  <a:srgbClr val="FFFFFF"/>
                </a:solidFill>
                <a:latin typeface="宋体" panose="02010600030101010101" pitchFamily="2" charset="-122"/>
                <a:sym typeface="宋体" panose="02010600030101010101" pitchFamily="2" charset="-122"/>
              </a:endParaRPr>
            </a:p>
          </p:txBody>
        </p:sp>
        <p:sp>
          <p:nvSpPr>
            <p:cNvPr id="18460" name="TextBox 27"/>
            <p:cNvSpPr>
              <a:spLocks noChangeArrowheads="1"/>
            </p:cNvSpPr>
            <p:nvPr/>
          </p:nvSpPr>
          <p:spPr bwMode="auto">
            <a:xfrm rot="19300715">
              <a:off x="195301" y="-115142"/>
              <a:ext cx="1372691" cy="31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r>
                <a:rPr lang="zh-CN" altLang="en-US" sz="2135">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双重维护问题</a:t>
              </a:r>
              <a:endParaRPr lang="zh-CN" altLang="en-US" sz="2135">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13332" name="直接箭头连接符 30"/>
          <p:cNvCxnSpPr>
            <a:cxnSpLocks noChangeShapeType="1"/>
          </p:cNvCxnSpPr>
          <p:nvPr/>
        </p:nvCxnSpPr>
        <p:spPr bwMode="auto">
          <a:xfrm>
            <a:off x="3346451" y="4409018"/>
            <a:ext cx="6974416" cy="2116"/>
          </a:xfrm>
          <a:prstGeom prst="straightConnector1">
            <a:avLst/>
          </a:prstGeom>
          <a:noFill/>
          <a:ln w="44450">
            <a:solidFill>
              <a:srgbClr val="A5A5A5"/>
            </a:solidFill>
            <a:bevel/>
            <a:tailEnd type="arrow" w="med" len="med"/>
          </a:ln>
          <a:extLst>
            <a:ext uri="{909E8E84-426E-40DD-AFC4-6F175D3DCCD1}">
              <a14:hiddenFill xmlns:a14="http://schemas.microsoft.com/office/drawing/2010/main">
                <a:noFill/>
              </a14:hiddenFill>
            </a:ext>
          </a:extLst>
        </p:spPr>
      </p:cxnSp>
      <p:grpSp>
        <p:nvGrpSpPr>
          <p:cNvPr id="4" name="组合 32"/>
          <p:cNvGrpSpPr/>
          <p:nvPr/>
        </p:nvGrpSpPr>
        <p:grpSpPr bwMode="auto">
          <a:xfrm>
            <a:off x="5338233" y="2790425"/>
            <a:ext cx="2878667" cy="1529693"/>
            <a:chOff x="0" y="11603"/>
            <a:chExt cx="2158425" cy="1147002"/>
          </a:xfrm>
        </p:grpSpPr>
        <p:sp>
          <p:nvSpPr>
            <p:cNvPr id="18457" name="流程图: 联系 33"/>
            <p:cNvSpPr>
              <a:spLocks noChangeArrowheads="1"/>
            </p:cNvSpPr>
            <p:nvPr/>
          </p:nvSpPr>
          <p:spPr bwMode="auto">
            <a:xfrm>
              <a:off x="0" y="701405"/>
              <a:ext cx="457200" cy="457200"/>
            </a:xfrm>
            <a:prstGeom prst="flowChartConnector">
              <a:avLst/>
            </a:prstGeom>
            <a:solidFill>
              <a:srgbClr val="04AEDA"/>
            </a:solidFill>
            <a:ln w="25400">
              <a:solidFill>
                <a:srgbClr val="F2F2F2"/>
              </a:solidFill>
              <a:bevel/>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2135" b="1">
                  <a:solidFill>
                    <a:srgbClr val="FFFFFF"/>
                  </a:solidFill>
                  <a:latin typeface="Calibri" panose="020F0502020204030204" pitchFamily="34" charset="0"/>
                  <a:sym typeface="Calibri" panose="020F0502020204030204" pitchFamily="34" charset="0"/>
                </a:rPr>
                <a:t>2</a:t>
              </a:r>
              <a:endParaRPr lang="zh-CN" altLang="en-US" sz="2135" b="1">
                <a:solidFill>
                  <a:srgbClr val="FFFFFF"/>
                </a:solidFill>
                <a:latin typeface="宋体" panose="02010600030101010101" pitchFamily="2" charset="-122"/>
                <a:sym typeface="宋体" panose="02010600030101010101" pitchFamily="2" charset="-122"/>
              </a:endParaRPr>
            </a:p>
          </p:txBody>
        </p:sp>
        <p:sp>
          <p:nvSpPr>
            <p:cNvPr id="18458" name="TextBox 34"/>
            <p:cNvSpPr>
              <a:spLocks noChangeArrowheads="1"/>
            </p:cNvSpPr>
            <p:nvPr/>
          </p:nvSpPr>
          <p:spPr bwMode="auto">
            <a:xfrm rot="19300715">
              <a:off x="133106" y="11603"/>
              <a:ext cx="2025319" cy="315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r>
                <a:rPr lang="zh-CN" altLang="en-US" sz="2135">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共享数据</a:t>
              </a:r>
              <a:endParaRPr lang="zh-CN" altLang="en-US" sz="2400">
                <a:solidFill>
                  <a:srgbClr val="000000"/>
                </a:solidFill>
                <a:sym typeface="Calibri" panose="020F0502020204030204" pitchFamily="34" charset="0"/>
              </a:endParaRPr>
            </a:p>
          </p:txBody>
        </p:sp>
      </p:grpSp>
      <p:grpSp>
        <p:nvGrpSpPr>
          <p:cNvPr id="5" name="组合 35"/>
          <p:cNvGrpSpPr/>
          <p:nvPr/>
        </p:nvGrpSpPr>
        <p:grpSpPr bwMode="auto">
          <a:xfrm>
            <a:off x="6822017" y="3131134"/>
            <a:ext cx="1928283" cy="1199566"/>
            <a:chOff x="0" y="11551"/>
            <a:chExt cx="1446702" cy="899753"/>
          </a:xfrm>
        </p:grpSpPr>
        <p:sp>
          <p:nvSpPr>
            <p:cNvPr id="18455" name="流程图: 联系 36"/>
            <p:cNvSpPr>
              <a:spLocks noChangeArrowheads="1"/>
            </p:cNvSpPr>
            <p:nvPr/>
          </p:nvSpPr>
          <p:spPr bwMode="auto">
            <a:xfrm>
              <a:off x="0" y="454104"/>
              <a:ext cx="457200" cy="457200"/>
            </a:xfrm>
            <a:prstGeom prst="flowChartConnector">
              <a:avLst/>
            </a:prstGeom>
            <a:solidFill>
              <a:srgbClr val="04AEDA"/>
            </a:solidFill>
            <a:ln w="25400">
              <a:solidFill>
                <a:srgbClr val="F2F2F2"/>
              </a:solidFill>
              <a:bevel/>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2135" b="1">
                  <a:solidFill>
                    <a:srgbClr val="FFFFFF"/>
                  </a:solidFill>
                  <a:latin typeface="Calibri" panose="020F0502020204030204" pitchFamily="34" charset="0"/>
                  <a:sym typeface="Calibri" panose="020F0502020204030204" pitchFamily="34" charset="0"/>
                </a:rPr>
                <a:t>3</a:t>
              </a:r>
              <a:endParaRPr lang="zh-CN" altLang="en-US" sz="2135" b="1">
                <a:solidFill>
                  <a:srgbClr val="FFFFFF"/>
                </a:solidFill>
                <a:latin typeface="宋体" panose="02010600030101010101" pitchFamily="2" charset="-122"/>
                <a:sym typeface="宋体" panose="02010600030101010101" pitchFamily="2" charset="-122"/>
              </a:endParaRPr>
            </a:p>
          </p:txBody>
        </p:sp>
        <p:sp>
          <p:nvSpPr>
            <p:cNvPr id="18456" name="TextBox 37"/>
            <p:cNvSpPr>
              <a:spLocks noChangeArrowheads="1"/>
            </p:cNvSpPr>
            <p:nvPr/>
          </p:nvSpPr>
          <p:spPr bwMode="auto">
            <a:xfrm rot="19300715">
              <a:off x="219036" y="11551"/>
              <a:ext cx="1227666" cy="31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r>
                <a:rPr lang="zh-CN" altLang="en-US" sz="2135">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同步更新</a:t>
              </a:r>
              <a:endParaRPr lang="zh-CN" altLang="en-US" sz="2400">
                <a:solidFill>
                  <a:srgbClr val="000000"/>
                </a:solidFill>
                <a:sym typeface="Calibri" panose="020F0502020204030204" pitchFamily="34" charset="0"/>
              </a:endParaRPr>
            </a:p>
          </p:txBody>
        </p:sp>
      </p:grpSp>
      <p:grpSp>
        <p:nvGrpSpPr>
          <p:cNvPr id="6" name="组合 38"/>
          <p:cNvGrpSpPr/>
          <p:nvPr/>
        </p:nvGrpSpPr>
        <p:grpSpPr bwMode="auto">
          <a:xfrm>
            <a:off x="8305800" y="2777582"/>
            <a:ext cx="2948517" cy="1553118"/>
            <a:chOff x="0" y="-252648"/>
            <a:chExt cx="2212304" cy="1166063"/>
          </a:xfrm>
        </p:grpSpPr>
        <p:sp>
          <p:nvSpPr>
            <p:cNvPr id="18453" name="流程图: 联系 39"/>
            <p:cNvSpPr>
              <a:spLocks noChangeArrowheads="1"/>
            </p:cNvSpPr>
            <p:nvPr/>
          </p:nvSpPr>
          <p:spPr bwMode="auto">
            <a:xfrm>
              <a:off x="0" y="456215"/>
              <a:ext cx="457200" cy="457200"/>
            </a:xfrm>
            <a:prstGeom prst="flowChartConnector">
              <a:avLst/>
            </a:prstGeom>
            <a:solidFill>
              <a:srgbClr val="04AEDA"/>
            </a:solidFill>
            <a:ln w="25400">
              <a:solidFill>
                <a:srgbClr val="F2F2F2"/>
              </a:solidFill>
              <a:bevel/>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2135" b="1">
                  <a:solidFill>
                    <a:srgbClr val="FFFFFF"/>
                  </a:solidFill>
                  <a:latin typeface="Calibri" panose="020F0502020204030204" pitchFamily="34" charset="0"/>
                  <a:sym typeface="Calibri" panose="020F0502020204030204" pitchFamily="34" charset="0"/>
                </a:rPr>
                <a:t>4</a:t>
              </a:r>
              <a:endParaRPr lang="zh-CN" altLang="en-US" sz="2135" b="1">
                <a:solidFill>
                  <a:srgbClr val="FFFFFF"/>
                </a:solidFill>
                <a:latin typeface="宋体" panose="02010600030101010101" pitchFamily="2" charset="-122"/>
                <a:sym typeface="宋体" panose="02010600030101010101" pitchFamily="2" charset="-122"/>
              </a:endParaRPr>
            </a:p>
          </p:txBody>
        </p:sp>
        <p:sp>
          <p:nvSpPr>
            <p:cNvPr id="18454" name="TextBox 40"/>
            <p:cNvSpPr>
              <a:spLocks noChangeArrowheads="1"/>
            </p:cNvSpPr>
            <p:nvPr/>
          </p:nvSpPr>
          <p:spPr bwMode="auto">
            <a:xfrm rot="19300715">
              <a:off x="126602" y="-252648"/>
              <a:ext cx="2085702" cy="315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r>
                <a:rPr lang="zh-CN" altLang="en-US" sz="2135">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缺失</a:t>
              </a:r>
              <a:r>
                <a:rPr lang="en-US" altLang="zh-CN" sz="2135">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2135">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未知版本问题</a:t>
              </a:r>
              <a:endParaRPr lang="zh-CN" altLang="en-US" sz="2400">
                <a:solidFill>
                  <a:srgbClr val="000000"/>
                </a:solidFill>
                <a:sym typeface="Calibri" panose="020F0502020204030204" pitchFamily="34" charset="0"/>
              </a:endParaRPr>
            </a:p>
          </p:txBody>
        </p:sp>
      </p:grpSp>
      <p:sp>
        <p:nvSpPr>
          <p:cNvPr id="18449" name="13 CuadroTexto"/>
          <p:cNvSpPr>
            <a:spLocks noChangeArrowheads="1"/>
          </p:cNvSpPr>
          <p:nvPr/>
        </p:nvSpPr>
        <p:spPr bwMode="auto">
          <a:xfrm>
            <a:off x="10305554" y="6430434"/>
            <a:ext cx="28886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1600" b="1">
                <a:solidFill>
                  <a:srgbClr val="04AEDA"/>
                </a:solidFill>
                <a:latin typeface="Calibri" panose="020F0502020204030204" pitchFamily="34" charset="0"/>
                <a:sym typeface="Calibri" panose="020F0502020204030204" pitchFamily="34" charset="0"/>
              </a:rPr>
              <a:t>3</a:t>
            </a:r>
            <a:endParaRPr lang="zh-CN" altLang="en-US" sz="1600" b="1">
              <a:solidFill>
                <a:srgbClr val="04AEDA"/>
              </a:solidFill>
              <a:latin typeface="Calibri" panose="020F0502020204030204" pitchFamily="34" charset="0"/>
              <a:ea typeface="MS PGothic" panose="020B0600070205080204" pitchFamily="34" charset="-128"/>
              <a:sym typeface="MS PGothic" panose="020B0600070205080204" pitchFamily="34" charset="-128"/>
            </a:endParaRPr>
          </a:p>
        </p:txBody>
      </p:sp>
      <p:sp>
        <p:nvSpPr>
          <p:cNvPr id="18450" name="直接连接符 24"/>
          <p:cNvSpPr>
            <a:spLocks noChangeShapeType="1"/>
          </p:cNvSpPr>
          <p:nvPr/>
        </p:nvSpPr>
        <p:spPr bwMode="auto">
          <a:xfrm flipH="1">
            <a:off x="285751" y="749300"/>
            <a:ext cx="4129616" cy="0"/>
          </a:xfrm>
          <a:prstGeom prst="line">
            <a:avLst/>
          </a:prstGeom>
          <a:noFill/>
          <a:ln w="9525">
            <a:solidFill>
              <a:srgbClr val="00B0F0"/>
            </a:solidFill>
            <a:bevel/>
          </a:ln>
          <a:extLst>
            <a:ext uri="{909E8E84-426E-40DD-AFC4-6F175D3DCCD1}">
              <a14:hiddenFill xmlns:a14="http://schemas.microsoft.com/office/drawing/2010/main">
                <a:noFill/>
              </a14:hiddenFill>
            </a:ext>
          </a:extLst>
        </p:spPr>
        <p:txBody>
          <a:bodyPr/>
          <a:lstStyle/>
          <a:p>
            <a:pPr defTabSz="1219200" eaLnBrk="0" fontAlgn="base" hangingPunct="0">
              <a:spcBef>
                <a:spcPct val="0"/>
              </a:spcBef>
              <a:spcAft>
                <a:spcPct val="0"/>
              </a:spcAft>
            </a:pPr>
            <a:endParaRPr lang="zh-CN" altLang="en-US" sz="2400">
              <a:solidFill>
                <a:srgbClr val="000000"/>
              </a:solidFill>
              <a:latin typeface="Arial" panose="020B0604020202020204" pitchFamily="34" charset="0"/>
              <a:ea typeface="宋体" panose="02010600030101010101" pitchFamily="2" charset="-122"/>
            </a:endParaRPr>
          </a:p>
        </p:txBody>
      </p:sp>
      <p:sp>
        <p:nvSpPr>
          <p:cNvPr id="18451" name="Rectangle 7"/>
          <p:cNvSpPr>
            <a:spLocks noChangeArrowheads="1"/>
          </p:cNvSpPr>
          <p:nvPr/>
        </p:nvSpPr>
        <p:spPr bwMode="auto">
          <a:xfrm>
            <a:off x="0" y="698500"/>
            <a:ext cx="287867" cy="95251"/>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endParaRPr lang="zh-CN" altLang="zh-CN" sz="2400">
              <a:solidFill>
                <a:srgbClr val="000000"/>
              </a:solidFill>
              <a:latin typeface="Calibri" panose="020F0502020204030204" pitchFamily="34" charset="0"/>
              <a:sym typeface="宋体" panose="02010600030101010101" pitchFamily="2" charset="-122"/>
            </a:endParaRPr>
          </a:p>
        </p:txBody>
      </p:sp>
      <p:sp>
        <p:nvSpPr>
          <p:cNvPr id="18452" name="TextBox 5"/>
          <p:cNvSpPr>
            <a:spLocks noChangeArrowheads="1"/>
          </p:cNvSpPr>
          <p:nvPr/>
        </p:nvSpPr>
        <p:spPr bwMode="auto">
          <a:xfrm>
            <a:off x="747185" y="258234"/>
            <a:ext cx="3407833" cy="52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lnSpc>
                <a:spcPts val="3415"/>
              </a:lnSpc>
              <a:spcBef>
                <a:spcPct val="0"/>
              </a:spcBef>
              <a:spcAft>
                <a:spcPct val="0"/>
              </a:spcAft>
            </a:pPr>
            <a:r>
              <a:rPr lang="zh-CN" altLang="en-US" sz="2665">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为什么要有配置管理</a:t>
            </a:r>
            <a:endParaRPr lang="en-US" altLang="zh-CN" sz="2665">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p:cBhvr>
                                        <p:cTn id="7" dur="500"/>
                                        <p:tgtEl>
                                          <p:spTgt spid="2"/>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3323"/>
                                        </p:tgtEl>
                                        <p:attrNameLst>
                                          <p:attrName>style.visibility</p:attrName>
                                        </p:attrNameLst>
                                      </p:cBhvr>
                                      <p:to>
                                        <p:strVal val="visible"/>
                                      </p:to>
                                    </p:set>
                                    <p:animEffect>
                                      <p:cBhvr>
                                        <p:cTn id="11" dur="1000"/>
                                        <p:tgtEl>
                                          <p:spTgt spid="13323"/>
                                        </p:tgtEl>
                                      </p:cBhvr>
                                    </p:animEffect>
                                  </p:childTnLst>
                                </p:cTn>
                              </p:par>
                            </p:childTnLst>
                          </p:cTn>
                        </p:par>
                        <p:par>
                          <p:cTn id="12" fill="hold">
                            <p:stCondLst>
                              <p:cond delay="1500"/>
                            </p:stCondLst>
                            <p:childTnLst>
                              <p:par>
                                <p:cTn id="13" presetID="22" presetClass="entr" presetSubtype="8" fill="hold" grpId="0" nodeType="afterEffect">
                                  <p:stCondLst>
                                    <p:cond delay="0"/>
                                  </p:stCondLst>
                                  <p:childTnLst>
                                    <p:set>
                                      <p:cBhvr>
                                        <p:cTn id="14" dur="1" fill="hold">
                                          <p:stCondLst>
                                            <p:cond delay="0"/>
                                          </p:stCondLst>
                                        </p:cTn>
                                        <p:tgtEl>
                                          <p:spTgt spid="13332"/>
                                        </p:tgtEl>
                                        <p:attrNameLst>
                                          <p:attrName>style.visibility</p:attrName>
                                        </p:attrNameLst>
                                      </p:cBhvr>
                                      <p:to>
                                        <p:strVal val="visible"/>
                                      </p:to>
                                    </p:set>
                                    <p:animEffect>
                                      <p:cBhvr>
                                        <p:cTn id="15" dur="1000"/>
                                        <p:tgtEl>
                                          <p:spTgt spid="1333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p:cBhvr>
                                        <p:cTn id="20" dur="5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p:cBhvr>
                                        <p:cTn id="25" dur="5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p:cBhvr>
                                        <p:cTn id="30" dur="500"/>
                                        <p:tgtEl>
                                          <p:spTgt spid="5"/>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p:cBhvr>
                                        <p:cTn id="3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23" grpId="0" bldLvl="0" animBg="1" autoUpdateAnimBg="0"/>
      <p:bldP spid="13332"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C:\Users\iamisis\Desktop\0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14818"/>
            <a:ext cx="12192000" cy="6860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59" name="11 Imag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19267" y="6411384"/>
            <a:ext cx="482600" cy="404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0" name="12 Imag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87617" y="6411384"/>
            <a:ext cx="480483" cy="404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1" name="14 CuadroTexto"/>
          <p:cNvSpPr>
            <a:spLocks noChangeArrowheads="1"/>
          </p:cNvSpPr>
          <p:nvPr/>
        </p:nvSpPr>
        <p:spPr bwMode="auto">
          <a:xfrm>
            <a:off x="10619317" y="6426200"/>
            <a:ext cx="35939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r>
              <a:rPr lang="zh-CN" altLang="zh-CN" sz="1600" b="1" i="1">
                <a:solidFill>
                  <a:srgbClr val="FFFFFF"/>
                </a:solidFill>
                <a:latin typeface="Calibri" panose="020F0502020204030204" pitchFamily="34" charset="0"/>
                <a:ea typeface="MS PGothic" panose="020B0600070205080204" pitchFamily="34" charset="-128"/>
                <a:sym typeface="MS PGothic" panose="020B0600070205080204" pitchFamily="34" charset="-128"/>
              </a:rPr>
              <a:t>of</a:t>
            </a:r>
            <a:endParaRPr lang="zh-CN" altLang="zh-CN" sz="1600" b="1" i="1">
              <a:solidFill>
                <a:srgbClr val="FFFFFF"/>
              </a:solidFill>
              <a:latin typeface="Calibri" panose="020F0502020204030204" pitchFamily="34" charset="0"/>
              <a:ea typeface="MS PGothic" panose="020B0600070205080204" pitchFamily="34" charset="-128"/>
              <a:sym typeface="MS PGothic" panose="020B0600070205080204" pitchFamily="34" charset="-128"/>
            </a:endParaRPr>
          </a:p>
        </p:txBody>
      </p:sp>
      <p:sp>
        <p:nvSpPr>
          <p:cNvPr id="19462" name="15 CuadroTexto"/>
          <p:cNvSpPr>
            <a:spLocks noChangeArrowheads="1"/>
          </p:cNvSpPr>
          <p:nvPr/>
        </p:nvSpPr>
        <p:spPr bwMode="auto">
          <a:xfrm>
            <a:off x="11035565" y="6426200"/>
            <a:ext cx="39305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1600" b="1">
                <a:solidFill>
                  <a:srgbClr val="FFFFFF"/>
                </a:solidFill>
                <a:latin typeface="Calibri" panose="020F0502020204030204" pitchFamily="34" charset="0"/>
                <a:sym typeface="Calibri" panose="020F0502020204030204" pitchFamily="34" charset="0"/>
              </a:rPr>
              <a:t>21</a:t>
            </a:r>
            <a:endParaRPr lang="zh-CN" altLang="zh-CN" sz="1600" b="1">
              <a:solidFill>
                <a:srgbClr val="FFFFFF"/>
              </a:solidFill>
              <a:latin typeface="Calibri" panose="020F0502020204030204" pitchFamily="34" charset="0"/>
              <a:ea typeface="MS PGothic" panose="020B0600070205080204" pitchFamily="34" charset="-128"/>
              <a:sym typeface="MS PGothic" panose="020B0600070205080204" pitchFamily="34" charset="-128"/>
            </a:endParaRPr>
          </a:p>
        </p:txBody>
      </p:sp>
      <p:pic>
        <p:nvPicPr>
          <p:cNvPr id="19463" name="Imagen 6" descr="C:\Users\Design\Documents\Edu\Product Launch\btns.png">
            <a:hlinkClick r:id="" action="ppaction://hlinkshowjump?jump=nex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521018" y="6493933"/>
            <a:ext cx="234949" cy="237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4" name="Imagen 6" descr="C:\Users\Design\Documents\Edu\Product Launch\btns.png">
            <a:hlinkClick r:id="" action="ppaction://hlinkshowjump?jump=previousslid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8118" y="6493933"/>
            <a:ext cx="234949" cy="237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5" name="4 CuadroTexto"/>
          <p:cNvSpPr>
            <a:spLocks noChangeArrowheads="1"/>
          </p:cNvSpPr>
          <p:nvPr/>
        </p:nvSpPr>
        <p:spPr bwMode="auto">
          <a:xfrm>
            <a:off x="5166901" y="6421967"/>
            <a:ext cx="185820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zh-CN" altLang="zh-CN" sz="1600" b="1">
                <a:solidFill>
                  <a:srgbClr val="FFFFFF"/>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z="1600" b="1">
                <a:solidFill>
                  <a:srgbClr val="FFFFFF"/>
                </a:solidFill>
                <a:latin typeface="微软雅黑" panose="020B0503020204020204" pitchFamily="34" charset="-122"/>
                <a:ea typeface="微软雅黑" panose="020B0503020204020204" pitchFamily="34" charset="-122"/>
                <a:sym typeface="宋体" panose="02010600030101010101" pitchFamily="2" charset="-122"/>
              </a:rPr>
              <a:t>软件配置管理</a:t>
            </a:r>
            <a:endParaRPr lang="zh-CN" altLang="zh-CN" sz="1600" b="1">
              <a:solidFill>
                <a:srgbClr val="FFFFFF"/>
              </a:solidFill>
              <a:latin typeface="微软雅黑" panose="020B0503020204020204" pitchFamily="34" charset="-122"/>
              <a:ea typeface="微软雅黑" panose="020B0503020204020204" pitchFamily="34" charset="-122"/>
              <a:sym typeface="MS PGothic" panose="020B0600070205080204" pitchFamily="34" charset="-128"/>
            </a:endParaRPr>
          </a:p>
        </p:txBody>
      </p:sp>
      <p:sp>
        <p:nvSpPr>
          <p:cNvPr id="17418" name="直接连接符 24"/>
          <p:cNvSpPr>
            <a:spLocks noChangeShapeType="1"/>
          </p:cNvSpPr>
          <p:nvPr/>
        </p:nvSpPr>
        <p:spPr bwMode="auto">
          <a:xfrm>
            <a:off x="4682067" y="2654300"/>
            <a:ext cx="0" cy="965200"/>
          </a:xfrm>
          <a:prstGeom prst="line">
            <a:avLst/>
          </a:prstGeom>
          <a:noFill/>
          <a:ln w="9525">
            <a:solidFill>
              <a:srgbClr val="04AEDA"/>
            </a:solidFill>
            <a:bevel/>
          </a:ln>
          <a:extLst>
            <a:ext uri="{909E8E84-426E-40DD-AFC4-6F175D3DCCD1}">
              <a14:hiddenFill xmlns:a14="http://schemas.microsoft.com/office/drawing/2010/main">
                <a:noFill/>
              </a14:hiddenFill>
            </a:ext>
          </a:extLst>
        </p:spPr>
        <p:txBody>
          <a:bodyPr/>
          <a:lstStyle/>
          <a:p>
            <a:pPr defTabSz="1219200" eaLnBrk="0" fontAlgn="base" hangingPunct="0">
              <a:spcBef>
                <a:spcPct val="0"/>
              </a:spcBef>
              <a:spcAft>
                <a:spcPct val="0"/>
              </a:spcAft>
            </a:pPr>
            <a:endParaRPr lang="zh-CN" altLang="en-US" sz="2400">
              <a:solidFill>
                <a:srgbClr val="000000"/>
              </a:solidFill>
              <a:latin typeface="Arial" panose="020B0604020202020204" pitchFamily="34" charset="0"/>
              <a:ea typeface="宋体" panose="02010600030101010101" pitchFamily="2" charset="-122"/>
            </a:endParaRPr>
          </a:p>
        </p:txBody>
      </p:sp>
      <p:sp>
        <p:nvSpPr>
          <p:cNvPr id="17419" name="直接连接符 25"/>
          <p:cNvSpPr>
            <a:spLocks noChangeShapeType="1"/>
          </p:cNvSpPr>
          <p:nvPr/>
        </p:nvSpPr>
        <p:spPr bwMode="auto">
          <a:xfrm flipH="1">
            <a:off x="3215217" y="2654300"/>
            <a:ext cx="1462616" cy="0"/>
          </a:xfrm>
          <a:prstGeom prst="line">
            <a:avLst/>
          </a:prstGeom>
          <a:noFill/>
          <a:ln w="9525">
            <a:solidFill>
              <a:srgbClr val="04AEDA"/>
            </a:solidFill>
            <a:bevel/>
          </a:ln>
          <a:extLst>
            <a:ext uri="{909E8E84-426E-40DD-AFC4-6F175D3DCCD1}">
              <a14:hiddenFill xmlns:a14="http://schemas.microsoft.com/office/drawing/2010/main">
                <a:noFill/>
              </a14:hiddenFill>
            </a:ext>
          </a:extLst>
        </p:spPr>
        <p:txBody>
          <a:bodyPr/>
          <a:lstStyle/>
          <a:p>
            <a:pPr defTabSz="1219200" eaLnBrk="0" fontAlgn="base" hangingPunct="0">
              <a:spcBef>
                <a:spcPct val="0"/>
              </a:spcBef>
              <a:spcAft>
                <a:spcPct val="0"/>
              </a:spcAft>
            </a:pPr>
            <a:endParaRPr lang="zh-CN" altLang="en-US" sz="2400">
              <a:solidFill>
                <a:srgbClr val="000000"/>
              </a:solidFill>
              <a:latin typeface="Arial" panose="020B0604020202020204" pitchFamily="34" charset="0"/>
              <a:ea typeface="宋体" panose="02010600030101010101" pitchFamily="2" charset="-122"/>
            </a:endParaRPr>
          </a:p>
        </p:txBody>
      </p:sp>
      <p:sp>
        <p:nvSpPr>
          <p:cNvPr id="17420" name="直接连接符 26"/>
          <p:cNvSpPr>
            <a:spLocks noChangeShapeType="1"/>
          </p:cNvSpPr>
          <p:nvPr/>
        </p:nvSpPr>
        <p:spPr bwMode="auto">
          <a:xfrm>
            <a:off x="4682067" y="3619500"/>
            <a:ext cx="0" cy="982133"/>
          </a:xfrm>
          <a:prstGeom prst="line">
            <a:avLst/>
          </a:prstGeom>
          <a:noFill/>
          <a:ln w="9525">
            <a:solidFill>
              <a:srgbClr val="04AEDA"/>
            </a:solidFill>
            <a:bevel/>
          </a:ln>
          <a:extLst>
            <a:ext uri="{909E8E84-426E-40DD-AFC4-6F175D3DCCD1}">
              <a14:hiddenFill xmlns:a14="http://schemas.microsoft.com/office/drawing/2010/main">
                <a:noFill/>
              </a14:hiddenFill>
            </a:ext>
          </a:extLst>
        </p:spPr>
        <p:txBody>
          <a:bodyPr/>
          <a:lstStyle/>
          <a:p>
            <a:pPr defTabSz="1219200" eaLnBrk="0" fontAlgn="base" hangingPunct="0">
              <a:spcBef>
                <a:spcPct val="0"/>
              </a:spcBef>
              <a:spcAft>
                <a:spcPct val="0"/>
              </a:spcAft>
            </a:pPr>
            <a:endParaRPr lang="zh-CN" altLang="en-US" sz="2400">
              <a:solidFill>
                <a:srgbClr val="000000"/>
              </a:solidFill>
              <a:latin typeface="Arial" panose="020B0604020202020204" pitchFamily="34" charset="0"/>
              <a:ea typeface="宋体" panose="02010600030101010101" pitchFamily="2" charset="-122"/>
            </a:endParaRPr>
          </a:p>
        </p:txBody>
      </p:sp>
      <p:sp>
        <p:nvSpPr>
          <p:cNvPr id="17421" name="直接连接符 27"/>
          <p:cNvSpPr>
            <a:spLocks noChangeShapeType="1"/>
          </p:cNvSpPr>
          <p:nvPr/>
        </p:nvSpPr>
        <p:spPr bwMode="auto">
          <a:xfrm flipH="1">
            <a:off x="1583267" y="4601633"/>
            <a:ext cx="1631951" cy="0"/>
          </a:xfrm>
          <a:prstGeom prst="line">
            <a:avLst/>
          </a:prstGeom>
          <a:noFill/>
          <a:ln w="9525">
            <a:solidFill>
              <a:srgbClr val="04AEDA"/>
            </a:solidFill>
            <a:bevel/>
          </a:ln>
          <a:extLst>
            <a:ext uri="{909E8E84-426E-40DD-AFC4-6F175D3DCCD1}">
              <a14:hiddenFill xmlns:a14="http://schemas.microsoft.com/office/drawing/2010/main">
                <a:noFill/>
              </a14:hiddenFill>
            </a:ext>
          </a:extLst>
        </p:spPr>
        <p:txBody>
          <a:bodyPr/>
          <a:lstStyle/>
          <a:p>
            <a:pPr defTabSz="1219200" eaLnBrk="0" fontAlgn="base" hangingPunct="0">
              <a:spcBef>
                <a:spcPct val="0"/>
              </a:spcBef>
              <a:spcAft>
                <a:spcPct val="0"/>
              </a:spcAft>
            </a:pPr>
            <a:endParaRPr lang="zh-CN" altLang="en-US" sz="2400">
              <a:solidFill>
                <a:srgbClr val="000000"/>
              </a:solidFill>
              <a:latin typeface="Arial" panose="020B0604020202020204" pitchFamily="34" charset="0"/>
              <a:ea typeface="宋体" panose="02010600030101010101" pitchFamily="2" charset="-122"/>
            </a:endParaRPr>
          </a:p>
        </p:txBody>
      </p:sp>
      <p:sp>
        <p:nvSpPr>
          <p:cNvPr id="17422" name="直接连接符 28"/>
          <p:cNvSpPr>
            <a:spLocks noChangeShapeType="1"/>
          </p:cNvSpPr>
          <p:nvPr/>
        </p:nvSpPr>
        <p:spPr bwMode="auto">
          <a:xfrm flipH="1">
            <a:off x="1583267" y="2654300"/>
            <a:ext cx="1631951" cy="0"/>
          </a:xfrm>
          <a:prstGeom prst="line">
            <a:avLst/>
          </a:prstGeom>
          <a:noFill/>
          <a:ln w="9525">
            <a:solidFill>
              <a:srgbClr val="04AEDA"/>
            </a:solidFill>
            <a:bevel/>
          </a:ln>
          <a:extLst>
            <a:ext uri="{909E8E84-426E-40DD-AFC4-6F175D3DCCD1}">
              <a14:hiddenFill xmlns:a14="http://schemas.microsoft.com/office/drawing/2010/main">
                <a:noFill/>
              </a14:hiddenFill>
            </a:ext>
          </a:extLst>
        </p:spPr>
        <p:txBody>
          <a:bodyPr/>
          <a:lstStyle/>
          <a:p>
            <a:pPr defTabSz="1219200" eaLnBrk="0" fontAlgn="base" hangingPunct="0">
              <a:spcBef>
                <a:spcPct val="0"/>
              </a:spcBef>
              <a:spcAft>
                <a:spcPct val="0"/>
              </a:spcAft>
            </a:pPr>
            <a:endParaRPr lang="zh-CN" altLang="en-US" sz="2400">
              <a:solidFill>
                <a:srgbClr val="000000"/>
              </a:solidFill>
              <a:latin typeface="Arial" panose="020B0604020202020204" pitchFamily="34" charset="0"/>
              <a:ea typeface="宋体" panose="02010600030101010101" pitchFamily="2" charset="-122"/>
            </a:endParaRPr>
          </a:p>
        </p:txBody>
      </p:sp>
      <p:sp>
        <p:nvSpPr>
          <p:cNvPr id="17423" name="直接连接符 29"/>
          <p:cNvSpPr>
            <a:spLocks noChangeShapeType="1"/>
          </p:cNvSpPr>
          <p:nvPr/>
        </p:nvSpPr>
        <p:spPr bwMode="auto">
          <a:xfrm>
            <a:off x="1583267" y="2654300"/>
            <a:ext cx="0" cy="965200"/>
          </a:xfrm>
          <a:prstGeom prst="line">
            <a:avLst/>
          </a:prstGeom>
          <a:noFill/>
          <a:ln w="9525">
            <a:solidFill>
              <a:srgbClr val="04AEDA"/>
            </a:solidFill>
            <a:bevel/>
          </a:ln>
          <a:extLst>
            <a:ext uri="{909E8E84-426E-40DD-AFC4-6F175D3DCCD1}">
              <a14:hiddenFill xmlns:a14="http://schemas.microsoft.com/office/drawing/2010/main">
                <a:noFill/>
              </a14:hiddenFill>
            </a:ext>
          </a:extLst>
        </p:spPr>
        <p:txBody>
          <a:bodyPr/>
          <a:lstStyle/>
          <a:p>
            <a:pPr defTabSz="1219200" eaLnBrk="0" fontAlgn="base" hangingPunct="0">
              <a:spcBef>
                <a:spcPct val="0"/>
              </a:spcBef>
              <a:spcAft>
                <a:spcPct val="0"/>
              </a:spcAft>
            </a:pPr>
            <a:endParaRPr lang="zh-CN" altLang="en-US" sz="2400">
              <a:solidFill>
                <a:srgbClr val="000000"/>
              </a:solidFill>
              <a:latin typeface="Arial" panose="020B0604020202020204" pitchFamily="34" charset="0"/>
              <a:ea typeface="宋体" panose="02010600030101010101" pitchFamily="2" charset="-122"/>
            </a:endParaRPr>
          </a:p>
        </p:txBody>
      </p:sp>
      <p:sp>
        <p:nvSpPr>
          <p:cNvPr id="17424" name="直接连接符 30"/>
          <p:cNvSpPr>
            <a:spLocks noChangeShapeType="1"/>
          </p:cNvSpPr>
          <p:nvPr/>
        </p:nvSpPr>
        <p:spPr bwMode="auto">
          <a:xfrm>
            <a:off x="1583267" y="3619500"/>
            <a:ext cx="0" cy="982133"/>
          </a:xfrm>
          <a:prstGeom prst="line">
            <a:avLst/>
          </a:prstGeom>
          <a:noFill/>
          <a:ln w="9525">
            <a:solidFill>
              <a:srgbClr val="04AEDA"/>
            </a:solidFill>
            <a:bevel/>
          </a:ln>
          <a:extLst>
            <a:ext uri="{909E8E84-426E-40DD-AFC4-6F175D3DCCD1}">
              <a14:hiddenFill xmlns:a14="http://schemas.microsoft.com/office/drawing/2010/main">
                <a:noFill/>
              </a14:hiddenFill>
            </a:ext>
          </a:extLst>
        </p:spPr>
        <p:txBody>
          <a:bodyPr/>
          <a:lstStyle/>
          <a:p>
            <a:pPr defTabSz="1219200" eaLnBrk="0" fontAlgn="base" hangingPunct="0">
              <a:spcBef>
                <a:spcPct val="0"/>
              </a:spcBef>
              <a:spcAft>
                <a:spcPct val="0"/>
              </a:spcAft>
            </a:pPr>
            <a:endParaRPr lang="zh-CN" altLang="en-US" sz="2400">
              <a:solidFill>
                <a:srgbClr val="000000"/>
              </a:solidFill>
              <a:latin typeface="Arial" panose="020B0604020202020204" pitchFamily="34" charset="0"/>
              <a:ea typeface="宋体" panose="02010600030101010101" pitchFamily="2" charset="-122"/>
            </a:endParaRPr>
          </a:p>
        </p:txBody>
      </p:sp>
      <p:sp>
        <p:nvSpPr>
          <p:cNvPr id="17425" name="直接连接符 31"/>
          <p:cNvSpPr>
            <a:spLocks noChangeShapeType="1"/>
          </p:cNvSpPr>
          <p:nvPr/>
        </p:nvSpPr>
        <p:spPr bwMode="auto">
          <a:xfrm flipH="1">
            <a:off x="3215218" y="4601633"/>
            <a:ext cx="1466849" cy="0"/>
          </a:xfrm>
          <a:prstGeom prst="line">
            <a:avLst/>
          </a:prstGeom>
          <a:noFill/>
          <a:ln w="9525">
            <a:solidFill>
              <a:srgbClr val="04AEDA"/>
            </a:solidFill>
            <a:bevel/>
          </a:ln>
          <a:extLst>
            <a:ext uri="{909E8E84-426E-40DD-AFC4-6F175D3DCCD1}">
              <a14:hiddenFill xmlns:a14="http://schemas.microsoft.com/office/drawing/2010/main">
                <a:noFill/>
              </a14:hiddenFill>
            </a:ext>
          </a:extLst>
        </p:spPr>
        <p:txBody>
          <a:bodyPr/>
          <a:lstStyle/>
          <a:p>
            <a:pPr defTabSz="1219200" eaLnBrk="0" fontAlgn="base" hangingPunct="0">
              <a:spcBef>
                <a:spcPct val="0"/>
              </a:spcBef>
              <a:spcAft>
                <a:spcPct val="0"/>
              </a:spcAft>
            </a:pPr>
            <a:endParaRPr lang="zh-CN" altLang="en-US" sz="2400">
              <a:solidFill>
                <a:srgbClr val="000000"/>
              </a:solidFill>
              <a:latin typeface="Arial" panose="020B0604020202020204" pitchFamily="34" charset="0"/>
              <a:ea typeface="宋体" panose="02010600030101010101" pitchFamily="2" charset="-122"/>
            </a:endParaRPr>
          </a:p>
        </p:txBody>
      </p:sp>
      <p:sp>
        <p:nvSpPr>
          <p:cNvPr id="17426" name="直接连接符 32"/>
          <p:cNvSpPr>
            <a:spLocks noChangeShapeType="1"/>
          </p:cNvSpPr>
          <p:nvPr/>
        </p:nvSpPr>
        <p:spPr bwMode="auto">
          <a:xfrm flipV="1">
            <a:off x="4694768" y="3141133"/>
            <a:ext cx="563033" cy="0"/>
          </a:xfrm>
          <a:prstGeom prst="line">
            <a:avLst/>
          </a:prstGeom>
          <a:noFill/>
          <a:ln w="9525">
            <a:solidFill>
              <a:srgbClr val="04AEDA"/>
            </a:solidFill>
            <a:bevel/>
          </a:ln>
          <a:extLst>
            <a:ext uri="{909E8E84-426E-40DD-AFC4-6F175D3DCCD1}">
              <a14:hiddenFill xmlns:a14="http://schemas.microsoft.com/office/drawing/2010/main">
                <a:noFill/>
              </a14:hiddenFill>
            </a:ext>
          </a:extLst>
        </p:spPr>
        <p:txBody>
          <a:bodyPr/>
          <a:lstStyle/>
          <a:p>
            <a:pPr defTabSz="1219200" eaLnBrk="0" fontAlgn="base" hangingPunct="0">
              <a:spcBef>
                <a:spcPct val="0"/>
              </a:spcBef>
              <a:spcAft>
                <a:spcPct val="0"/>
              </a:spcAft>
            </a:pPr>
            <a:endParaRPr lang="zh-CN" altLang="en-US" sz="2400">
              <a:solidFill>
                <a:srgbClr val="000000"/>
              </a:solidFill>
              <a:latin typeface="Arial" panose="020B0604020202020204" pitchFamily="34" charset="0"/>
              <a:ea typeface="宋体" panose="02010600030101010101" pitchFamily="2" charset="-122"/>
            </a:endParaRPr>
          </a:p>
        </p:txBody>
      </p:sp>
      <p:sp>
        <p:nvSpPr>
          <p:cNvPr id="17427" name="直接连接符 33"/>
          <p:cNvSpPr>
            <a:spLocks noChangeShapeType="1"/>
          </p:cNvSpPr>
          <p:nvPr/>
        </p:nvSpPr>
        <p:spPr bwMode="auto">
          <a:xfrm>
            <a:off x="5257800" y="2315634"/>
            <a:ext cx="0" cy="2633133"/>
          </a:xfrm>
          <a:prstGeom prst="line">
            <a:avLst/>
          </a:prstGeom>
          <a:noFill/>
          <a:ln w="9525">
            <a:solidFill>
              <a:srgbClr val="04AEDA"/>
            </a:solidFill>
            <a:bevel/>
          </a:ln>
          <a:extLst>
            <a:ext uri="{909E8E84-426E-40DD-AFC4-6F175D3DCCD1}">
              <a14:hiddenFill xmlns:a14="http://schemas.microsoft.com/office/drawing/2010/main">
                <a:noFill/>
              </a14:hiddenFill>
            </a:ext>
          </a:extLst>
        </p:spPr>
        <p:txBody>
          <a:bodyPr/>
          <a:lstStyle/>
          <a:p>
            <a:pPr defTabSz="1219200" eaLnBrk="0" fontAlgn="base" hangingPunct="0">
              <a:spcBef>
                <a:spcPct val="0"/>
              </a:spcBef>
              <a:spcAft>
                <a:spcPct val="0"/>
              </a:spcAft>
            </a:pPr>
            <a:endParaRPr lang="zh-CN" altLang="en-US" sz="2400">
              <a:solidFill>
                <a:srgbClr val="000000"/>
              </a:solidFill>
              <a:latin typeface="Arial" panose="020B0604020202020204" pitchFamily="34" charset="0"/>
              <a:ea typeface="宋体" panose="02010600030101010101" pitchFamily="2" charset="-122"/>
            </a:endParaRPr>
          </a:p>
        </p:txBody>
      </p:sp>
      <p:pic>
        <p:nvPicPr>
          <p:cNvPr id="17428" name="Picture 2" descr="C:\Users\iamisis\Desktop\图片1.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0484" y="2789767"/>
            <a:ext cx="2783416" cy="1714500"/>
          </a:xfrm>
          <a:prstGeom prst="rect">
            <a:avLst/>
          </a:prstGeom>
          <a:noFill/>
          <a:ln w="9525">
            <a:solidFill>
              <a:srgbClr val="04AEDA"/>
            </a:solidFill>
            <a:bevel/>
          </a:ln>
          <a:extLst>
            <a:ext uri="{909E8E84-426E-40DD-AFC4-6F175D3DCCD1}">
              <a14:hiddenFill xmlns:a14="http://schemas.microsoft.com/office/drawing/2010/main">
                <a:solidFill>
                  <a:srgbClr val="FFFFFF"/>
                </a:solidFill>
              </a14:hiddenFill>
            </a:ext>
          </a:extLst>
        </p:spPr>
      </p:pic>
      <p:sp>
        <p:nvSpPr>
          <p:cNvPr id="17429" name="矩形 57"/>
          <p:cNvSpPr>
            <a:spLocks noChangeArrowheads="1"/>
          </p:cNvSpPr>
          <p:nvPr/>
        </p:nvSpPr>
        <p:spPr bwMode="auto">
          <a:xfrm>
            <a:off x="5509684" y="2319867"/>
            <a:ext cx="3740149" cy="474133"/>
          </a:xfrm>
          <a:prstGeom prst="rect">
            <a:avLst/>
          </a:prstGeom>
          <a:noFill/>
          <a:ln w="9525">
            <a:solidFill>
              <a:srgbClr val="04AEDA"/>
            </a:solidFill>
            <a:bevel/>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r>
              <a:rPr lang="zh-CN" altLang="en-US" sz="1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a:t>
            </a:r>
            <a:r>
              <a:rPr lang="en-US" altLang="zh-CN" sz="1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1. </a:t>
            </a:r>
            <a:r>
              <a:rPr lang="zh-CN" altLang="en-US" sz="1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表面上看起来很好但是程序不工作</a:t>
            </a:r>
            <a:endParaRPr lang="zh-CN" altLang="en-US" sz="2400">
              <a:solidFill>
                <a:srgbClr val="000000"/>
              </a:solidFill>
              <a:sym typeface="Calibri" panose="020F0502020204030204" pitchFamily="34" charset="0"/>
            </a:endParaRPr>
          </a:p>
        </p:txBody>
      </p:sp>
      <p:sp>
        <p:nvSpPr>
          <p:cNvPr id="17430" name="矩形 58"/>
          <p:cNvSpPr>
            <a:spLocks noChangeArrowheads="1"/>
          </p:cNvSpPr>
          <p:nvPr/>
        </p:nvSpPr>
        <p:spPr bwMode="auto">
          <a:xfrm>
            <a:off x="5499101" y="2897718"/>
            <a:ext cx="5001684" cy="474133"/>
          </a:xfrm>
          <a:prstGeom prst="rect">
            <a:avLst/>
          </a:prstGeom>
          <a:noFill/>
          <a:ln w="9525">
            <a:solidFill>
              <a:srgbClr val="04AEDA"/>
            </a:solidFill>
            <a:bevel/>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r>
              <a:rPr lang="zh-CN" altLang="en-US" sz="1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a:t>
            </a:r>
            <a:r>
              <a:rPr lang="en-US" altLang="zh-CN" sz="1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2. </a:t>
            </a:r>
            <a:r>
              <a:rPr lang="zh-CN" altLang="en-US" sz="1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我们是为这个客户定制的。现在怎么安装升级呢</a:t>
            </a:r>
            <a:endParaRPr lang="zh-CN" altLang="en-US" sz="1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431" name="矩形 59"/>
          <p:cNvSpPr>
            <a:spLocks noChangeArrowheads="1"/>
          </p:cNvSpPr>
          <p:nvPr/>
        </p:nvSpPr>
        <p:spPr bwMode="auto">
          <a:xfrm>
            <a:off x="5499101" y="3481918"/>
            <a:ext cx="5839884" cy="474133"/>
          </a:xfrm>
          <a:prstGeom prst="rect">
            <a:avLst/>
          </a:prstGeom>
          <a:noFill/>
          <a:ln w="9525">
            <a:solidFill>
              <a:srgbClr val="04AEDA"/>
            </a:solidFill>
            <a:bevel/>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r>
              <a:rPr lang="en-US" altLang="zh-CN" sz="1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3.</a:t>
            </a:r>
            <a:r>
              <a:rPr lang="zh-CN" altLang="en-US" sz="1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上个月我们已经修改好了这个缺陷，怎么它又重新出现了呢</a:t>
            </a:r>
            <a:endParaRPr lang="zh-CN" altLang="en-US" sz="1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432" name="矩形 60"/>
          <p:cNvSpPr>
            <a:spLocks noChangeArrowheads="1"/>
          </p:cNvSpPr>
          <p:nvPr/>
        </p:nvSpPr>
        <p:spPr bwMode="auto">
          <a:xfrm>
            <a:off x="5509684" y="4057651"/>
            <a:ext cx="4324349" cy="474133"/>
          </a:xfrm>
          <a:prstGeom prst="rect">
            <a:avLst/>
          </a:prstGeom>
          <a:noFill/>
          <a:ln w="9525">
            <a:solidFill>
              <a:srgbClr val="04AEDA"/>
            </a:solidFill>
            <a:bevel/>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r>
              <a:rPr lang="en-US" altLang="zh-CN" sz="1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4.</a:t>
            </a:r>
            <a:r>
              <a:rPr lang="zh-CN" altLang="en-US" sz="1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我没有修改程序，为什么它突然出问题了呢</a:t>
            </a:r>
            <a:endParaRPr lang="zh-CN" altLang="en-US" sz="1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433" name="矩形 61"/>
          <p:cNvSpPr>
            <a:spLocks noChangeArrowheads="1"/>
          </p:cNvSpPr>
          <p:nvPr/>
        </p:nvSpPr>
        <p:spPr bwMode="auto">
          <a:xfrm>
            <a:off x="5505451" y="2319867"/>
            <a:ext cx="3744383" cy="474133"/>
          </a:xfrm>
          <a:prstGeom prst="rect">
            <a:avLst/>
          </a:prstGeom>
          <a:solidFill>
            <a:srgbClr val="04AEDA"/>
          </a:solidFill>
          <a:ln w="9525">
            <a:solidFill>
              <a:srgbClr val="04AEDA"/>
            </a:solidFill>
            <a:bevel/>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  1. </a:t>
            </a: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表面上看起来很好但是程序不工作</a:t>
            </a:r>
            <a:endParaRPr lang="zh-CN" altLang="en-US" sz="2400">
              <a:solidFill>
                <a:srgbClr val="000000"/>
              </a:solidFill>
              <a:sym typeface="Calibri" panose="020F0502020204030204" pitchFamily="34" charset="0"/>
            </a:endParaRPr>
          </a:p>
        </p:txBody>
      </p:sp>
      <p:sp>
        <p:nvSpPr>
          <p:cNvPr id="17434" name="矩形 62"/>
          <p:cNvSpPr>
            <a:spLocks noChangeArrowheads="1"/>
          </p:cNvSpPr>
          <p:nvPr/>
        </p:nvSpPr>
        <p:spPr bwMode="auto">
          <a:xfrm>
            <a:off x="5509684" y="4652434"/>
            <a:ext cx="4231216" cy="474133"/>
          </a:xfrm>
          <a:prstGeom prst="rect">
            <a:avLst/>
          </a:prstGeom>
          <a:noFill/>
          <a:ln w="9525">
            <a:solidFill>
              <a:srgbClr val="04AEDA"/>
            </a:solidFill>
            <a:bevel/>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r>
              <a:rPr lang="en-US" altLang="zh-CN" sz="1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5.</a:t>
            </a:r>
            <a:r>
              <a:rPr lang="zh-CN" altLang="en-US" sz="1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哪一个是最新的源代码，我需要打个补丁</a:t>
            </a:r>
            <a:endParaRPr lang="zh-CN" altLang="en-US" sz="2400">
              <a:solidFill>
                <a:srgbClr val="000000"/>
              </a:solidFill>
              <a:sym typeface="Calibri" panose="020F0502020204030204" pitchFamily="34" charset="0"/>
            </a:endParaRPr>
          </a:p>
        </p:txBody>
      </p:sp>
      <p:sp>
        <p:nvSpPr>
          <p:cNvPr id="17438" name="矩形 66"/>
          <p:cNvSpPr>
            <a:spLocks noChangeArrowheads="1"/>
          </p:cNvSpPr>
          <p:nvPr/>
        </p:nvSpPr>
        <p:spPr bwMode="auto">
          <a:xfrm>
            <a:off x="5511800" y="2897718"/>
            <a:ext cx="5003800" cy="474133"/>
          </a:xfrm>
          <a:prstGeom prst="rect">
            <a:avLst/>
          </a:prstGeom>
          <a:solidFill>
            <a:srgbClr val="04AEDA"/>
          </a:solidFill>
          <a:ln w="9525">
            <a:solidFill>
              <a:srgbClr val="04AEDA"/>
            </a:solidFill>
            <a:bevel/>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  2. </a:t>
            </a: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我们是为这个客户定制的，现在怎么安装升级呢</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439" name="矩形 67"/>
          <p:cNvSpPr>
            <a:spLocks noChangeArrowheads="1"/>
          </p:cNvSpPr>
          <p:nvPr/>
        </p:nvSpPr>
        <p:spPr bwMode="auto">
          <a:xfrm>
            <a:off x="5499101" y="3481917"/>
            <a:ext cx="5839884" cy="472016"/>
          </a:xfrm>
          <a:prstGeom prst="rect">
            <a:avLst/>
          </a:prstGeom>
          <a:solidFill>
            <a:srgbClr val="04AEDA"/>
          </a:solidFill>
          <a:ln w="9525">
            <a:solidFill>
              <a:srgbClr val="04AEDA"/>
            </a:solidFill>
            <a:bevel/>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3.</a:t>
            </a: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上个月我们已经修改好了这个缺陷，怎么它又重新出现了呢</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440" name="矩形 68"/>
          <p:cNvSpPr>
            <a:spLocks noChangeArrowheads="1"/>
          </p:cNvSpPr>
          <p:nvPr/>
        </p:nvSpPr>
        <p:spPr bwMode="auto">
          <a:xfrm>
            <a:off x="5499101" y="4040718"/>
            <a:ext cx="4324351" cy="474133"/>
          </a:xfrm>
          <a:prstGeom prst="rect">
            <a:avLst/>
          </a:prstGeom>
          <a:solidFill>
            <a:srgbClr val="04AEDA"/>
          </a:solidFill>
          <a:ln w="9525">
            <a:solidFill>
              <a:srgbClr val="04AEDA"/>
            </a:solidFill>
            <a:bevel/>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4.</a:t>
            </a: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我没有修改程序，为什么它突然出问题了呢</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441" name="矩形 69"/>
          <p:cNvSpPr>
            <a:spLocks noChangeArrowheads="1"/>
          </p:cNvSpPr>
          <p:nvPr/>
        </p:nvSpPr>
        <p:spPr bwMode="auto">
          <a:xfrm>
            <a:off x="5499100" y="4652434"/>
            <a:ext cx="4241800" cy="474133"/>
          </a:xfrm>
          <a:prstGeom prst="rect">
            <a:avLst/>
          </a:prstGeom>
          <a:solidFill>
            <a:srgbClr val="04AEDA"/>
          </a:solidFill>
          <a:ln w="9525">
            <a:solidFill>
              <a:srgbClr val="04AEDA"/>
            </a:solidFill>
            <a:bevel/>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5.</a:t>
            </a: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哪一个是最新的源代码，我需要打个补丁</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9487" name="13 CuadroTexto"/>
          <p:cNvSpPr>
            <a:spLocks noChangeArrowheads="1"/>
          </p:cNvSpPr>
          <p:nvPr/>
        </p:nvSpPr>
        <p:spPr bwMode="auto">
          <a:xfrm>
            <a:off x="10306612" y="6430434"/>
            <a:ext cx="28886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1600" b="1">
                <a:solidFill>
                  <a:srgbClr val="04AEDA"/>
                </a:solidFill>
                <a:latin typeface="Calibri" panose="020F0502020204030204" pitchFamily="34" charset="0"/>
                <a:sym typeface="Calibri" panose="020F0502020204030204" pitchFamily="34" charset="0"/>
              </a:rPr>
              <a:t>4</a:t>
            </a:r>
            <a:endParaRPr lang="zh-CN" altLang="en-US" sz="1600" b="1">
              <a:solidFill>
                <a:srgbClr val="04AEDA"/>
              </a:solidFill>
              <a:latin typeface="Calibri" panose="020F0502020204030204" pitchFamily="34" charset="0"/>
              <a:ea typeface="MS PGothic" panose="020B0600070205080204" pitchFamily="34" charset="-128"/>
              <a:sym typeface="MS PGothic" panose="020B0600070205080204" pitchFamily="34" charset="-128"/>
            </a:endParaRPr>
          </a:p>
        </p:txBody>
      </p:sp>
      <p:sp>
        <p:nvSpPr>
          <p:cNvPr id="19488" name="直接连接符 35"/>
          <p:cNvSpPr>
            <a:spLocks noChangeShapeType="1"/>
          </p:cNvSpPr>
          <p:nvPr/>
        </p:nvSpPr>
        <p:spPr bwMode="auto">
          <a:xfrm flipH="1">
            <a:off x="285751" y="749300"/>
            <a:ext cx="4129616" cy="0"/>
          </a:xfrm>
          <a:prstGeom prst="line">
            <a:avLst/>
          </a:prstGeom>
          <a:noFill/>
          <a:ln w="9525">
            <a:solidFill>
              <a:srgbClr val="00B0F0"/>
            </a:solidFill>
            <a:bevel/>
          </a:ln>
          <a:extLst>
            <a:ext uri="{909E8E84-426E-40DD-AFC4-6F175D3DCCD1}">
              <a14:hiddenFill xmlns:a14="http://schemas.microsoft.com/office/drawing/2010/main">
                <a:noFill/>
              </a14:hiddenFill>
            </a:ext>
          </a:extLst>
        </p:spPr>
        <p:txBody>
          <a:bodyPr/>
          <a:lstStyle/>
          <a:p>
            <a:pPr defTabSz="1219200" eaLnBrk="0" fontAlgn="base" hangingPunct="0">
              <a:spcBef>
                <a:spcPct val="0"/>
              </a:spcBef>
              <a:spcAft>
                <a:spcPct val="0"/>
              </a:spcAft>
            </a:pPr>
            <a:endParaRPr lang="zh-CN" altLang="en-US" sz="2400">
              <a:solidFill>
                <a:srgbClr val="000000"/>
              </a:solidFill>
              <a:latin typeface="Arial" panose="020B0604020202020204" pitchFamily="34" charset="0"/>
              <a:ea typeface="宋体" panose="02010600030101010101" pitchFamily="2" charset="-122"/>
            </a:endParaRPr>
          </a:p>
        </p:txBody>
      </p:sp>
      <p:sp>
        <p:nvSpPr>
          <p:cNvPr id="19489" name="Rectangle 7"/>
          <p:cNvSpPr>
            <a:spLocks noChangeArrowheads="1"/>
          </p:cNvSpPr>
          <p:nvPr/>
        </p:nvSpPr>
        <p:spPr bwMode="auto">
          <a:xfrm>
            <a:off x="0" y="698500"/>
            <a:ext cx="287867" cy="95251"/>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endParaRPr lang="zh-CN" altLang="zh-CN" sz="2400">
              <a:solidFill>
                <a:srgbClr val="000000"/>
              </a:solidFill>
              <a:latin typeface="Calibri" panose="020F0502020204030204" pitchFamily="34" charset="0"/>
              <a:sym typeface="宋体" panose="02010600030101010101" pitchFamily="2" charset="-122"/>
            </a:endParaRPr>
          </a:p>
        </p:txBody>
      </p:sp>
      <p:sp>
        <p:nvSpPr>
          <p:cNvPr id="19490" name="TextBox 5"/>
          <p:cNvSpPr>
            <a:spLocks noChangeArrowheads="1"/>
          </p:cNvSpPr>
          <p:nvPr/>
        </p:nvSpPr>
        <p:spPr bwMode="auto">
          <a:xfrm>
            <a:off x="747185" y="258234"/>
            <a:ext cx="3407833" cy="52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lnSpc>
                <a:spcPts val="3415"/>
              </a:lnSpc>
              <a:spcBef>
                <a:spcPct val="0"/>
              </a:spcBef>
              <a:spcAft>
                <a:spcPct val="0"/>
              </a:spcAft>
            </a:pPr>
            <a:r>
              <a:rPr lang="zh-CN" altLang="en-US" sz="2665">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为什么要有配置管理</a:t>
            </a:r>
            <a:endParaRPr lang="en-US" altLang="zh-CN" sz="2665">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9491" name="文本框 1"/>
          <p:cNvSpPr txBox="1">
            <a:spLocks noChangeArrowheads="1"/>
          </p:cNvSpPr>
          <p:nvPr/>
        </p:nvSpPr>
        <p:spPr bwMode="auto">
          <a:xfrm>
            <a:off x="1200152" y="1221318"/>
            <a:ext cx="4703233"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81000" indent="-381000" defTabSz="1219200" eaLnBrk="0" fontAlgn="base" hangingPunct="0">
              <a:spcBef>
                <a:spcPct val="0"/>
              </a:spcBef>
              <a:spcAft>
                <a:spcPct val="0"/>
              </a:spcAft>
              <a:buFont typeface="Arial" panose="020B0604020202020204" pitchFamily="34" charset="0"/>
              <a:buChar char="•"/>
            </a:pPr>
            <a:r>
              <a:rPr lang="zh-CN" altLang="en-US" sz="2665">
                <a:solidFill>
                  <a:srgbClr val="000000"/>
                </a:solidFill>
                <a:latin typeface="微软雅黑" panose="020B0503020204020204" pitchFamily="34" charset="-122"/>
                <a:ea typeface="微软雅黑" panose="020B0503020204020204" pitchFamily="34" charset="-122"/>
                <a:sym typeface="Calibri" panose="020F0502020204030204" pitchFamily="34" charset="0"/>
              </a:rPr>
              <a:t>例如可能会遇到以下问题</a:t>
            </a:r>
            <a:endParaRPr lang="zh-CN" altLang="en-US" sz="2665">
              <a:solidFill>
                <a:srgbClr val="000000"/>
              </a:solidFill>
              <a:latin typeface="微软雅黑" panose="020B0503020204020204" pitchFamily="34" charset="-122"/>
              <a:ea typeface="微软雅黑" panose="020B0503020204020204" pitchFamily="34" charset="-122"/>
              <a:sym typeface="Calibri" panose="020F0502020204030204" pitchFamily="34" charset="0"/>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7428"/>
                                        </p:tgtEl>
                                        <p:attrNameLst>
                                          <p:attrName>style.visibility</p:attrName>
                                        </p:attrNameLst>
                                      </p:cBhvr>
                                      <p:to>
                                        <p:strVal val="visible"/>
                                      </p:to>
                                    </p:set>
                                    <p:animEffect>
                                      <p:cBhvr>
                                        <p:cTn id="7" dur="1000"/>
                                        <p:tgtEl>
                                          <p:spTgt spid="17428"/>
                                        </p:tgtEl>
                                      </p:cBhvr>
                                    </p:animEffect>
                                  </p:childTnLst>
                                </p:cTn>
                              </p:par>
                            </p:childTnLst>
                          </p:cTn>
                        </p:par>
                        <p:par>
                          <p:cTn id="8" fill="hold">
                            <p:stCondLst>
                              <p:cond delay="1000"/>
                            </p:stCondLst>
                            <p:childTnLst>
                              <p:par>
                                <p:cTn id="9" presetID="22" presetClass="entr" presetSubtype="4" fill="hold" nodeType="afterEffect">
                                  <p:stCondLst>
                                    <p:cond delay="0"/>
                                  </p:stCondLst>
                                  <p:childTnLst>
                                    <p:set>
                                      <p:cBhvr>
                                        <p:cTn id="10" dur="1" fill="hold">
                                          <p:stCondLst>
                                            <p:cond delay="0"/>
                                          </p:stCondLst>
                                        </p:cTn>
                                        <p:tgtEl>
                                          <p:spTgt spid="17418"/>
                                        </p:tgtEl>
                                        <p:attrNameLst>
                                          <p:attrName>style.visibility</p:attrName>
                                        </p:attrNameLst>
                                      </p:cBhvr>
                                      <p:to>
                                        <p:strVal val="visible"/>
                                      </p:to>
                                    </p:set>
                                    <p:animEffect>
                                      <p:cBhvr>
                                        <p:cTn id="11" dur="100"/>
                                        <p:tgtEl>
                                          <p:spTgt spid="17418"/>
                                        </p:tgtEl>
                                      </p:cBhvr>
                                    </p:animEffect>
                                  </p:childTnLst>
                                </p:cTn>
                              </p:par>
                              <p:par>
                                <p:cTn id="12" presetID="22" presetClass="exit" presetSubtype="4" fill="hold" nodeType="withEffect">
                                  <p:stCondLst>
                                    <p:cond delay="100"/>
                                  </p:stCondLst>
                                  <p:childTnLst>
                                    <p:animEffect>
                                      <p:cBhvr>
                                        <p:cTn id="13" dur="100"/>
                                        <p:tgtEl>
                                          <p:spTgt spid="17418"/>
                                        </p:tgtEl>
                                      </p:cBhvr>
                                    </p:animEffect>
                                    <p:set>
                                      <p:cBhvr>
                                        <p:cTn id="14" dur="1" fill="hold">
                                          <p:stCondLst>
                                            <p:cond delay="99"/>
                                          </p:stCondLst>
                                        </p:cTn>
                                        <p:tgtEl>
                                          <p:spTgt spid="17418"/>
                                        </p:tgtEl>
                                        <p:attrNameLst>
                                          <p:attrName>style.visibility</p:attrName>
                                        </p:attrNameLst>
                                      </p:cBhvr>
                                      <p:to>
                                        <p:strVal val="hidden"/>
                                      </p:to>
                                    </p:set>
                                  </p:childTnLst>
                                </p:cTn>
                              </p:par>
                              <p:par>
                                <p:cTn id="15" presetID="22" presetClass="entr" presetSubtype="2" fill="hold" nodeType="withEffect">
                                  <p:stCondLst>
                                    <p:cond delay="100"/>
                                  </p:stCondLst>
                                  <p:childTnLst>
                                    <p:set>
                                      <p:cBhvr>
                                        <p:cTn id="16" dur="1" fill="hold">
                                          <p:stCondLst>
                                            <p:cond delay="0"/>
                                          </p:stCondLst>
                                        </p:cTn>
                                        <p:tgtEl>
                                          <p:spTgt spid="17419"/>
                                        </p:tgtEl>
                                        <p:attrNameLst>
                                          <p:attrName>style.visibility</p:attrName>
                                        </p:attrNameLst>
                                      </p:cBhvr>
                                      <p:to>
                                        <p:strVal val="visible"/>
                                      </p:to>
                                    </p:set>
                                    <p:animEffect>
                                      <p:cBhvr>
                                        <p:cTn id="17" dur="100"/>
                                        <p:tgtEl>
                                          <p:spTgt spid="17419"/>
                                        </p:tgtEl>
                                      </p:cBhvr>
                                    </p:animEffect>
                                  </p:childTnLst>
                                </p:cTn>
                              </p:par>
                              <p:par>
                                <p:cTn id="18" presetID="22" presetClass="exit" presetSubtype="2" fill="hold" nodeType="withEffect">
                                  <p:stCondLst>
                                    <p:cond delay="200"/>
                                  </p:stCondLst>
                                  <p:childTnLst>
                                    <p:animEffect>
                                      <p:cBhvr>
                                        <p:cTn id="19" dur="100"/>
                                        <p:tgtEl>
                                          <p:spTgt spid="17419"/>
                                        </p:tgtEl>
                                      </p:cBhvr>
                                    </p:animEffect>
                                    <p:set>
                                      <p:cBhvr>
                                        <p:cTn id="20" dur="1" fill="hold">
                                          <p:stCondLst>
                                            <p:cond delay="99"/>
                                          </p:stCondLst>
                                        </p:cTn>
                                        <p:tgtEl>
                                          <p:spTgt spid="17419"/>
                                        </p:tgtEl>
                                        <p:attrNameLst>
                                          <p:attrName>style.visibility</p:attrName>
                                        </p:attrNameLst>
                                      </p:cBhvr>
                                      <p:to>
                                        <p:strVal val="hidden"/>
                                      </p:to>
                                    </p:set>
                                  </p:childTnLst>
                                </p:cTn>
                              </p:par>
                              <p:par>
                                <p:cTn id="21" presetID="22" presetClass="entr" presetSubtype="2" fill="hold" nodeType="withEffect">
                                  <p:stCondLst>
                                    <p:cond delay="200"/>
                                  </p:stCondLst>
                                  <p:childTnLst>
                                    <p:set>
                                      <p:cBhvr>
                                        <p:cTn id="22" dur="1" fill="hold">
                                          <p:stCondLst>
                                            <p:cond delay="0"/>
                                          </p:stCondLst>
                                        </p:cTn>
                                        <p:tgtEl>
                                          <p:spTgt spid="17422"/>
                                        </p:tgtEl>
                                        <p:attrNameLst>
                                          <p:attrName>style.visibility</p:attrName>
                                        </p:attrNameLst>
                                      </p:cBhvr>
                                      <p:to>
                                        <p:strVal val="visible"/>
                                      </p:to>
                                    </p:set>
                                    <p:animEffect>
                                      <p:cBhvr>
                                        <p:cTn id="23" dur="100"/>
                                        <p:tgtEl>
                                          <p:spTgt spid="17422"/>
                                        </p:tgtEl>
                                      </p:cBhvr>
                                    </p:animEffect>
                                  </p:childTnLst>
                                </p:cTn>
                              </p:par>
                              <p:par>
                                <p:cTn id="24" presetID="22" presetClass="exit" presetSubtype="2" fill="hold" nodeType="withEffect">
                                  <p:stCondLst>
                                    <p:cond delay="300"/>
                                  </p:stCondLst>
                                  <p:childTnLst>
                                    <p:animEffect>
                                      <p:cBhvr>
                                        <p:cTn id="25" dur="100"/>
                                        <p:tgtEl>
                                          <p:spTgt spid="17422"/>
                                        </p:tgtEl>
                                      </p:cBhvr>
                                    </p:animEffect>
                                    <p:set>
                                      <p:cBhvr>
                                        <p:cTn id="26" dur="1" fill="hold">
                                          <p:stCondLst>
                                            <p:cond delay="99"/>
                                          </p:stCondLst>
                                        </p:cTn>
                                        <p:tgtEl>
                                          <p:spTgt spid="17422"/>
                                        </p:tgtEl>
                                        <p:attrNameLst>
                                          <p:attrName>style.visibility</p:attrName>
                                        </p:attrNameLst>
                                      </p:cBhvr>
                                      <p:to>
                                        <p:strVal val="hidden"/>
                                      </p:to>
                                    </p:set>
                                  </p:childTnLst>
                                </p:cTn>
                              </p:par>
                              <p:par>
                                <p:cTn id="27" presetID="22" presetClass="entr" presetSubtype="1" fill="hold" nodeType="withEffect">
                                  <p:stCondLst>
                                    <p:cond delay="300"/>
                                  </p:stCondLst>
                                  <p:childTnLst>
                                    <p:set>
                                      <p:cBhvr>
                                        <p:cTn id="28" dur="1" fill="hold">
                                          <p:stCondLst>
                                            <p:cond delay="0"/>
                                          </p:stCondLst>
                                        </p:cTn>
                                        <p:tgtEl>
                                          <p:spTgt spid="17423"/>
                                        </p:tgtEl>
                                        <p:attrNameLst>
                                          <p:attrName>style.visibility</p:attrName>
                                        </p:attrNameLst>
                                      </p:cBhvr>
                                      <p:to>
                                        <p:strVal val="visible"/>
                                      </p:to>
                                    </p:set>
                                    <p:animEffect>
                                      <p:cBhvr>
                                        <p:cTn id="29" dur="100"/>
                                        <p:tgtEl>
                                          <p:spTgt spid="17423"/>
                                        </p:tgtEl>
                                      </p:cBhvr>
                                    </p:animEffect>
                                  </p:childTnLst>
                                </p:cTn>
                              </p:par>
                              <p:par>
                                <p:cTn id="30" presetID="22" presetClass="exit" presetSubtype="1" fill="hold" nodeType="withEffect">
                                  <p:stCondLst>
                                    <p:cond delay="400"/>
                                  </p:stCondLst>
                                  <p:childTnLst>
                                    <p:animEffect>
                                      <p:cBhvr>
                                        <p:cTn id="31" dur="100"/>
                                        <p:tgtEl>
                                          <p:spTgt spid="17423"/>
                                        </p:tgtEl>
                                      </p:cBhvr>
                                    </p:animEffect>
                                    <p:set>
                                      <p:cBhvr>
                                        <p:cTn id="32" dur="1" fill="hold">
                                          <p:stCondLst>
                                            <p:cond delay="99"/>
                                          </p:stCondLst>
                                        </p:cTn>
                                        <p:tgtEl>
                                          <p:spTgt spid="17423"/>
                                        </p:tgtEl>
                                        <p:attrNameLst>
                                          <p:attrName>style.visibility</p:attrName>
                                        </p:attrNameLst>
                                      </p:cBhvr>
                                      <p:to>
                                        <p:strVal val="hidden"/>
                                      </p:to>
                                    </p:set>
                                  </p:childTnLst>
                                </p:cTn>
                              </p:par>
                              <p:par>
                                <p:cTn id="33" presetID="22" presetClass="entr" presetSubtype="1" fill="hold" nodeType="withEffect">
                                  <p:stCondLst>
                                    <p:cond delay="400"/>
                                  </p:stCondLst>
                                  <p:childTnLst>
                                    <p:set>
                                      <p:cBhvr>
                                        <p:cTn id="34" dur="1" fill="hold">
                                          <p:stCondLst>
                                            <p:cond delay="0"/>
                                          </p:stCondLst>
                                        </p:cTn>
                                        <p:tgtEl>
                                          <p:spTgt spid="17424"/>
                                        </p:tgtEl>
                                        <p:attrNameLst>
                                          <p:attrName>style.visibility</p:attrName>
                                        </p:attrNameLst>
                                      </p:cBhvr>
                                      <p:to>
                                        <p:strVal val="visible"/>
                                      </p:to>
                                    </p:set>
                                    <p:animEffect>
                                      <p:cBhvr>
                                        <p:cTn id="35" dur="100"/>
                                        <p:tgtEl>
                                          <p:spTgt spid="17424"/>
                                        </p:tgtEl>
                                      </p:cBhvr>
                                    </p:animEffect>
                                  </p:childTnLst>
                                </p:cTn>
                              </p:par>
                              <p:par>
                                <p:cTn id="36" presetID="22" presetClass="exit" presetSubtype="1" fill="hold" nodeType="withEffect">
                                  <p:stCondLst>
                                    <p:cond delay="500"/>
                                  </p:stCondLst>
                                  <p:childTnLst>
                                    <p:animEffect>
                                      <p:cBhvr>
                                        <p:cTn id="37" dur="100"/>
                                        <p:tgtEl>
                                          <p:spTgt spid="17424"/>
                                        </p:tgtEl>
                                      </p:cBhvr>
                                    </p:animEffect>
                                    <p:set>
                                      <p:cBhvr>
                                        <p:cTn id="38" dur="1" fill="hold">
                                          <p:stCondLst>
                                            <p:cond delay="99"/>
                                          </p:stCondLst>
                                        </p:cTn>
                                        <p:tgtEl>
                                          <p:spTgt spid="17424"/>
                                        </p:tgtEl>
                                        <p:attrNameLst>
                                          <p:attrName>style.visibility</p:attrName>
                                        </p:attrNameLst>
                                      </p:cBhvr>
                                      <p:to>
                                        <p:strVal val="hidden"/>
                                      </p:to>
                                    </p:set>
                                  </p:childTnLst>
                                </p:cTn>
                              </p:par>
                              <p:par>
                                <p:cTn id="39" presetID="22" presetClass="entr" presetSubtype="8" fill="hold" nodeType="withEffect">
                                  <p:stCondLst>
                                    <p:cond delay="500"/>
                                  </p:stCondLst>
                                  <p:childTnLst>
                                    <p:set>
                                      <p:cBhvr>
                                        <p:cTn id="40" dur="1" fill="hold">
                                          <p:stCondLst>
                                            <p:cond delay="0"/>
                                          </p:stCondLst>
                                        </p:cTn>
                                        <p:tgtEl>
                                          <p:spTgt spid="17421"/>
                                        </p:tgtEl>
                                        <p:attrNameLst>
                                          <p:attrName>style.visibility</p:attrName>
                                        </p:attrNameLst>
                                      </p:cBhvr>
                                      <p:to>
                                        <p:strVal val="visible"/>
                                      </p:to>
                                    </p:set>
                                    <p:animEffect>
                                      <p:cBhvr>
                                        <p:cTn id="41" dur="100"/>
                                        <p:tgtEl>
                                          <p:spTgt spid="17421"/>
                                        </p:tgtEl>
                                      </p:cBhvr>
                                    </p:animEffect>
                                  </p:childTnLst>
                                </p:cTn>
                              </p:par>
                              <p:par>
                                <p:cTn id="42" presetID="22" presetClass="exit" presetSubtype="8" fill="hold" nodeType="withEffect">
                                  <p:stCondLst>
                                    <p:cond delay="600"/>
                                  </p:stCondLst>
                                  <p:childTnLst>
                                    <p:animEffect>
                                      <p:cBhvr>
                                        <p:cTn id="43" dur="100"/>
                                        <p:tgtEl>
                                          <p:spTgt spid="17421"/>
                                        </p:tgtEl>
                                      </p:cBhvr>
                                    </p:animEffect>
                                    <p:set>
                                      <p:cBhvr>
                                        <p:cTn id="44" dur="1" fill="hold">
                                          <p:stCondLst>
                                            <p:cond delay="99"/>
                                          </p:stCondLst>
                                        </p:cTn>
                                        <p:tgtEl>
                                          <p:spTgt spid="17421"/>
                                        </p:tgtEl>
                                        <p:attrNameLst>
                                          <p:attrName>style.visibility</p:attrName>
                                        </p:attrNameLst>
                                      </p:cBhvr>
                                      <p:to>
                                        <p:strVal val="hidden"/>
                                      </p:to>
                                    </p:set>
                                  </p:childTnLst>
                                </p:cTn>
                              </p:par>
                              <p:par>
                                <p:cTn id="45" presetID="22" presetClass="entr" presetSubtype="8" fill="hold" nodeType="withEffect">
                                  <p:stCondLst>
                                    <p:cond delay="600"/>
                                  </p:stCondLst>
                                  <p:childTnLst>
                                    <p:set>
                                      <p:cBhvr>
                                        <p:cTn id="46" dur="1" fill="hold">
                                          <p:stCondLst>
                                            <p:cond delay="0"/>
                                          </p:stCondLst>
                                        </p:cTn>
                                        <p:tgtEl>
                                          <p:spTgt spid="17425"/>
                                        </p:tgtEl>
                                        <p:attrNameLst>
                                          <p:attrName>style.visibility</p:attrName>
                                        </p:attrNameLst>
                                      </p:cBhvr>
                                      <p:to>
                                        <p:strVal val="visible"/>
                                      </p:to>
                                    </p:set>
                                    <p:animEffect>
                                      <p:cBhvr>
                                        <p:cTn id="47" dur="100"/>
                                        <p:tgtEl>
                                          <p:spTgt spid="17425"/>
                                        </p:tgtEl>
                                      </p:cBhvr>
                                    </p:animEffect>
                                  </p:childTnLst>
                                </p:cTn>
                              </p:par>
                              <p:par>
                                <p:cTn id="48" presetID="22" presetClass="exit" presetSubtype="8" fill="hold" nodeType="withEffect">
                                  <p:stCondLst>
                                    <p:cond delay="700"/>
                                  </p:stCondLst>
                                  <p:childTnLst>
                                    <p:animEffect>
                                      <p:cBhvr>
                                        <p:cTn id="49" dur="100"/>
                                        <p:tgtEl>
                                          <p:spTgt spid="17425"/>
                                        </p:tgtEl>
                                      </p:cBhvr>
                                    </p:animEffect>
                                    <p:set>
                                      <p:cBhvr>
                                        <p:cTn id="50" dur="1" fill="hold">
                                          <p:stCondLst>
                                            <p:cond delay="99"/>
                                          </p:stCondLst>
                                        </p:cTn>
                                        <p:tgtEl>
                                          <p:spTgt spid="17425"/>
                                        </p:tgtEl>
                                        <p:attrNameLst>
                                          <p:attrName>style.visibility</p:attrName>
                                        </p:attrNameLst>
                                      </p:cBhvr>
                                      <p:to>
                                        <p:strVal val="hidden"/>
                                      </p:to>
                                    </p:set>
                                  </p:childTnLst>
                                </p:cTn>
                              </p:par>
                              <p:par>
                                <p:cTn id="51" presetID="22" presetClass="entr" presetSubtype="4" fill="hold" nodeType="withEffect">
                                  <p:stCondLst>
                                    <p:cond delay="700"/>
                                  </p:stCondLst>
                                  <p:childTnLst>
                                    <p:set>
                                      <p:cBhvr>
                                        <p:cTn id="52" dur="1" fill="hold">
                                          <p:stCondLst>
                                            <p:cond delay="0"/>
                                          </p:stCondLst>
                                        </p:cTn>
                                        <p:tgtEl>
                                          <p:spTgt spid="17420"/>
                                        </p:tgtEl>
                                        <p:attrNameLst>
                                          <p:attrName>style.visibility</p:attrName>
                                        </p:attrNameLst>
                                      </p:cBhvr>
                                      <p:to>
                                        <p:strVal val="visible"/>
                                      </p:to>
                                    </p:set>
                                    <p:animEffect>
                                      <p:cBhvr>
                                        <p:cTn id="53" dur="100"/>
                                        <p:tgtEl>
                                          <p:spTgt spid="17420"/>
                                        </p:tgtEl>
                                      </p:cBhvr>
                                    </p:animEffect>
                                  </p:childTnLst>
                                </p:cTn>
                              </p:par>
                              <p:par>
                                <p:cTn id="54" presetID="22" presetClass="exit" presetSubtype="4" fill="hold" nodeType="withEffect">
                                  <p:stCondLst>
                                    <p:cond delay="800"/>
                                  </p:stCondLst>
                                  <p:childTnLst>
                                    <p:animEffect>
                                      <p:cBhvr>
                                        <p:cTn id="55" dur="100"/>
                                        <p:tgtEl>
                                          <p:spTgt spid="17420"/>
                                        </p:tgtEl>
                                      </p:cBhvr>
                                    </p:animEffect>
                                    <p:set>
                                      <p:cBhvr>
                                        <p:cTn id="56" dur="1" fill="hold">
                                          <p:stCondLst>
                                            <p:cond delay="99"/>
                                          </p:stCondLst>
                                        </p:cTn>
                                        <p:tgtEl>
                                          <p:spTgt spid="17420"/>
                                        </p:tgtEl>
                                        <p:attrNameLst>
                                          <p:attrName>style.visibility</p:attrName>
                                        </p:attrNameLst>
                                      </p:cBhvr>
                                      <p:to>
                                        <p:strVal val="hidden"/>
                                      </p:to>
                                    </p:set>
                                  </p:childTnLst>
                                </p:cTn>
                              </p:par>
                              <p:par>
                                <p:cTn id="57" presetID="22" presetClass="entr" presetSubtype="4" fill="hold" nodeType="withEffect">
                                  <p:stCondLst>
                                    <p:cond delay="800"/>
                                  </p:stCondLst>
                                  <p:childTnLst>
                                    <p:set>
                                      <p:cBhvr>
                                        <p:cTn id="58" dur="1" fill="hold">
                                          <p:stCondLst>
                                            <p:cond delay="0"/>
                                          </p:stCondLst>
                                        </p:cTn>
                                        <p:tgtEl>
                                          <p:spTgt spid="17418"/>
                                        </p:tgtEl>
                                        <p:attrNameLst>
                                          <p:attrName>style.visibility</p:attrName>
                                        </p:attrNameLst>
                                      </p:cBhvr>
                                      <p:to>
                                        <p:strVal val="visible"/>
                                      </p:to>
                                    </p:set>
                                    <p:animEffect>
                                      <p:cBhvr>
                                        <p:cTn id="59" dur="100"/>
                                        <p:tgtEl>
                                          <p:spTgt spid="17418"/>
                                        </p:tgtEl>
                                      </p:cBhvr>
                                    </p:animEffect>
                                  </p:childTnLst>
                                </p:cTn>
                              </p:par>
                              <p:par>
                                <p:cTn id="60" presetID="22" presetClass="entr" presetSubtype="8" fill="hold" nodeType="withEffect">
                                  <p:stCondLst>
                                    <p:cond delay="850"/>
                                  </p:stCondLst>
                                  <p:childTnLst>
                                    <p:set>
                                      <p:cBhvr>
                                        <p:cTn id="61" dur="1" fill="hold">
                                          <p:stCondLst>
                                            <p:cond delay="0"/>
                                          </p:stCondLst>
                                        </p:cTn>
                                        <p:tgtEl>
                                          <p:spTgt spid="17426"/>
                                        </p:tgtEl>
                                        <p:attrNameLst>
                                          <p:attrName>style.visibility</p:attrName>
                                        </p:attrNameLst>
                                      </p:cBhvr>
                                      <p:to>
                                        <p:strVal val="visible"/>
                                      </p:to>
                                    </p:set>
                                    <p:animEffect>
                                      <p:cBhvr>
                                        <p:cTn id="62" dur="100"/>
                                        <p:tgtEl>
                                          <p:spTgt spid="17426"/>
                                        </p:tgtEl>
                                      </p:cBhvr>
                                    </p:animEffect>
                                  </p:childTnLst>
                                </p:cTn>
                              </p:par>
                              <p:par>
                                <p:cTn id="63" presetID="16" presetClass="entr" presetSubtype="42" fill="hold" nodeType="withEffect">
                                  <p:stCondLst>
                                    <p:cond delay="960"/>
                                  </p:stCondLst>
                                  <p:childTnLst>
                                    <p:set>
                                      <p:cBhvr>
                                        <p:cTn id="64" dur="1" fill="hold">
                                          <p:stCondLst>
                                            <p:cond delay="0"/>
                                          </p:stCondLst>
                                        </p:cTn>
                                        <p:tgtEl>
                                          <p:spTgt spid="17427"/>
                                        </p:tgtEl>
                                        <p:attrNameLst>
                                          <p:attrName>style.visibility</p:attrName>
                                        </p:attrNameLst>
                                      </p:cBhvr>
                                      <p:to>
                                        <p:strVal val="visible"/>
                                      </p:to>
                                    </p:set>
                                    <p:animEffect>
                                      <p:cBhvr>
                                        <p:cTn id="65" dur="100"/>
                                        <p:tgtEl>
                                          <p:spTgt spid="17427"/>
                                        </p:tgtEl>
                                      </p:cBhvr>
                                    </p:animEffect>
                                  </p:childTnLst>
                                </p:cTn>
                              </p:par>
                            </p:childTnLst>
                          </p:cTn>
                        </p:par>
                        <p:par>
                          <p:cTn id="66" fill="hold">
                            <p:stCondLst>
                              <p:cond delay="1500"/>
                            </p:stCondLst>
                            <p:childTnLst>
                              <p:par>
                                <p:cTn id="67" presetID="22" presetClass="entr" presetSubtype="8" fill="hold" grpId="0" nodeType="afterEffect">
                                  <p:stCondLst>
                                    <p:cond delay="0"/>
                                  </p:stCondLst>
                                  <p:childTnLst>
                                    <p:set>
                                      <p:cBhvr>
                                        <p:cTn id="68" dur="1" fill="hold">
                                          <p:stCondLst>
                                            <p:cond delay="0"/>
                                          </p:stCondLst>
                                        </p:cTn>
                                        <p:tgtEl>
                                          <p:spTgt spid="17429"/>
                                        </p:tgtEl>
                                        <p:attrNameLst>
                                          <p:attrName>style.visibility</p:attrName>
                                        </p:attrNameLst>
                                      </p:cBhvr>
                                      <p:to>
                                        <p:strVal val="visible"/>
                                      </p:to>
                                    </p:set>
                                    <p:animEffect>
                                      <p:cBhvr>
                                        <p:cTn id="69" dur="500"/>
                                        <p:tgtEl>
                                          <p:spTgt spid="17429"/>
                                        </p:tgtEl>
                                      </p:cBhvr>
                                    </p:animEffect>
                                  </p:childTnLst>
                                </p:cTn>
                              </p:par>
                            </p:childTnLst>
                          </p:cTn>
                        </p:par>
                        <p:par>
                          <p:cTn id="70" fill="hold">
                            <p:stCondLst>
                              <p:cond delay="2000"/>
                            </p:stCondLst>
                            <p:childTnLst>
                              <p:par>
                                <p:cTn id="71" presetID="22" presetClass="entr" presetSubtype="8" fill="hold" grpId="0" nodeType="afterEffect">
                                  <p:stCondLst>
                                    <p:cond delay="0"/>
                                  </p:stCondLst>
                                  <p:childTnLst>
                                    <p:set>
                                      <p:cBhvr>
                                        <p:cTn id="72" dur="1" fill="hold">
                                          <p:stCondLst>
                                            <p:cond delay="0"/>
                                          </p:stCondLst>
                                        </p:cTn>
                                        <p:tgtEl>
                                          <p:spTgt spid="17430"/>
                                        </p:tgtEl>
                                        <p:attrNameLst>
                                          <p:attrName>style.visibility</p:attrName>
                                        </p:attrNameLst>
                                      </p:cBhvr>
                                      <p:to>
                                        <p:strVal val="visible"/>
                                      </p:to>
                                    </p:set>
                                    <p:animEffect>
                                      <p:cBhvr>
                                        <p:cTn id="73" dur="500"/>
                                        <p:tgtEl>
                                          <p:spTgt spid="17430"/>
                                        </p:tgtEl>
                                      </p:cBhvr>
                                    </p:animEffect>
                                  </p:childTnLst>
                                </p:cTn>
                              </p:par>
                            </p:childTnLst>
                          </p:cTn>
                        </p:par>
                        <p:par>
                          <p:cTn id="74" fill="hold">
                            <p:stCondLst>
                              <p:cond delay="2500"/>
                            </p:stCondLst>
                            <p:childTnLst>
                              <p:par>
                                <p:cTn id="75" presetID="22" presetClass="entr" presetSubtype="8" fill="hold" grpId="0" nodeType="afterEffect">
                                  <p:stCondLst>
                                    <p:cond delay="0"/>
                                  </p:stCondLst>
                                  <p:childTnLst>
                                    <p:set>
                                      <p:cBhvr>
                                        <p:cTn id="76" dur="1" fill="hold">
                                          <p:stCondLst>
                                            <p:cond delay="0"/>
                                          </p:stCondLst>
                                        </p:cTn>
                                        <p:tgtEl>
                                          <p:spTgt spid="17431"/>
                                        </p:tgtEl>
                                        <p:attrNameLst>
                                          <p:attrName>style.visibility</p:attrName>
                                        </p:attrNameLst>
                                      </p:cBhvr>
                                      <p:to>
                                        <p:strVal val="visible"/>
                                      </p:to>
                                    </p:set>
                                    <p:animEffect>
                                      <p:cBhvr>
                                        <p:cTn id="77" dur="500"/>
                                        <p:tgtEl>
                                          <p:spTgt spid="17431"/>
                                        </p:tgtEl>
                                      </p:cBhvr>
                                    </p:animEffect>
                                  </p:childTnLst>
                                </p:cTn>
                              </p:par>
                            </p:childTnLst>
                          </p:cTn>
                        </p:par>
                        <p:par>
                          <p:cTn id="78" fill="hold">
                            <p:stCondLst>
                              <p:cond delay="3000"/>
                            </p:stCondLst>
                            <p:childTnLst>
                              <p:par>
                                <p:cTn id="79" presetID="22" presetClass="entr" presetSubtype="8" fill="hold" grpId="0" nodeType="afterEffect">
                                  <p:stCondLst>
                                    <p:cond delay="0"/>
                                  </p:stCondLst>
                                  <p:childTnLst>
                                    <p:set>
                                      <p:cBhvr>
                                        <p:cTn id="80" dur="1" fill="hold">
                                          <p:stCondLst>
                                            <p:cond delay="0"/>
                                          </p:stCondLst>
                                        </p:cTn>
                                        <p:tgtEl>
                                          <p:spTgt spid="17432"/>
                                        </p:tgtEl>
                                        <p:attrNameLst>
                                          <p:attrName>style.visibility</p:attrName>
                                        </p:attrNameLst>
                                      </p:cBhvr>
                                      <p:to>
                                        <p:strVal val="visible"/>
                                      </p:to>
                                    </p:set>
                                    <p:animEffect>
                                      <p:cBhvr>
                                        <p:cTn id="81" dur="500"/>
                                        <p:tgtEl>
                                          <p:spTgt spid="17432"/>
                                        </p:tgtEl>
                                      </p:cBhvr>
                                    </p:animEffect>
                                  </p:childTnLst>
                                </p:cTn>
                              </p:par>
                            </p:childTnLst>
                          </p:cTn>
                        </p:par>
                        <p:par>
                          <p:cTn id="82" fill="hold">
                            <p:stCondLst>
                              <p:cond delay="3500"/>
                            </p:stCondLst>
                            <p:childTnLst>
                              <p:par>
                                <p:cTn id="83" presetID="22" presetClass="entr" presetSubtype="8" fill="hold" grpId="0" nodeType="afterEffect">
                                  <p:stCondLst>
                                    <p:cond delay="0"/>
                                  </p:stCondLst>
                                  <p:childTnLst>
                                    <p:set>
                                      <p:cBhvr>
                                        <p:cTn id="84" dur="1" fill="hold">
                                          <p:stCondLst>
                                            <p:cond delay="0"/>
                                          </p:stCondLst>
                                        </p:cTn>
                                        <p:tgtEl>
                                          <p:spTgt spid="17434"/>
                                        </p:tgtEl>
                                        <p:attrNameLst>
                                          <p:attrName>style.visibility</p:attrName>
                                        </p:attrNameLst>
                                      </p:cBhvr>
                                      <p:to>
                                        <p:strVal val="visible"/>
                                      </p:to>
                                    </p:set>
                                    <p:animEffect>
                                      <p:cBhvr>
                                        <p:cTn id="85" dur="500"/>
                                        <p:tgtEl>
                                          <p:spTgt spid="17434"/>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17433"/>
                                        </p:tgtEl>
                                        <p:attrNameLst>
                                          <p:attrName>style.visibility</p:attrName>
                                        </p:attrNameLst>
                                      </p:cBhvr>
                                      <p:to>
                                        <p:strVal val="visible"/>
                                      </p:to>
                                    </p:set>
                                    <p:animEffect>
                                      <p:cBhvr>
                                        <p:cTn id="90" dur="1000"/>
                                        <p:tgtEl>
                                          <p:spTgt spid="17433"/>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grpId="0" nodeType="clickEffect">
                                  <p:stCondLst>
                                    <p:cond delay="0"/>
                                  </p:stCondLst>
                                  <p:childTnLst>
                                    <p:set>
                                      <p:cBhvr>
                                        <p:cTn id="94" dur="1" fill="hold">
                                          <p:stCondLst>
                                            <p:cond delay="0"/>
                                          </p:stCondLst>
                                        </p:cTn>
                                        <p:tgtEl>
                                          <p:spTgt spid="17438"/>
                                        </p:tgtEl>
                                        <p:attrNameLst>
                                          <p:attrName>style.visibility</p:attrName>
                                        </p:attrNameLst>
                                      </p:cBhvr>
                                      <p:to>
                                        <p:strVal val="visible"/>
                                      </p:to>
                                    </p:set>
                                    <p:animEffect>
                                      <p:cBhvr>
                                        <p:cTn id="95" dur="1000"/>
                                        <p:tgtEl>
                                          <p:spTgt spid="17438"/>
                                        </p:tgtEl>
                                      </p:cBhvr>
                                    </p:animEffect>
                                  </p:childTnLst>
                                </p:cTn>
                              </p:par>
                            </p:childTnLst>
                          </p:cTn>
                        </p:par>
                      </p:childTnLst>
                    </p:cTn>
                  </p:par>
                  <p:par>
                    <p:cTn id="96" fill="hold">
                      <p:stCondLst>
                        <p:cond delay="indefinite"/>
                      </p:stCondLst>
                      <p:childTnLst>
                        <p:par>
                          <p:cTn id="97" fill="hold">
                            <p:stCondLst>
                              <p:cond delay="0"/>
                            </p:stCondLst>
                            <p:childTnLst>
                              <p:par>
                                <p:cTn id="98" presetID="10" presetClass="entr" presetSubtype="0" fill="hold" grpId="0" nodeType="clickEffect">
                                  <p:stCondLst>
                                    <p:cond delay="0"/>
                                  </p:stCondLst>
                                  <p:childTnLst>
                                    <p:set>
                                      <p:cBhvr>
                                        <p:cTn id="99" dur="1" fill="hold">
                                          <p:stCondLst>
                                            <p:cond delay="0"/>
                                          </p:stCondLst>
                                        </p:cTn>
                                        <p:tgtEl>
                                          <p:spTgt spid="17439"/>
                                        </p:tgtEl>
                                        <p:attrNameLst>
                                          <p:attrName>style.visibility</p:attrName>
                                        </p:attrNameLst>
                                      </p:cBhvr>
                                      <p:to>
                                        <p:strVal val="visible"/>
                                      </p:to>
                                    </p:set>
                                    <p:animEffect>
                                      <p:cBhvr>
                                        <p:cTn id="100" dur="1000"/>
                                        <p:tgtEl>
                                          <p:spTgt spid="17439"/>
                                        </p:tgtEl>
                                      </p:cBhvr>
                                    </p:animEffect>
                                  </p:childTnLst>
                                </p:cTn>
                              </p:par>
                            </p:childTnLst>
                          </p:cTn>
                        </p:par>
                      </p:childTnLst>
                    </p:cTn>
                  </p:par>
                  <p:par>
                    <p:cTn id="101" fill="hold">
                      <p:stCondLst>
                        <p:cond delay="indefinite"/>
                      </p:stCondLst>
                      <p:childTnLst>
                        <p:par>
                          <p:cTn id="102" fill="hold">
                            <p:stCondLst>
                              <p:cond delay="0"/>
                            </p:stCondLst>
                            <p:childTnLst>
                              <p:par>
                                <p:cTn id="103" presetID="10" presetClass="entr" presetSubtype="0" fill="hold" grpId="0" nodeType="clickEffect">
                                  <p:stCondLst>
                                    <p:cond delay="0"/>
                                  </p:stCondLst>
                                  <p:childTnLst>
                                    <p:set>
                                      <p:cBhvr>
                                        <p:cTn id="104" dur="1" fill="hold">
                                          <p:stCondLst>
                                            <p:cond delay="0"/>
                                          </p:stCondLst>
                                        </p:cTn>
                                        <p:tgtEl>
                                          <p:spTgt spid="17440"/>
                                        </p:tgtEl>
                                        <p:attrNameLst>
                                          <p:attrName>style.visibility</p:attrName>
                                        </p:attrNameLst>
                                      </p:cBhvr>
                                      <p:to>
                                        <p:strVal val="visible"/>
                                      </p:to>
                                    </p:set>
                                    <p:animEffect>
                                      <p:cBhvr>
                                        <p:cTn id="105" dur="1000"/>
                                        <p:tgtEl>
                                          <p:spTgt spid="17440"/>
                                        </p:tgtEl>
                                      </p:cBhvr>
                                    </p:animEffect>
                                  </p:childTnLst>
                                </p:cTn>
                              </p:par>
                            </p:childTnLst>
                          </p:cTn>
                        </p:par>
                      </p:childTnLst>
                    </p:cTn>
                  </p:par>
                  <p:par>
                    <p:cTn id="106" fill="hold">
                      <p:stCondLst>
                        <p:cond delay="indefinite"/>
                      </p:stCondLst>
                      <p:childTnLst>
                        <p:par>
                          <p:cTn id="107" fill="hold">
                            <p:stCondLst>
                              <p:cond delay="0"/>
                            </p:stCondLst>
                            <p:childTnLst>
                              <p:par>
                                <p:cTn id="108" presetID="10" presetClass="entr" presetSubtype="0" fill="hold" grpId="0" nodeType="clickEffect">
                                  <p:stCondLst>
                                    <p:cond delay="0"/>
                                  </p:stCondLst>
                                  <p:childTnLst>
                                    <p:set>
                                      <p:cBhvr>
                                        <p:cTn id="109" dur="1" fill="hold">
                                          <p:stCondLst>
                                            <p:cond delay="0"/>
                                          </p:stCondLst>
                                        </p:cTn>
                                        <p:tgtEl>
                                          <p:spTgt spid="17441"/>
                                        </p:tgtEl>
                                        <p:attrNameLst>
                                          <p:attrName>style.visibility</p:attrName>
                                        </p:attrNameLst>
                                      </p:cBhvr>
                                      <p:to>
                                        <p:strVal val="visible"/>
                                      </p:to>
                                    </p:set>
                                    <p:animEffect>
                                      <p:cBhvr>
                                        <p:cTn id="110" dur="1000"/>
                                        <p:tgtEl>
                                          <p:spTgt spid="174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29" grpId="0" bldLvl="0" animBg="1" autoUpdateAnimBg="0"/>
      <p:bldP spid="17430" grpId="0" bldLvl="0" animBg="1" autoUpdateAnimBg="0"/>
      <p:bldP spid="17431" grpId="0" bldLvl="0" animBg="1" autoUpdateAnimBg="0"/>
      <p:bldP spid="17432" grpId="0" bldLvl="0" animBg="1" autoUpdateAnimBg="0"/>
      <p:bldP spid="17433" grpId="0" bldLvl="0" animBg="1" autoUpdateAnimBg="0"/>
      <p:bldP spid="17434" grpId="0" bldLvl="0" animBg="1" autoUpdateAnimBg="0"/>
      <p:bldP spid="17438" grpId="0" bldLvl="0" animBg="1" autoUpdateAnimBg="0"/>
      <p:bldP spid="17439" grpId="0" bldLvl="0" animBg="1" autoUpdateAnimBg="0"/>
      <p:bldP spid="17440" grpId="0" bldLvl="0" animBg="1" autoUpdateAnimBg="0"/>
      <p:bldP spid="17441" grpId="0" bldLvl="0" animBg="1"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descr="C:\Users\iamisis\Desktop\0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17" y="27518"/>
            <a:ext cx="12192000" cy="6860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3" name="11 Imag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19267" y="6411384"/>
            <a:ext cx="482600" cy="404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4" name="12 Imag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87617" y="6411384"/>
            <a:ext cx="480483" cy="404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14 CuadroTexto"/>
          <p:cNvSpPr>
            <a:spLocks noChangeArrowheads="1"/>
          </p:cNvSpPr>
          <p:nvPr/>
        </p:nvSpPr>
        <p:spPr bwMode="auto">
          <a:xfrm>
            <a:off x="10619317" y="6426200"/>
            <a:ext cx="35939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r>
              <a:rPr lang="zh-CN" altLang="zh-CN" sz="1600" b="1" i="1">
                <a:solidFill>
                  <a:srgbClr val="FFFFFF"/>
                </a:solidFill>
                <a:latin typeface="Calibri" panose="020F0502020204030204" pitchFamily="34" charset="0"/>
                <a:ea typeface="MS PGothic" panose="020B0600070205080204" pitchFamily="34" charset="-128"/>
                <a:sym typeface="MS PGothic" panose="020B0600070205080204" pitchFamily="34" charset="-128"/>
              </a:rPr>
              <a:t>of</a:t>
            </a:r>
            <a:endParaRPr lang="zh-CN" altLang="zh-CN" sz="1600" b="1" i="1">
              <a:solidFill>
                <a:srgbClr val="FFFFFF"/>
              </a:solidFill>
              <a:latin typeface="Calibri" panose="020F0502020204030204" pitchFamily="34" charset="0"/>
              <a:ea typeface="MS PGothic" panose="020B0600070205080204" pitchFamily="34" charset="-128"/>
              <a:sym typeface="MS PGothic" panose="020B0600070205080204" pitchFamily="34" charset="-128"/>
            </a:endParaRPr>
          </a:p>
        </p:txBody>
      </p:sp>
      <p:sp>
        <p:nvSpPr>
          <p:cNvPr id="20486" name="15 CuadroTexto"/>
          <p:cNvSpPr>
            <a:spLocks noChangeArrowheads="1"/>
          </p:cNvSpPr>
          <p:nvPr/>
        </p:nvSpPr>
        <p:spPr bwMode="auto">
          <a:xfrm>
            <a:off x="11035565" y="6426200"/>
            <a:ext cx="39305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1600" b="1">
                <a:solidFill>
                  <a:srgbClr val="FFFFFF"/>
                </a:solidFill>
                <a:latin typeface="Calibri" panose="020F0502020204030204" pitchFamily="34" charset="0"/>
                <a:sym typeface="Calibri" panose="020F0502020204030204" pitchFamily="34" charset="0"/>
              </a:rPr>
              <a:t>21</a:t>
            </a:r>
            <a:endParaRPr lang="zh-CN" altLang="zh-CN" sz="1600" b="1">
              <a:solidFill>
                <a:srgbClr val="FFFFFF"/>
              </a:solidFill>
              <a:latin typeface="Calibri" panose="020F0502020204030204" pitchFamily="34" charset="0"/>
              <a:ea typeface="MS PGothic" panose="020B0600070205080204" pitchFamily="34" charset="-128"/>
              <a:sym typeface="MS PGothic" panose="020B0600070205080204" pitchFamily="34" charset="-128"/>
            </a:endParaRPr>
          </a:p>
        </p:txBody>
      </p:sp>
      <p:pic>
        <p:nvPicPr>
          <p:cNvPr id="20487" name="Imagen 6" descr="C:\Users\Design\Documents\Edu\Product Launch\btns.png">
            <a:hlinkClick r:id="" action="ppaction://hlinkshowjump?jump=nex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521018" y="6493933"/>
            <a:ext cx="234949" cy="237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8" name="Imagen 6" descr="C:\Users\Design\Documents\Edu\Product Launch\btns.png">
            <a:hlinkClick r:id="" action="ppaction://hlinkshowjump?jump=previousslid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8118" y="6493933"/>
            <a:ext cx="234949" cy="237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9" name="4 CuadroTexto"/>
          <p:cNvSpPr>
            <a:spLocks noChangeArrowheads="1"/>
          </p:cNvSpPr>
          <p:nvPr/>
        </p:nvSpPr>
        <p:spPr bwMode="auto">
          <a:xfrm>
            <a:off x="5166901" y="6421967"/>
            <a:ext cx="185820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zh-CN" altLang="zh-CN" sz="1600" b="1">
                <a:solidFill>
                  <a:srgbClr val="FFFFFF"/>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z="1600" b="1">
                <a:solidFill>
                  <a:srgbClr val="FFFFFF"/>
                </a:solidFill>
                <a:latin typeface="微软雅黑" panose="020B0503020204020204" pitchFamily="34" charset="-122"/>
                <a:ea typeface="微软雅黑" panose="020B0503020204020204" pitchFamily="34" charset="-122"/>
                <a:sym typeface="宋体" panose="02010600030101010101" pitchFamily="2" charset="-122"/>
              </a:rPr>
              <a:t>软件配置管理</a:t>
            </a:r>
            <a:endParaRPr lang="zh-CN" altLang="zh-CN" sz="1600" b="1">
              <a:solidFill>
                <a:srgbClr val="FFFFFF"/>
              </a:solidFill>
              <a:latin typeface="微软雅黑" panose="020B0503020204020204" pitchFamily="34" charset="-122"/>
              <a:ea typeface="微软雅黑" panose="020B0503020204020204" pitchFamily="34" charset="-122"/>
              <a:sym typeface="MS PGothic" panose="020B0600070205080204" pitchFamily="34" charset="-128"/>
            </a:endParaRPr>
          </a:p>
        </p:txBody>
      </p:sp>
      <p:sp>
        <p:nvSpPr>
          <p:cNvPr id="7180" name="内容占位符 2"/>
          <p:cNvSpPr>
            <a:spLocks noGrp="1" noChangeArrowheads="1"/>
          </p:cNvSpPr>
          <p:nvPr>
            <p:ph idx="4294967295"/>
          </p:nvPr>
        </p:nvSpPr>
        <p:spPr>
          <a:xfrm>
            <a:off x="692151" y="1718734"/>
            <a:ext cx="10009716" cy="2937933"/>
          </a:xfrm>
        </p:spPr>
        <p:txBody>
          <a:bodyPr/>
          <a:lstStyle/>
          <a:p>
            <a:pPr eaLnBrk="1" hangingPunct="1"/>
            <a:r>
              <a:rPr lang="zh-CN" altLang="en-US" sz="2665">
                <a:latin typeface="微软雅黑" panose="020B0503020204020204" pitchFamily="34" charset="-122"/>
                <a:ea typeface="微软雅黑" panose="020B0503020204020204" pitchFamily="34" charset="-122"/>
              </a:rPr>
              <a:t>所有这些都意味着构造计算机软件时</a:t>
            </a:r>
            <a:r>
              <a:rPr lang="zh-CN" altLang="en-US" sz="2665">
                <a:solidFill>
                  <a:srgbClr val="03AEDA"/>
                </a:solidFill>
                <a:latin typeface="微软雅黑" panose="020B0503020204020204" pitchFamily="34" charset="-122"/>
                <a:ea typeface="微软雅黑" panose="020B0503020204020204" pitchFamily="34" charset="-122"/>
              </a:rPr>
              <a:t>变更</a:t>
            </a:r>
            <a:r>
              <a:rPr lang="zh-CN" altLang="en-US" sz="2665">
                <a:latin typeface="微软雅黑" panose="020B0503020204020204" pitchFamily="34" charset="-122"/>
                <a:ea typeface="微软雅黑" panose="020B0503020204020204" pitchFamily="34" charset="-122"/>
              </a:rPr>
              <a:t>是不可避免的，而且变更导致参与项目的软件工程师陷入更大的</a:t>
            </a:r>
            <a:r>
              <a:rPr lang="zh-CN" altLang="en-US" sz="2665">
                <a:solidFill>
                  <a:srgbClr val="03AEDA"/>
                </a:solidFill>
                <a:latin typeface="微软雅黑" panose="020B0503020204020204" pitchFamily="34" charset="-122"/>
                <a:ea typeface="微软雅黑" panose="020B0503020204020204" pitchFamily="34" charset="-122"/>
              </a:rPr>
              <a:t>混乱</a:t>
            </a:r>
            <a:r>
              <a:rPr lang="zh-CN" altLang="en-US" sz="2665">
                <a:latin typeface="微软雅黑" panose="020B0503020204020204" pitchFamily="34" charset="-122"/>
                <a:ea typeface="微软雅黑" panose="020B0503020204020204" pitchFamily="34" charset="-122"/>
              </a:rPr>
              <a:t>。</a:t>
            </a:r>
            <a:endParaRPr lang="zh-CN" altLang="en-US" sz="2665">
              <a:latin typeface="微软雅黑" panose="020B0503020204020204" pitchFamily="34" charset="-122"/>
              <a:ea typeface="微软雅黑" panose="020B0503020204020204" pitchFamily="34" charset="-122"/>
            </a:endParaRPr>
          </a:p>
          <a:p>
            <a:pPr eaLnBrk="1" hangingPunct="1"/>
            <a:r>
              <a:rPr lang="zh-CN" altLang="en-US" sz="2665">
                <a:latin typeface="微软雅黑" panose="020B0503020204020204" pitchFamily="34" charset="-122"/>
                <a:ea typeface="微软雅黑" panose="020B0503020204020204" pitchFamily="34" charset="-122"/>
              </a:rPr>
              <a:t>对变更不加以分析和记录就去实现，就造成了混乱。变更在实施之前应该告知所有需要知道的人（测试人员、最终用户等）。</a:t>
            </a:r>
            <a:endParaRPr lang="en-US" altLang="zh-CN" sz="2665">
              <a:latin typeface="微软雅黑" panose="020B0503020204020204" pitchFamily="34" charset="-122"/>
              <a:ea typeface="微软雅黑" panose="020B0503020204020204" pitchFamily="34" charset="-122"/>
            </a:endParaRPr>
          </a:p>
          <a:p>
            <a:pPr eaLnBrk="1" hangingPunct="1"/>
            <a:r>
              <a:rPr lang="zh-CN" altLang="en-US" sz="2665">
                <a:latin typeface="微软雅黑" panose="020B0503020204020204" pitchFamily="34" charset="-122"/>
                <a:ea typeface="微软雅黑" panose="020B0503020204020204" pitchFamily="34" charset="-122"/>
              </a:rPr>
              <a:t>因此，变更应该以一种能提高交付质量和减少错误的方式加以</a:t>
            </a:r>
            <a:r>
              <a:rPr lang="zh-CN" altLang="en-US" sz="2665">
                <a:solidFill>
                  <a:srgbClr val="03AEDA"/>
                </a:solidFill>
                <a:latin typeface="微软雅黑" panose="020B0503020204020204" pitchFamily="34" charset="-122"/>
                <a:ea typeface="微软雅黑" panose="020B0503020204020204" pitchFamily="34" charset="-122"/>
              </a:rPr>
              <a:t>控制</a:t>
            </a:r>
            <a:r>
              <a:rPr lang="zh-CN" altLang="en-US" sz="2665">
                <a:latin typeface="微软雅黑" panose="020B0503020204020204" pitchFamily="34" charset="-122"/>
                <a:ea typeface="微软雅黑" panose="020B0503020204020204" pitchFamily="34" charset="-122"/>
              </a:rPr>
              <a:t>。</a:t>
            </a:r>
            <a:endParaRPr lang="zh-CN" altLang="en-US" sz="2665">
              <a:latin typeface="微软雅黑" panose="020B0503020204020204" pitchFamily="34" charset="-122"/>
              <a:ea typeface="微软雅黑" panose="020B0503020204020204" pitchFamily="34" charset="-122"/>
            </a:endParaRPr>
          </a:p>
        </p:txBody>
      </p:sp>
      <p:sp>
        <p:nvSpPr>
          <p:cNvPr id="20491" name="13 CuadroTexto"/>
          <p:cNvSpPr>
            <a:spLocks noChangeArrowheads="1"/>
          </p:cNvSpPr>
          <p:nvPr/>
        </p:nvSpPr>
        <p:spPr bwMode="auto">
          <a:xfrm>
            <a:off x="10305554" y="6430434"/>
            <a:ext cx="28886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1600" b="1">
                <a:solidFill>
                  <a:srgbClr val="04AEDA"/>
                </a:solidFill>
                <a:latin typeface="Calibri" panose="020F0502020204030204" pitchFamily="34" charset="0"/>
                <a:sym typeface="Calibri" panose="020F0502020204030204" pitchFamily="34" charset="0"/>
              </a:rPr>
              <a:t>5</a:t>
            </a:r>
            <a:endParaRPr lang="zh-CN" altLang="en-US" sz="1600" b="1">
              <a:solidFill>
                <a:srgbClr val="04AEDA"/>
              </a:solidFill>
              <a:latin typeface="Calibri" panose="020F0502020204030204" pitchFamily="34" charset="0"/>
              <a:ea typeface="MS PGothic" panose="020B0600070205080204" pitchFamily="34" charset="-128"/>
              <a:sym typeface="MS PGothic" panose="020B0600070205080204" pitchFamily="34" charset="-128"/>
            </a:endParaRPr>
          </a:p>
        </p:txBody>
      </p:sp>
      <p:sp>
        <p:nvSpPr>
          <p:cNvPr id="20492" name="直接连接符 9"/>
          <p:cNvSpPr>
            <a:spLocks noChangeShapeType="1"/>
          </p:cNvSpPr>
          <p:nvPr/>
        </p:nvSpPr>
        <p:spPr bwMode="auto">
          <a:xfrm flipH="1">
            <a:off x="285751" y="749300"/>
            <a:ext cx="4129616" cy="0"/>
          </a:xfrm>
          <a:prstGeom prst="line">
            <a:avLst/>
          </a:prstGeom>
          <a:noFill/>
          <a:ln w="9525">
            <a:solidFill>
              <a:srgbClr val="00B0F0"/>
            </a:solidFill>
            <a:bevel/>
          </a:ln>
          <a:extLst>
            <a:ext uri="{909E8E84-426E-40DD-AFC4-6F175D3DCCD1}">
              <a14:hiddenFill xmlns:a14="http://schemas.microsoft.com/office/drawing/2010/main">
                <a:noFill/>
              </a14:hiddenFill>
            </a:ext>
          </a:extLst>
        </p:spPr>
        <p:txBody>
          <a:bodyPr/>
          <a:lstStyle/>
          <a:p>
            <a:pPr defTabSz="1219200" eaLnBrk="0" fontAlgn="base" hangingPunct="0">
              <a:spcBef>
                <a:spcPct val="0"/>
              </a:spcBef>
              <a:spcAft>
                <a:spcPct val="0"/>
              </a:spcAft>
            </a:pPr>
            <a:endParaRPr lang="zh-CN" altLang="en-US" sz="2400">
              <a:solidFill>
                <a:srgbClr val="000000"/>
              </a:solidFill>
              <a:latin typeface="Arial" panose="020B0604020202020204" pitchFamily="34" charset="0"/>
              <a:ea typeface="宋体" panose="02010600030101010101" pitchFamily="2" charset="-122"/>
            </a:endParaRPr>
          </a:p>
        </p:txBody>
      </p:sp>
      <p:sp>
        <p:nvSpPr>
          <p:cNvPr id="20493" name="Rectangle 7"/>
          <p:cNvSpPr>
            <a:spLocks noChangeArrowheads="1"/>
          </p:cNvSpPr>
          <p:nvPr/>
        </p:nvSpPr>
        <p:spPr bwMode="auto">
          <a:xfrm>
            <a:off x="0" y="698500"/>
            <a:ext cx="287867" cy="95251"/>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endParaRPr lang="zh-CN" altLang="zh-CN" sz="2400">
              <a:solidFill>
                <a:srgbClr val="000000"/>
              </a:solidFill>
              <a:latin typeface="Calibri" panose="020F0502020204030204" pitchFamily="34" charset="0"/>
              <a:sym typeface="宋体" panose="02010600030101010101" pitchFamily="2" charset="-122"/>
            </a:endParaRPr>
          </a:p>
        </p:txBody>
      </p:sp>
      <p:sp>
        <p:nvSpPr>
          <p:cNvPr id="20494" name="TextBox 5"/>
          <p:cNvSpPr>
            <a:spLocks noChangeArrowheads="1"/>
          </p:cNvSpPr>
          <p:nvPr/>
        </p:nvSpPr>
        <p:spPr bwMode="auto">
          <a:xfrm>
            <a:off x="747185" y="258234"/>
            <a:ext cx="3407833" cy="52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lnSpc>
                <a:spcPts val="3415"/>
              </a:lnSpc>
              <a:spcBef>
                <a:spcPct val="0"/>
              </a:spcBef>
              <a:spcAft>
                <a:spcPct val="0"/>
              </a:spcAft>
            </a:pPr>
            <a:r>
              <a:rPr lang="zh-CN" altLang="en-US" sz="2665">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为什么要有配置管理</a:t>
            </a:r>
            <a:endParaRPr lang="en-US" altLang="zh-CN" sz="2665">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7180">
                                            <p:txEl>
                                              <p:pRg st="0" end="0"/>
                                            </p:txEl>
                                          </p:spTgt>
                                        </p:tgtEl>
                                        <p:attrNameLst>
                                          <p:attrName>style.visibility</p:attrName>
                                        </p:attrNameLst>
                                      </p:cBhvr>
                                      <p:to>
                                        <p:strVal val="visible"/>
                                      </p:to>
                                    </p:set>
                                    <p:animEffect>
                                      <p:cBhvr>
                                        <p:cTn id="7" dur="500"/>
                                        <p:tgtEl>
                                          <p:spTgt spid="7180">
                                            <p:txEl>
                                              <p:pRg st="0" end="0"/>
                                            </p:txEl>
                                          </p:spTgt>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7180">
                                            <p:txEl>
                                              <p:pRg st="1" end="1"/>
                                            </p:txEl>
                                          </p:spTgt>
                                        </p:tgtEl>
                                        <p:attrNameLst>
                                          <p:attrName>style.visibility</p:attrName>
                                        </p:attrNameLst>
                                      </p:cBhvr>
                                      <p:to>
                                        <p:strVal val="visible"/>
                                      </p:to>
                                    </p:set>
                                    <p:animEffect>
                                      <p:cBhvr>
                                        <p:cTn id="11" dur="500"/>
                                        <p:tgtEl>
                                          <p:spTgt spid="7180">
                                            <p:txEl>
                                              <p:pRg st="1" end="1"/>
                                            </p:txEl>
                                          </p:spTgt>
                                        </p:tgtEl>
                                      </p:cBhvr>
                                    </p:animEffect>
                                  </p:childTnLst>
                                </p:cTn>
                              </p:par>
                            </p:childTnLst>
                          </p:cTn>
                        </p:par>
                        <p:par>
                          <p:cTn id="12" fill="hold">
                            <p:stCondLst>
                              <p:cond delay="1000"/>
                            </p:stCondLst>
                            <p:childTnLst>
                              <p:par>
                                <p:cTn id="13" presetID="14" presetClass="entr" presetSubtype="10" fill="hold" grpId="0" nodeType="afterEffect">
                                  <p:stCondLst>
                                    <p:cond delay="0"/>
                                  </p:stCondLst>
                                  <p:childTnLst>
                                    <p:set>
                                      <p:cBhvr>
                                        <p:cTn id="14" dur="1" fill="hold">
                                          <p:stCondLst>
                                            <p:cond delay="0"/>
                                          </p:stCondLst>
                                        </p:cTn>
                                        <p:tgtEl>
                                          <p:spTgt spid="7180">
                                            <p:txEl>
                                              <p:pRg st="2" end="2"/>
                                            </p:txEl>
                                          </p:spTgt>
                                        </p:tgtEl>
                                        <p:attrNameLst>
                                          <p:attrName>style.visibility</p:attrName>
                                        </p:attrNameLst>
                                      </p:cBhvr>
                                      <p:to>
                                        <p:strVal val="visible"/>
                                      </p:to>
                                    </p:set>
                                    <p:animEffect>
                                      <p:cBhvr>
                                        <p:cTn id="15" dur="500"/>
                                        <p:tgtEl>
                                          <p:spTgt spid="718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80" grpId="0" bldLvl="0" autoUpdateAnimBg="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descr="C:\Users\iamisis\Desktop\0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17" y="27518"/>
            <a:ext cx="12192000" cy="6860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7" name="11 Imag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19267" y="6411384"/>
            <a:ext cx="482600" cy="404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8" name="12 Imag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87617" y="6411384"/>
            <a:ext cx="480483" cy="404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9" name="14 CuadroTexto"/>
          <p:cNvSpPr>
            <a:spLocks noChangeArrowheads="1"/>
          </p:cNvSpPr>
          <p:nvPr/>
        </p:nvSpPr>
        <p:spPr bwMode="auto">
          <a:xfrm>
            <a:off x="10619317" y="6426200"/>
            <a:ext cx="35939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r>
              <a:rPr lang="zh-CN" altLang="zh-CN" sz="1600" b="1" i="1">
                <a:solidFill>
                  <a:srgbClr val="FFFFFF"/>
                </a:solidFill>
                <a:latin typeface="Calibri" panose="020F0502020204030204" pitchFamily="34" charset="0"/>
                <a:ea typeface="MS PGothic" panose="020B0600070205080204" pitchFamily="34" charset="-128"/>
                <a:sym typeface="MS PGothic" panose="020B0600070205080204" pitchFamily="34" charset="-128"/>
              </a:rPr>
              <a:t>of</a:t>
            </a:r>
            <a:endParaRPr lang="zh-CN" altLang="zh-CN" sz="1600" b="1" i="1">
              <a:solidFill>
                <a:srgbClr val="FFFFFF"/>
              </a:solidFill>
              <a:latin typeface="Calibri" panose="020F0502020204030204" pitchFamily="34" charset="0"/>
              <a:ea typeface="MS PGothic" panose="020B0600070205080204" pitchFamily="34" charset="-128"/>
              <a:sym typeface="MS PGothic" panose="020B0600070205080204" pitchFamily="34" charset="-128"/>
            </a:endParaRPr>
          </a:p>
        </p:txBody>
      </p:sp>
      <p:sp>
        <p:nvSpPr>
          <p:cNvPr id="21510" name="15 CuadroTexto"/>
          <p:cNvSpPr>
            <a:spLocks noChangeArrowheads="1"/>
          </p:cNvSpPr>
          <p:nvPr/>
        </p:nvSpPr>
        <p:spPr bwMode="auto">
          <a:xfrm>
            <a:off x="11035565" y="6426200"/>
            <a:ext cx="39305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1600" b="1">
                <a:solidFill>
                  <a:srgbClr val="FFFFFF"/>
                </a:solidFill>
                <a:latin typeface="Calibri" panose="020F0502020204030204" pitchFamily="34" charset="0"/>
                <a:sym typeface="Calibri" panose="020F0502020204030204" pitchFamily="34" charset="0"/>
              </a:rPr>
              <a:t>21</a:t>
            </a:r>
            <a:endParaRPr lang="zh-CN" altLang="zh-CN" sz="1600" b="1">
              <a:solidFill>
                <a:srgbClr val="FFFFFF"/>
              </a:solidFill>
              <a:latin typeface="Calibri" panose="020F0502020204030204" pitchFamily="34" charset="0"/>
              <a:ea typeface="MS PGothic" panose="020B0600070205080204" pitchFamily="34" charset="-128"/>
              <a:sym typeface="MS PGothic" panose="020B0600070205080204" pitchFamily="34" charset="-128"/>
            </a:endParaRPr>
          </a:p>
        </p:txBody>
      </p:sp>
      <p:pic>
        <p:nvPicPr>
          <p:cNvPr id="21511" name="Imagen 6" descr="C:\Users\Design\Documents\Edu\Product Launch\btns.png">
            <a:hlinkClick r:id="" action="ppaction://hlinkshowjump?jump=nex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521018" y="6493933"/>
            <a:ext cx="234949" cy="237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2" name="Imagen 6" descr="C:\Users\Design\Documents\Edu\Product Launch\btns.png">
            <a:hlinkClick r:id="" action="ppaction://hlinkshowjump?jump=previousslid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8118" y="6493933"/>
            <a:ext cx="234949" cy="237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3" name="4 CuadroTexto"/>
          <p:cNvSpPr>
            <a:spLocks noChangeArrowheads="1"/>
          </p:cNvSpPr>
          <p:nvPr/>
        </p:nvSpPr>
        <p:spPr bwMode="auto">
          <a:xfrm>
            <a:off x="5166901" y="6421967"/>
            <a:ext cx="185820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zh-CN" altLang="zh-CN" sz="1600" b="1">
                <a:solidFill>
                  <a:srgbClr val="FFFFFF"/>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z="1600" b="1">
                <a:solidFill>
                  <a:srgbClr val="FFFFFF"/>
                </a:solidFill>
                <a:latin typeface="微软雅黑" panose="020B0503020204020204" pitchFamily="34" charset="-122"/>
                <a:ea typeface="微软雅黑" panose="020B0503020204020204" pitchFamily="34" charset="-122"/>
                <a:sym typeface="宋体" panose="02010600030101010101" pitchFamily="2" charset="-122"/>
              </a:rPr>
              <a:t>软件配置管理</a:t>
            </a:r>
            <a:endParaRPr lang="zh-CN" altLang="zh-CN" sz="1600" b="1">
              <a:solidFill>
                <a:srgbClr val="FFFFFF"/>
              </a:solidFill>
              <a:latin typeface="微软雅黑" panose="020B0503020204020204" pitchFamily="34" charset="-122"/>
              <a:ea typeface="微软雅黑" panose="020B0503020204020204" pitchFamily="34" charset="-122"/>
              <a:sym typeface="MS PGothic" panose="020B0600070205080204" pitchFamily="34" charset="-128"/>
            </a:endParaRPr>
          </a:p>
        </p:txBody>
      </p:sp>
      <p:sp>
        <p:nvSpPr>
          <p:cNvPr id="7180" name="内容占位符 2"/>
          <p:cNvSpPr>
            <a:spLocks noGrp="1" noChangeArrowheads="1"/>
          </p:cNvSpPr>
          <p:nvPr>
            <p:ph idx="4294967295"/>
          </p:nvPr>
        </p:nvSpPr>
        <p:spPr>
          <a:xfrm>
            <a:off x="692151" y="1718733"/>
            <a:ext cx="10009716" cy="1517651"/>
          </a:xfrm>
        </p:spPr>
        <p:txBody>
          <a:bodyPr/>
          <a:lstStyle/>
          <a:p>
            <a:pPr eaLnBrk="1" hangingPunct="1"/>
            <a:r>
              <a:rPr lang="zh-CN" altLang="en-US" sz="2665" dirty="0">
                <a:latin typeface="微软雅黑" panose="020B0503020204020204" pitchFamily="34" charset="-122"/>
                <a:ea typeface="微软雅黑" panose="020B0503020204020204" pitchFamily="34" charset="-122"/>
              </a:rPr>
              <a:t>协调软件开发活动以尽可能降低混乱的艺术被称为</a:t>
            </a:r>
            <a:r>
              <a:rPr lang="zh-CN" altLang="en-US" sz="2665" dirty="0">
                <a:solidFill>
                  <a:srgbClr val="03AEDA"/>
                </a:solidFill>
                <a:latin typeface="微软雅黑" panose="020B0503020204020204" pitchFamily="34" charset="-122"/>
                <a:ea typeface="微软雅黑" panose="020B0503020204020204" pitchFamily="34" charset="-122"/>
              </a:rPr>
              <a:t>配置管理。</a:t>
            </a:r>
            <a:endParaRPr lang="en-US" altLang="zh-CN" sz="2665" dirty="0">
              <a:solidFill>
                <a:srgbClr val="03AEDA"/>
              </a:solidFill>
              <a:latin typeface="微软雅黑" panose="020B0503020204020204" pitchFamily="34" charset="-122"/>
              <a:ea typeface="微软雅黑" panose="020B0503020204020204" pitchFamily="34" charset="-122"/>
            </a:endParaRPr>
          </a:p>
          <a:p>
            <a:pPr eaLnBrk="1" hangingPunct="1"/>
            <a:r>
              <a:rPr lang="zh-CN" altLang="en-US" sz="2665" dirty="0">
                <a:latin typeface="微软雅黑" panose="020B0503020204020204" pitchFamily="34" charset="-122"/>
                <a:ea typeface="微软雅黑" panose="020B0503020204020204" pitchFamily="34" charset="-122"/>
              </a:rPr>
              <a:t>配置管理是识别、组织和控制团队开发软件的更改艺术。目标是通过尽可能地减少错误来尽可能提高生产力。</a:t>
            </a:r>
            <a:endParaRPr lang="zh-CN" altLang="en-US" sz="2665" dirty="0">
              <a:latin typeface="微软雅黑" panose="020B0503020204020204" pitchFamily="34" charset="-122"/>
              <a:ea typeface="微软雅黑" panose="020B0503020204020204" pitchFamily="34" charset="-122"/>
            </a:endParaRPr>
          </a:p>
        </p:txBody>
      </p:sp>
      <p:sp>
        <p:nvSpPr>
          <p:cNvPr id="21515" name="13 CuadroTexto"/>
          <p:cNvSpPr>
            <a:spLocks noChangeArrowheads="1"/>
          </p:cNvSpPr>
          <p:nvPr/>
        </p:nvSpPr>
        <p:spPr bwMode="auto">
          <a:xfrm>
            <a:off x="10305554" y="6430434"/>
            <a:ext cx="28886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1600" b="1">
                <a:solidFill>
                  <a:srgbClr val="04AEDA"/>
                </a:solidFill>
                <a:latin typeface="Calibri" panose="020F0502020204030204" pitchFamily="34" charset="0"/>
                <a:sym typeface="Calibri" panose="020F0502020204030204" pitchFamily="34" charset="0"/>
              </a:rPr>
              <a:t>6</a:t>
            </a:r>
            <a:endParaRPr lang="zh-CN" altLang="en-US" sz="1600" b="1">
              <a:solidFill>
                <a:srgbClr val="04AEDA"/>
              </a:solidFill>
              <a:latin typeface="Calibri" panose="020F0502020204030204" pitchFamily="34" charset="0"/>
              <a:ea typeface="MS PGothic" panose="020B0600070205080204" pitchFamily="34" charset="-128"/>
              <a:sym typeface="MS PGothic" panose="020B0600070205080204" pitchFamily="34" charset="-128"/>
            </a:endParaRPr>
          </a:p>
        </p:txBody>
      </p:sp>
      <p:sp>
        <p:nvSpPr>
          <p:cNvPr id="21516" name="直接连接符 9"/>
          <p:cNvSpPr>
            <a:spLocks noChangeShapeType="1"/>
          </p:cNvSpPr>
          <p:nvPr/>
        </p:nvSpPr>
        <p:spPr bwMode="auto">
          <a:xfrm flipH="1">
            <a:off x="285751" y="749300"/>
            <a:ext cx="4129616" cy="0"/>
          </a:xfrm>
          <a:prstGeom prst="line">
            <a:avLst/>
          </a:prstGeom>
          <a:noFill/>
          <a:ln w="9525">
            <a:solidFill>
              <a:srgbClr val="00B0F0"/>
            </a:solidFill>
            <a:bevel/>
          </a:ln>
          <a:extLst>
            <a:ext uri="{909E8E84-426E-40DD-AFC4-6F175D3DCCD1}">
              <a14:hiddenFill xmlns:a14="http://schemas.microsoft.com/office/drawing/2010/main">
                <a:noFill/>
              </a14:hiddenFill>
            </a:ext>
          </a:extLst>
        </p:spPr>
        <p:txBody>
          <a:bodyPr/>
          <a:lstStyle/>
          <a:p>
            <a:pPr defTabSz="1219200" eaLnBrk="0" fontAlgn="base" hangingPunct="0">
              <a:spcBef>
                <a:spcPct val="0"/>
              </a:spcBef>
              <a:spcAft>
                <a:spcPct val="0"/>
              </a:spcAft>
            </a:pPr>
            <a:endParaRPr lang="zh-CN" altLang="en-US" sz="2400">
              <a:solidFill>
                <a:srgbClr val="000000"/>
              </a:solidFill>
              <a:latin typeface="Arial" panose="020B0604020202020204" pitchFamily="34" charset="0"/>
              <a:ea typeface="宋体" panose="02010600030101010101" pitchFamily="2" charset="-122"/>
            </a:endParaRPr>
          </a:p>
        </p:txBody>
      </p:sp>
      <p:sp>
        <p:nvSpPr>
          <p:cNvPr id="21517" name="Rectangle 7"/>
          <p:cNvSpPr>
            <a:spLocks noChangeArrowheads="1"/>
          </p:cNvSpPr>
          <p:nvPr/>
        </p:nvSpPr>
        <p:spPr bwMode="auto">
          <a:xfrm>
            <a:off x="0" y="698500"/>
            <a:ext cx="287867" cy="95251"/>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endParaRPr lang="zh-CN" altLang="zh-CN" sz="2400">
              <a:solidFill>
                <a:srgbClr val="000000"/>
              </a:solidFill>
              <a:latin typeface="Calibri" panose="020F0502020204030204" pitchFamily="34" charset="0"/>
              <a:sym typeface="宋体" panose="02010600030101010101" pitchFamily="2" charset="-122"/>
            </a:endParaRPr>
          </a:p>
        </p:txBody>
      </p:sp>
      <p:sp>
        <p:nvSpPr>
          <p:cNvPr id="21518" name="TextBox 5"/>
          <p:cNvSpPr>
            <a:spLocks noChangeArrowheads="1"/>
          </p:cNvSpPr>
          <p:nvPr/>
        </p:nvSpPr>
        <p:spPr bwMode="auto">
          <a:xfrm>
            <a:off x="747185" y="258233"/>
            <a:ext cx="3407833" cy="52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lnSpc>
                <a:spcPts val="3415"/>
              </a:lnSpc>
              <a:spcBef>
                <a:spcPct val="0"/>
              </a:spcBef>
              <a:spcAft>
                <a:spcPct val="0"/>
              </a:spcAft>
            </a:pPr>
            <a:r>
              <a:rPr lang="zh-CN" altLang="en-US" sz="2665">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配置管理的概念</a:t>
            </a:r>
            <a:endParaRPr lang="en-US" altLang="zh-CN" sz="2665">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 name="内容占位符 2"/>
          <p:cNvSpPr txBox="1">
            <a:spLocks noChangeArrowheads="1"/>
          </p:cNvSpPr>
          <p:nvPr/>
        </p:nvSpPr>
        <p:spPr bwMode="auto">
          <a:xfrm>
            <a:off x="895351" y="3640667"/>
            <a:ext cx="10009716" cy="1708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20000"/>
              </a:spcBef>
              <a:spcAft>
                <a:spcPct val="0"/>
              </a:spcAft>
            </a:pPr>
            <a:r>
              <a:rPr lang="en-US" altLang="zh-CN" sz="2665">
                <a:solidFill>
                  <a:srgbClr val="03AEDA"/>
                </a:solidFill>
                <a:latin typeface="微软雅黑" panose="020B0503020204020204" pitchFamily="34" charset="-122"/>
                <a:ea typeface="微软雅黑" panose="020B0503020204020204" pitchFamily="34" charset="-122"/>
                <a:sym typeface="Calibri" panose="020F0502020204030204" pitchFamily="34" charset="0"/>
              </a:rPr>
              <a:t>Pressman</a:t>
            </a:r>
            <a:r>
              <a:rPr lang="zh-CN" altLang="en-US" sz="2665">
                <a:solidFill>
                  <a:srgbClr val="03AEDA"/>
                </a:solidFill>
                <a:latin typeface="微软雅黑" panose="020B0503020204020204" pitchFamily="34" charset="-122"/>
                <a:ea typeface="微软雅黑" panose="020B0503020204020204" pitchFamily="34" charset="-122"/>
                <a:sym typeface="Calibri" panose="020F0502020204030204" pitchFamily="34" charset="0"/>
              </a:rPr>
              <a:t>把软件配置管理描述成一个覆盖整个软件过程的保护伞式的活动。因为变更任意时刻都可能发生，</a:t>
            </a:r>
            <a:r>
              <a:rPr lang="en-US" altLang="zh-CN" sz="2665">
                <a:solidFill>
                  <a:srgbClr val="03AEDA"/>
                </a:solidFill>
                <a:latin typeface="微软雅黑" panose="020B0503020204020204" pitchFamily="34" charset="-122"/>
                <a:ea typeface="微软雅黑" panose="020B0503020204020204" pitchFamily="34" charset="-122"/>
                <a:sym typeface="Calibri" panose="020F0502020204030204" pitchFamily="34" charset="0"/>
              </a:rPr>
              <a:t>SCM</a:t>
            </a:r>
            <a:r>
              <a:rPr lang="zh-CN" altLang="en-US" sz="2665">
                <a:solidFill>
                  <a:srgbClr val="03AEDA"/>
                </a:solidFill>
                <a:latin typeface="微软雅黑" panose="020B0503020204020204" pitchFamily="34" charset="-122"/>
                <a:ea typeface="微软雅黑" panose="020B0503020204020204" pitchFamily="34" charset="-122"/>
                <a:sym typeface="Calibri" panose="020F0502020204030204" pitchFamily="34" charset="0"/>
              </a:rPr>
              <a:t>活动可以识别变更、控制变更、确保变更得以正确实现并向其他相关人员通告变更。</a:t>
            </a:r>
            <a:endParaRPr lang="zh-CN" altLang="en-US" sz="2665">
              <a:solidFill>
                <a:srgbClr val="03AEDA"/>
              </a:solidFill>
              <a:latin typeface="微软雅黑" panose="020B0503020204020204" pitchFamily="34" charset="-122"/>
              <a:ea typeface="微软雅黑" panose="020B0503020204020204" pitchFamily="34" charset="-122"/>
              <a:sym typeface="Calibri" panose="020F0502020204030204" pitchFamily="34" charset="0"/>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7180">
                                            <p:txEl>
                                              <p:pRg st="0" end="0"/>
                                            </p:txEl>
                                          </p:spTgt>
                                        </p:tgtEl>
                                        <p:attrNameLst>
                                          <p:attrName>style.visibility</p:attrName>
                                        </p:attrNameLst>
                                      </p:cBhvr>
                                      <p:to>
                                        <p:strVal val="visible"/>
                                      </p:to>
                                    </p:set>
                                    <p:animEffect>
                                      <p:cBhvr>
                                        <p:cTn id="7" dur="500"/>
                                        <p:tgtEl>
                                          <p:spTgt spid="7180">
                                            <p:txEl>
                                              <p:pRg st="0" end="0"/>
                                            </p:txEl>
                                          </p:spTgt>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7180">
                                            <p:txEl>
                                              <p:pRg st="1" end="1"/>
                                            </p:txEl>
                                          </p:spTgt>
                                        </p:tgtEl>
                                        <p:attrNameLst>
                                          <p:attrName>style.visibility</p:attrName>
                                        </p:attrNameLst>
                                      </p:cBhvr>
                                      <p:to>
                                        <p:strVal val="visible"/>
                                      </p:to>
                                    </p:set>
                                    <p:animEffect>
                                      <p:cBhvr>
                                        <p:cTn id="11" dur="500"/>
                                        <p:tgtEl>
                                          <p:spTgt spid="7180">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4" presetClass="entr" presetSubtype="10" fill="hold" grpId="0" nodeType="clickEffect">
                                  <p:stCondLst>
                                    <p:cond delay="0"/>
                                  </p:stCondLst>
                                  <p:childTnLst>
                                    <p:set>
                                      <p:cBhvr>
                                        <p:cTn id="15" dur="1" fill="hold">
                                          <p:stCondLst>
                                            <p:cond delay="0"/>
                                          </p:stCondLst>
                                        </p:cTn>
                                        <p:tgtEl>
                                          <p:spTgt spid="15">
                                            <p:txEl>
                                              <p:pRg st="0" end="0"/>
                                            </p:txEl>
                                          </p:spTgt>
                                        </p:tgtEl>
                                        <p:attrNameLst>
                                          <p:attrName>style.visibility</p:attrName>
                                        </p:attrNameLst>
                                      </p:cBhvr>
                                      <p:to>
                                        <p:strVal val="visible"/>
                                      </p:to>
                                    </p:set>
                                    <p:animEffect>
                                      <p:cBhvr>
                                        <p:cTn id="16"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80" grpId="0" bldLvl="0" autoUpdateAnimBg="0" build="p"/>
      <p:bldP spid="15" grpId="0" bldLvl="0" autoUpdateAnimBg="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descr="C:\Users\iamisis\Desktop\0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6351"/>
            <a:ext cx="12192000" cy="6860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1" name="11 Imag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19267" y="6411384"/>
            <a:ext cx="482600" cy="404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2" name="12 Imag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87617" y="6411384"/>
            <a:ext cx="480483" cy="404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3" name="14 CuadroTexto"/>
          <p:cNvSpPr>
            <a:spLocks noChangeArrowheads="1"/>
          </p:cNvSpPr>
          <p:nvPr/>
        </p:nvSpPr>
        <p:spPr bwMode="auto">
          <a:xfrm>
            <a:off x="10619317" y="6426200"/>
            <a:ext cx="35939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r>
              <a:rPr lang="zh-CN" altLang="zh-CN" sz="1600" b="1" i="1">
                <a:solidFill>
                  <a:srgbClr val="FFFFFF"/>
                </a:solidFill>
                <a:latin typeface="Calibri" panose="020F0502020204030204" pitchFamily="34" charset="0"/>
                <a:ea typeface="MS PGothic" panose="020B0600070205080204" pitchFamily="34" charset="-128"/>
                <a:sym typeface="MS PGothic" panose="020B0600070205080204" pitchFamily="34" charset="-128"/>
              </a:rPr>
              <a:t>of</a:t>
            </a:r>
            <a:endParaRPr lang="zh-CN" altLang="zh-CN" sz="1600" b="1" i="1">
              <a:solidFill>
                <a:srgbClr val="FFFFFF"/>
              </a:solidFill>
              <a:latin typeface="Calibri" panose="020F0502020204030204" pitchFamily="34" charset="0"/>
              <a:ea typeface="MS PGothic" panose="020B0600070205080204" pitchFamily="34" charset="-128"/>
              <a:sym typeface="MS PGothic" panose="020B0600070205080204" pitchFamily="34" charset="-128"/>
            </a:endParaRPr>
          </a:p>
        </p:txBody>
      </p:sp>
      <p:sp>
        <p:nvSpPr>
          <p:cNvPr id="22534" name="15 CuadroTexto"/>
          <p:cNvSpPr>
            <a:spLocks noChangeArrowheads="1"/>
          </p:cNvSpPr>
          <p:nvPr/>
        </p:nvSpPr>
        <p:spPr bwMode="auto">
          <a:xfrm>
            <a:off x="11035565" y="6426200"/>
            <a:ext cx="39305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1600" b="1">
                <a:solidFill>
                  <a:srgbClr val="FFFFFF"/>
                </a:solidFill>
                <a:latin typeface="Calibri" panose="020F0502020204030204" pitchFamily="34" charset="0"/>
                <a:sym typeface="Calibri" panose="020F0502020204030204" pitchFamily="34" charset="0"/>
              </a:rPr>
              <a:t>21</a:t>
            </a:r>
            <a:endParaRPr lang="zh-CN" altLang="zh-CN" sz="1600" b="1">
              <a:solidFill>
                <a:srgbClr val="FFFFFF"/>
              </a:solidFill>
              <a:latin typeface="Calibri" panose="020F0502020204030204" pitchFamily="34" charset="0"/>
              <a:ea typeface="MS PGothic" panose="020B0600070205080204" pitchFamily="34" charset="-128"/>
              <a:sym typeface="MS PGothic" panose="020B0600070205080204" pitchFamily="34" charset="-128"/>
            </a:endParaRPr>
          </a:p>
        </p:txBody>
      </p:sp>
      <p:pic>
        <p:nvPicPr>
          <p:cNvPr id="22535" name="Imagen 6" descr="C:\Users\Design\Documents\Edu\Product Launch\btns.png">
            <a:hlinkClick r:id="" action="ppaction://hlinkshowjump?jump=nex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521018" y="6493933"/>
            <a:ext cx="234949" cy="237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6" name="Imagen 6" descr="C:\Users\Design\Documents\Edu\Product Launch\btns.png">
            <a:hlinkClick r:id="" action="ppaction://hlinkshowjump?jump=previousslid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8118" y="6493933"/>
            <a:ext cx="234949" cy="237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7" name="4 CuadroTexto"/>
          <p:cNvSpPr>
            <a:spLocks noChangeArrowheads="1"/>
          </p:cNvSpPr>
          <p:nvPr/>
        </p:nvSpPr>
        <p:spPr bwMode="auto">
          <a:xfrm>
            <a:off x="5166901" y="6421967"/>
            <a:ext cx="185820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zh-CN" altLang="zh-CN" sz="1600" b="1">
                <a:solidFill>
                  <a:srgbClr val="FFFFFF"/>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z="1600" b="1">
                <a:solidFill>
                  <a:srgbClr val="FFFFFF"/>
                </a:solidFill>
                <a:latin typeface="微软雅黑" panose="020B0503020204020204" pitchFamily="34" charset="-122"/>
                <a:ea typeface="微软雅黑" panose="020B0503020204020204" pitchFamily="34" charset="-122"/>
                <a:sym typeface="宋体" panose="02010600030101010101" pitchFamily="2" charset="-122"/>
              </a:rPr>
              <a:t>软件配置管理</a:t>
            </a:r>
            <a:endParaRPr lang="zh-CN" altLang="zh-CN" sz="1600" b="1">
              <a:solidFill>
                <a:srgbClr val="FFFFFF"/>
              </a:solidFill>
              <a:latin typeface="微软雅黑" panose="020B0503020204020204" pitchFamily="34" charset="-122"/>
              <a:ea typeface="微软雅黑" panose="020B0503020204020204" pitchFamily="34" charset="-122"/>
              <a:sym typeface="MS PGothic" panose="020B0600070205080204" pitchFamily="34" charset="-128"/>
            </a:endParaRPr>
          </a:p>
        </p:txBody>
      </p:sp>
      <p:sp>
        <p:nvSpPr>
          <p:cNvPr id="19466" name="矩形 8"/>
          <p:cNvSpPr>
            <a:spLocks noChangeArrowheads="1"/>
          </p:cNvSpPr>
          <p:nvPr/>
        </p:nvSpPr>
        <p:spPr bwMode="auto">
          <a:xfrm>
            <a:off x="2159000" y="2334684"/>
            <a:ext cx="431800" cy="431800"/>
          </a:xfrm>
          <a:prstGeom prst="rect">
            <a:avLst/>
          </a:prstGeom>
          <a:noFill/>
          <a:ln w="38100">
            <a:solidFill>
              <a:srgbClr val="04AEDA"/>
            </a:solidFill>
            <a:bevel/>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endParaRPr lang="zh-CN" altLang="zh-CN" sz="2400">
              <a:solidFill>
                <a:srgbClr val="FFFFFF"/>
              </a:solidFill>
              <a:latin typeface="宋体" panose="02010600030101010101" pitchFamily="2" charset="-122"/>
              <a:sym typeface="宋体" panose="02010600030101010101" pitchFamily="2" charset="-122"/>
            </a:endParaRPr>
          </a:p>
        </p:txBody>
      </p:sp>
      <p:sp>
        <p:nvSpPr>
          <p:cNvPr id="19467" name="矩形 9"/>
          <p:cNvSpPr>
            <a:spLocks noChangeArrowheads="1"/>
          </p:cNvSpPr>
          <p:nvPr/>
        </p:nvSpPr>
        <p:spPr bwMode="auto">
          <a:xfrm>
            <a:off x="2159000" y="2995084"/>
            <a:ext cx="431800" cy="431800"/>
          </a:xfrm>
          <a:prstGeom prst="rect">
            <a:avLst/>
          </a:prstGeom>
          <a:noFill/>
          <a:ln w="38100">
            <a:solidFill>
              <a:srgbClr val="04AEDA"/>
            </a:solidFill>
            <a:bevel/>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endParaRPr lang="zh-CN" altLang="zh-CN" sz="2400">
              <a:solidFill>
                <a:srgbClr val="FFFFFF"/>
              </a:solidFill>
              <a:latin typeface="宋体" panose="02010600030101010101" pitchFamily="2" charset="-122"/>
              <a:sym typeface="宋体" panose="02010600030101010101" pitchFamily="2" charset="-122"/>
            </a:endParaRPr>
          </a:p>
        </p:txBody>
      </p:sp>
      <p:sp>
        <p:nvSpPr>
          <p:cNvPr id="19468" name="矩形 10"/>
          <p:cNvSpPr>
            <a:spLocks noChangeArrowheads="1"/>
          </p:cNvSpPr>
          <p:nvPr/>
        </p:nvSpPr>
        <p:spPr bwMode="auto">
          <a:xfrm>
            <a:off x="2159000" y="3685117"/>
            <a:ext cx="431800" cy="431800"/>
          </a:xfrm>
          <a:prstGeom prst="rect">
            <a:avLst/>
          </a:prstGeom>
          <a:noFill/>
          <a:ln w="38100">
            <a:solidFill>
              <a:srgbClr val="04AEDA"/>
            </a:solidFill>
            <a:bevel/>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endParaRPr lang="zh-CN" altLang="zh-CN" sz="2400">
              <a:solidFill>
                <a:srgbClr val="FFFFFF"/>
              </a:solidFill>
              <a:latin typeface="宋体" panose="02010600030101010101" pitchFamily="2" charset="-122"/>
              <a:sym typeface="宋体" panose="02010600030101010101" pitchFamily="2" charset="-122"/>
            </a:endParaRPr>
          </a:p>
        </p:txBody>
      </p:sp>
      <p:sp>
        <p:nvSpPr>
          <p:cNvPr id="19469" name="矩形 11"/>
          <p:cNvSpPr>
            <a:spLocks noChangeArrowheads="1"/>
          </p:cNvSpPr>
          <p:nvPr/>
        </p:nvSpPr>
        <p:spPr bwMode="auto">
          <a:xfrm>
            <a:off x="2159000" y="4326467"/>
            <a:ext cx="431800" cy="431800"/>
          </a:xfrm>
          <a:prstGeom prst="rect">
            <a:avLst/>
          </a:prstGeom>
          <a:noFill/>
          <a:ln w="38100">
            <a:solidFill>
              <a:srgbClr val="04AEDA"/>
            </a:solidFill>
            <a:bevel/>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endParaRPr lang="zh-CN" altLang="zh-CN" sz="2400">
              <a:solidFill>
                <a:srgbClr val="FFFFFF"/>
              </a:solidFill>
              <a:latin typeface="宋体" panose="02010600030101010101" pitchFamily="2" charset="-122"/>
              <a:sym typeface="宋体" panose="02010600030101010101" pitchFamily="2" charset="-122"/>
            </a:endParaRPr>
          </a:p>
        </p:txBody>
      </p:sp>
      <p:sp>
        <p:nvSpPr>
          <p:cNvPr id="19470" name="矩形 12"/>
          <p:cNvSpPr>
            <a:spLocks noChangeArrowheads="1"/>
          </p:cNvSpPr>
          <p:nvPr/>
        </p:nvSpPr>
        <p:spPr bwMode="auto">
          <a:xfrm>
            <a:off x="2163233" y="5027084"/>
            <a:ext cx="431800" cy="431800"/>
          </a:xfrm>
          <a:prstGeom prst="rect">
            <a:avLst/>
          </a:prstGeom>
          <a:noFill/>
          <a:ln w="38100">
            <a:solidFill>
              <a:srgbClr val="04AEDA"/>
            </a:solidFill>
            <a:bevel/>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endParaRPr lang="zh-CN" altLang="zh-CN" sz="2400">
              <a:solidFill>
                <a:srgbClr val="FFFFFF"/>
              </a:solidFill>
              <a:latin typeface="宋体" panose="02010600030101010101" pitchFamily="2" charset="-122"/>
              <a:sym typeface="宋体" panose="02010600030101010101" pitchFamily="2" charset="-122"/>
            </a:endParaRPr>
          </a:p>
        </p:txBody>
      </p:sp>
      <p:pic>
        <p:nvPicPr>
          <p:cNvPr id="19471" name="Picture 2" descr="C:\Users\Administrator\Desktop\对勾.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59000" y="2283885"/>
            <a:ext cx="5842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pic>
      <p:pic>
        <p:nvPicPr>
          <p:cNvPr id="19472" name="Picture 2" descr="C:\Users\Administrator\Desktop\对勾.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59000" y="2921001"/>
            <a:ext cx="5842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pic>
      <p:pic>
        <p:nvPicPr>
          <p:cNvPr id="19473" name="Picture 2" descr="C:\Users\Administrator\Desktop\对勾.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59000" y="3564467"/>
            <a:ext cx="5842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pic>
      <p:pic>
        <p:nvPicPr>
          <p:cNvPr id="19474" name="Picture 2" descr="C:\Users\Administrator\Desktop\对勾.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59000" y="4294718"/>
            <a:ext cx="5842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pic>
      <p:pic>
        <p:nvPicPr>
          <p:cNvPr id="19475" name="Picture 2" descr="C:\Users\Administrator\Desktop\对勾.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50533" y="4942418"/>
            <a:ext cx="5842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pic>
      <p:sp>
        <p:nvSpPr>
          <p:cNvPr id="19476" name="直接连接符 20"/>
          <p:cNvSpPr>
            <a:spLocks noChangeShapeType="1"/>
          </p:cNvSpPr>
          <p:nvPr/>
        </p:nvSpPr>
        <p:spPr bwMode="auto">
          <a:xfrm flipV="1">
            <a:off x="2743201" y="2768600"/>
            <a:ext cx="6136217" cy="19051"/>
          </a:xfrm>
          <a:prstGeom prst="line">
            <a:avLst/>
          </a:prstGeom>
          <a:noFill/>
          <a:ln w="38100">
            <a:solidFill>
              <a:srgbClr val="04AEDA"/>
            </a:solidFill>
            <a:prstDash val="sysDot"/>
            <a:bevel/>
          </a:ln>
          <a:extLst>
            <a:ext uri="{909E8E84-426E-40DD-AFC4-6F175D3DCCD1}">
              <a14:hiddenFill xmlns:a14="http://schemas.microsoft.com/office/drawing/2010/main">
                <a:noFill/>
              </a14:hiddenFill>
            </a:ext>
          </a:extLst>
        </p:spPr>
        <p:txBody>
          <a:bodyPr/>
          <a:lstStyle/>
          <a:p>
            <a:pPr defTabSz="1219200" eaLnBrk="0" fontAlgn="base" hangingPunct="0">
              <a:spcBef>
                <a:spcPct val="0"/>
              </a:spcBef>
              <a:spcAft>
                <a:spcPct val="0"/>
              </a:spcAft>
            </a:pPr>
            <a:endParaRPr lang="zh-CN" altLang="en-US" sz="2400">
              <a:solidFill>
                <a:srgbClr val="000000"/>
              </a:solidFill>
              <a:latin typeface="Arial" panose="020B0604020202020204" pitchFamily="34" charset="0"/>
              <a:ea typeface="宋体" panose="02010600030101010101" pitchFamily="2" charset="-122"/>
            </a:endParaRPr>
          </a:p>
        </p:txBody>
      </p:sp>
      <p:sp>
        <p:nvSpPr>
          <p:cNvPr id="19477" name="TextBox 21"/>
          <p:cNvSpPr>
            <a:spLocks noChangeArrowheads="1"/>
          </p:cNvSpPr>
          <p:nvPr/>
        </p:nvSpPr>
        <p:spPr bwMode="auto">
          <a:xfrm>
            <a:off x="2781425" y="2355851"/>
            <a:ext cx="2294218"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1865">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1865">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它是一门管理学科</a:t>
            </a:r>
            <a:endParaRPr lang="zh-CN" altLang="en-US" sz="2400">
              <a:solidFill>
                <a:srgbClr val="000000"/>
              </a:solidFill>
              <a:sym typeface="Calibri" panose="020F0502020204030204" pitchFamily="34" charset="0"/>
            </a:endParaRPr>
          </a:p>
        </p:txBody>
      </p:sp>
      <p:sp>
        <p:nvSpPr>
          <p:cNvPr id="19478" name="直接连接符 23"/>
          <p:cNvSpPr>
            <a:spLocks noChangeShapeType="1"/>
          </p:cNvSpPr>
          <p:nvPr/>
        </p:nvSpPr>
        <p:spPr bwMode="auto">
          <a:xfrm flipV="1">
            <a:off x="2743201" y="3426884"/>
            <a:ext cx="6136217" cy="0"/>
          </a:xfrm>
          <a:prstGeom prst="line">
            <a:avLst/>
          </a:prstGeom>
          <a:noFill/>
          <a:ln w="38100">
            <a:solidFill>
              <a:srgbClr val="04AEDA"/>
            </a:solidFill>
            <a:prstDash val="sysDot"/>
            <a:bevel/>
          </a:ln>
          <a:extLst>
            <a:ext uri="{909E8E84-426E-40DD-AFC4-6F175D3DCCD1}">
              <a14:hiddenFill xmlns:a14="http://schemas.microsoft.com/office/drawing/2010/main">
                <a:noFill/>
              </a14:hiddenFill>
            </a:ext>
          </a:extLst>
        </p:spPr>
        <p:txBody>
          <a:bodyPr/>
          <a:lstStyle/>
          <a:p>
            <a:pPr defTabSz="1219200" eaLnBrk="0" fontAlgn="base" hangingPunct="0">
              <a:spcBef>
                <a:spcPct val="0"/>
              </a:spcBef>
              <a:spcAft>
                <a:spcPct val="0"/>
              </a:spcAft>
            </a:pPr>
            <a:endParaRPr lang="zh-CN" altLang="en-US" sz="2400">
              <a:solidFill>
                <a:srgbClr val="000000"/>
              </a:solidFill>
              <a:latin typeface="Arial" panose="020B0604020202020204" pitchFamily="34" charset="0"/>
              <a:ea typeface="宋体" panose="02010600030101010101" pitchFamily="2" charset="-122"/>
            </a:endParaRPr>
          </a:p>
        </p:txBody>
      </p:sp>
      <p:sp>
        <p:nvSpPr>
          <p:cNvPr id="19479" name="TextBox 24"/>
          <p:cNvSpPr>
            <a:spLocks noChangeArrowheads="1"/>
          </p:cNvSpPr>
          <p:nvPr/>
        </p:nvSpPr>
        <p:spPr bwMode="auto">
          <a:xfrm>
            <a:off x="2771076" y="2982384"/>
            <a:ext cx="5638082"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1865">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2.</a:t>
            </a:r>
            <a:r>
              <a:rPr lang="zh-CN" altLang="en-US" sz="1865">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它识别系统被提出的或被实现的（目前的）配置。</a:t>
            </a:r>
            <a:endParaRPr lang="zh-CN" altLang="en-US" sz="2400">
              <a:solidFill>
                <a:srgbClr val="000000"/>
              </a:solidFill>
              <a:sym typeface="Calibri" panose="020F0502020204030204" pitchFamily="34" charset="0"/>
            </a:endParaRPr>
          </a:p>
        </p:txBody>
      </p:sp>
      <p:sp>
        <p:nvSpPr>
          <p:cNvPr id="19480" name="直接连接符 25"/>
          <p:cNvSpPr>
            <a:spLocks noChangeShapeType="1"/>
          </p:cNvSpPr>
          <p:nvPr/>
        </p:nvSpPr>
        <p:spPr bwMode="auto">
          <a:xfrm>
            <a:off x="2743201" y="4049185"/>
            <a:ext cx="6136217" cy="38100"/>
          </a:xfrm>
          <a:prstGeom prst="line">
            <a:avLst/>
          </a:prstGeom>
          <a:noFill/>
          <a:ln w="38100">
            <a:solidFill>
              <a:srgbClr val="04AEDA"/>
            </a:solidFill>
            <a:prstDash val="sysDot"/>
            <a:bevel/>
          </a:ln>
          <a:extLst>
            <a:ext uri="{909E8E84-426E-40DD-AFC4-6F175D3DCCD1}">
              <a14:hiddenFill xmlns:a14="http://schemas.microsoft.com/office/drawing/2010/main">
                <a:noFill/>
              </a14:hiddenFill>
            </a:ext>
          </a:extLst>
        </p:spPr>
        <p:txBody>
          <a:bodyPr/>
          <a:lstStyle/>
          <a:p>
            <a:pPr defTabSz="1219200" eaLnBrk="0" fontAlgn="base" hangingPunct="0">
              <a:spcBef>
                <a:spcPct val="0"/>
              </a:spcBef>
              <a:spcAft>
                <a:spcPct val="0"/>
              </a:spcAft>
            </a:pPr>
            <a:endParaRPr lang="zh-CN" altLang="en-US" sz="2400">
              <a:solidFill>
                <a:srgbClr val="000000"/>
              </a:solidFill>
              <a:latin typeface="Arial" panose="020B0604020202020204" pitchFamily="34" charset="0"/>
              <a:ea typeface="宋体" panose="02010600030101010101" pitchFamily="2" charset="-122"/>
            </a:endParaRPr>
          </a:p>
        </p:txBody>
      </p:sp>
      <p:sp>
        <p:nvSpPr>
          <p:cNvPr id="19481" name="TextBox 26"/>
          <p:cNvSpPr>
            <a:spLocks noChangeArrowheads="1"/>
          </p:cNvSpPr>
          <p:nvPr/>
        </p:nvSpPr>
        <p:spPr bwMode="auto">
          <a:xfrm>
            <a:off x="2776637" y="3591984"/>
            <a:ext cx="3010760"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1865">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3.</a:t>
            </a:r>
            <a:r>
              <a:rPr lang="zh-CN" altLang="en-US" sz="1865">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它在离散的时间点上进行</a:t>
            </a:r>
            <a:endParaRPr lang="zh-CN" altLang="en-US" sz="2400">
              <a:solidFill>
                <a:srgbClr val="000000"/>
              </a:solidFill>
              <a:sym typeface="Calibri" panose="020F0502020204030204" pitchFamily="34" charset="0"/>
            </a:endParaRPr>
          </a:p>
        </p:txBody>
      </p:sp>
      <p:sp>
        <p:nvSpPr>
          <p:cNvPr id="19482" name="直接连接符 27"/>
          <p:cNvSpPr>
            <a:spLocks noChangeShapeType="1"/>
          </p:cNvSpPr>
          <p:nvPr/>
        </p:nvSpPr>
        <p:spPr bwMode="auto">
          <a:xfrm>
            <a:off x="2743201" y="4741333"/>
            <a:ext cx="6136217" cy="8467"/>
          </a:xfrm>
          <a:prstGeom prst="line">
            <a:avLst/>
          </a:prstGeom>
          <a:noFill/>
          <a:ln w="38100">
            <a:solidFill>
              <a:srgbClr val="04AEDA"/>
            </a:solidFill>
            <a:prstDash val="sysDot"/>
            <a:bevel/>
          </a:ln>
          <a:extLst>
            <a:ext uri="{909E8E84-426E-40DD-AFC4-6F175D3DCCD1}">
              <a14:hiddenFill xmlns:a14="http://schemas.microsoft.com/office/drawing/2010/main">
                <a:noFill/>
              </a14:hiddenFill>
            </a:ext>
          </a:extLst>
        </p:spPr>
        <p:txBody>
          <a:bodyPr/>
          <a:lstStyle/>
          <a:p>
            <a:pPr defTabSz="1219200" eaLnBrk="0" fontAlgn="base" hangingPunct="0">
              <a:spcBef>
                <a:spcPct val="0"/>
              </a:spcBef>
              <a:spcAft>
                <a:spcPct val="0"/>
              </a:spcAft>
            </a:pPr>
            <a:endParaRPr lang="zh-CN" altLang="en-US" sz="2400">
              <a:solidFill>
                <a:srgbClr val="000000"/>
              </a:solidFill>
              <a:latin typeface="Arial" panose="020B0604020202020204" pitchFamily="34" charset="0"/>
              <a:ea typeface="宋体" panose="02010600030101010101" pitchFamily="2" charset="-122"/>
            </a:endParaRPr>
          </a:p>
        </p:txBody>
      </p:sp>
      <p:sp>
        <p:nvSpPr>
          <p:cNvPr id="19483" name="直接连接符 28"/>
          <p:cNvSpPr>
            <a:spLocks noChangeShapeType="1"/>
          </p:cNvSpPr>
          <p:nvPr/>
        </p:nvSpPr>
        <p:spPr bwMode="auto">
          <a:xfrm flipV="1">
            <a:off x="2734734" y="5410200"/>
            <a:ext cx="6144684" cy="25400"/>
          </a:xfrm>
          <a:prstGeom prst="line">
            <a:avLst/>
          </a:prstGeom>
          <a:noFill/>
          <a:ln w="38100">
            <a:solidFill>
              <a:srgbClr val="04AEDA"/>
            </a:solidFill>
            <a:prstDash val="sysDot"/>
            <a:bevel/>
          </a:ln>
          <a:extLst>
            <a:ext uri="{909E8E84-426E-40DD-AFC4-6F175D3DCCD1}">
              <a14:hiddenFill xmlns:a14="http://schemas.microsoft.com/office/drawing/2010/main">
                <a:noFill/>
              </a14:hiddenFill>
            </a:ext>
          </a:extLst>
        </p:spPr>
        <p:txBody>
          <a:bodyPr/>
          <a:lstStyle/>
          <a:p>
            <a:pPr defTabSz="1219200" eaLnBrk="0" fontAlgn="base" hangingPunct="0">
              <a:spcBef>
                <a:spcPct val="0"/>
              </a:spcBef>
              <a:spcAft>
                <a:spcPct val="0"/>
              </a:spcAft>
            </a:pPr>
            <a:endParaRPr lang="zh-CN" altLang="en-US" sz="2400">
              <a:solidFill>
                <a:srgbClr val="000000"/>
              </a:solidFill>
              <a:latin typeface="Arial" panose="020B0604020202020204" pitchFamily="34" charset="0"/>
              <a:ea typeface="宋体" panose="02010600030101010101" pitchFamily="2" charset="-122"/>
            </a:endParaRPr>
          </a:p>
        </p:txBody>
      </p:sp>
      <p:sp>
        <p:nvSpPr>
          <p:cNvPr id="19484" name="TextBox 29"/>
          <p:cNvSpPr>
            <a:spLocks noChangeArrowheads="1"/>
          </p:cNvSpPr>
          <p:nvPr/>
        </p:nvSpPr>
        <p:spPr bwMode="auto">
          <a:xfrm>
            <a:off x="2656418" y="4243918"/>
            <a:ext cx="7503583"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1865">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4.</a:t>
            </a:r>
            <a:r>
              <a:rPr lang="zh-CN" altLang="en-US" sz="1865">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它系统地记录和追踪所有系统组件（概念上的和物理上的）的变更</a:t>
            </a:r>
            <a:endParaRPr lang="zh-CN" altLang="en-US" sz="2400">
              <a:solidFill>
                <a:srgbClr val="000000"/>
              </a:solidFill>
              <a:sym typeface="Calibri" panose="020F0502020204030204" pitchFamily="34" charset="0"/>
            </a:endParaRPr>
          </a:p>
        </p:txBody>
      </p:sp>
      <p:sp>
        <p:nvSpPr>
          <p:cNvPr id="19485" name="TextBox 30"/>
          <p:cNvSpPr>
            <a:spLocks noChangeArrowheads="1"/>
          </p:cNvSpPr>
          <p:nvPr/>
        </p:nvSpPr>
        <p:spPr bwMode="auto">
          <a:xfrm>
            <a:off x="2507780" y="4933951"/>
            <a:ext cx="3730508"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1865">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5.</a:t>
            </a:r>
            <a:r>
              <a:rPr lang="zh-CN" altLang="en-US" sz="1865">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它为控制变更提供工具</a:t>
            </a:r>
            <a:endParaRPr lang="zh-CN" altLang="en-US" sz="2400">
              <a:solidFill>
                <a:srgbClr val="000000"/>
              </a:solidFill>
              <a:sym typeface="Calibri" panose="020F0502020204030204" pitchFamily="34" charset="0"/>
            </a:endParaRPr>
          </a:p>
        </p:txBody>
      </p:sp>
      <p:sp>
        <p:nvSpPr>
          <p:cNvPr id="22558" name="13 CuadroTexto"/>
          <p:cNvSpPr>
            <a:spLocks noChangeArrowheads="1"/>
          </p:cNvSpPr>
          <p:nvPr/>
        </p:nvSpPr>
        <p:spPr bwMode="auto">
          <a:xfrm>
            <a:off x="10306612" y="6430434"/>
            <a:ext cx="28886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1600" b="1">
                <a:solidFill>
                  <a:srgbClr val="04AEDA"/>
                </a:solidFill>
                <a:latin typeface="Calibri" panose="020F0502020204030204" pitchFamily="34" charset="0"/>
                <a:sym typeface="Calibri" panose="020F0502020204030204" pitchFamily="34" charset="0"/>
              </a:rPr>
              <a:t>7</a:t>
            </a:r>
            <a:endParaRPr lang="zh-CN" altLang="en-US" sz="1600" b="1">
              <a:solidFill>
                <a:srgbClr val="04AEDA"/>
              </a:solidFill>
              <a:latin typeface="Calibri" panose="020F0502020204030204" pitchFamily="34" charset="0"/>
              <a:ea typeface="MS PGothic" panose="020B0600070205080204" pitchFamily="34" charset="-128"/>
              <a:sym typeface="MS PGothic" panose="020B0600070205080204" pitchFamily="34" charset="-128"/>
            </a:endParaRPr>
          </a:p>
        </p:txBody>
      </p:sp>
      <p:sp>
        <p:nvSpPr>
          <p:cNvPr id="22559" name="直接连接符 31"/>
          <p:cNvSpPr>
            <a:spLocks noChangeShapeType="1"/>
          </p:cNvSpPr>
          <p:nvPr/>
        </p:nvSpPr>
        <p:spPr bwMode="auto">
          <a:xfrm flipH="1">
            <a:off x="285751" y="749300"/>
            <a:ext cx="4129616" cy="0"/>
          </a:xfrm>
          <a:prstGeom prst="line">
            <a:avLst/>
          </a:prstGeom>
          <a:noFill/>
          <a:ln w="9525">
            <a:solidFill>
              <a:srgbClr val="00B0F0"/>
            </a:solidFill>
            <a:bevel/>
          </a:ln>
          <a:extLst>
            <a:ext uri="{909E8E84-426E-40DD-AFC4-6F175D3DCCD1}">
              <a14:hiddenFill xmlns:a14="http://schemas.microsoft.com/office/drawing/2010/main">
                <a:noFill/>
              </a14:hiddenFill>
            </a:ext>
          </a:extLst>
        </p:spPr>
        <p:txBody>
          <a:bodyPr/>
          <a:lstStyle/>
          <a:p>
            <a:pPr defTabSz="1219200" eaLnBrk="0" fontAlgn="base" hangingPunct="0">
              <a:spcBef>
                <a:spcPct val="0"/>
              </a:spcBef>
              <a:spcAft>
                <a:spcPct val="0"/>
              </a:spcAft>
            </a:pPr>
            <a:endParaRPr lang="zh-CN" altLang="en-US" sz="2400">
              <a:solidFill>
                <a:srgbClr val="000000"/>
              </a:solidFill>
              <a:latin typeface="Arial" panose="020B0604020202020204" pitchFamily="34" charset="0"/>
              <a:ea typeface="宋体" panose="02010600030101010101" pitchFamily="2" charset="-122"/>
            </a:endParaRPr>
          </a:p>
        </p:txBody>
      </p:sp>
      <p:sp>
        <p:nvSpPr>
          <p:cNvPr id="22560" name="Rectangle 7"/>
          <p:cNvSpPr>
            <a:spLocks noChangeArrowheads="1"/>
          </p:cNvSpPr>
          <p:nvPr/>
        </p:nvSpPr>
        <p:spPr bwMode="auto">
          <a:xfrm>
            <a:off x="0" y="698500"/>
            <a:ext cx="287867" cy="95251"/>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endParaRPr lang="zh-CN" altLang="zh-CN" sz="2400">
              <a:solidFill>
                <a:srgbClr val="000000"/>
              </a:solidFill>
              <a:latin typeface="Calibri" panose="020F0502020204030204" pitchFamily="34" charset="0"/>
              <a:sym typeface="宋体" panose="02010600030101010101" pitchFamily="2" charset="-122"/>
            </a:endParaRPr>
          </a:p>
        </p:txBody>
      </p:sp>
      <p:sp>
        <p:nvSpPr>
          <p:cNvPr id="22561" name="TextBox 5"/>
          <p:cNvSpPr>
            <a:spLocks noChangeArrowheads="1"/>
          </p:cNvSpPr>
          <p:nvPr/>
        </p:nvSpPr>
        <p:spPr bwMode="auto">
          <a:xfrm>
            <a:off x="747185" y="258233"/>
            <a:ext cx="3407833" cy="52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lnSpc>
                <a:spcPts val="3415"/>
              </a:lnSpc>
              <a:spcBef>
                <a:spcPct val="0"/>
              </a:spcBef>
              <a:spcAft>
                <a:spcPct val="0"/>
              </a:spcAft>
            </a:pPr>
            <a:r>
              <a:rPr lang="zh-CN" altLang="en-US" sz="2665">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配置管理的概念</a:t>
            </a:r>
            <a:endParaRPr lang="en-US" altLang="zh-CN" sz="2665">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2562" name="文本框 33"/>
          <p:cNvSpPr txBox="1">
            <a:spLocks noChangeArrowheads="1"/>
          </p:cNvSpPr>
          <p:nvPr/>
        </p:nvSpPr>
        <p:spPr bwMode="auto">
          <a:xfrm>
            <a:off x="1020234" y="1397001"/>
            <a:ext cx="4703233"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81000" indent="-381000" defTabSz="1219200" eaLnBrk="0" fontAlgn="base" hangingPunct="0">
              <a:spcBef>
                <a:spcPct val="0"/>
              </a:spcBef>
              <a:spcAft>
                <a:spcPct val="0"/>
              </a:spcAft>
              <a:buFont typeface="Arial" panose="020B0604020202020204" pitchFamily="34" charset="0"/>
              <a:buChar char="•"/>
            </a:pPr>
            <a:r>
              <a:rPr lang="zh-CN" altLang="en-US" sz="2665">
                <a:solidFill>
                  <a:srgbClr val="000000"/>
                </a:solidFill>
                <a:latin typeface="微软雅黑" panose="020B0503020204020204" pitchFamily="34" charset="-122"/>
                <a:ea typeface="微软雅黑" panose="020B0503020204020204" pitchFamily="34" charset="-122"/>
                <a:sym typeface="Calibri" panose="020F0502020204030204" pitchFamily="34" charset="0"/>
              </a:rPr>
              <a:t>配置管理的定义包括六点：</a:t>
            </a:r>
            <a:endParaRPr lang="zh-CN" altLang="en-US" sz="2665">
              <a:solidFill>
                <a:srgbClr val="000000"/>
              </a:solidFill>
              <a:latin typeface="微软雅黑" panose="020B0503020204020204" pitchFamily="34" charset="-122"/>
              <a:ea typeface="微软雅黑" panose="020B0503020204020204" pitchFamily="34" charset="-122"/>
              <a:sym typeface="Calibri" panose="020F0502020204030204" pitchFamily="34" charset="0"/>
            </a:endParaRPr>
          </a:p>
        </p:txBody>
      </p:sp>
      <p:pic>
        <p:nvPicPr>
          <p:cNvPr id="35" name="Picture 2" descr="C:\Users\Administrator\Desktop\对勾.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94984" y="5530851"/>
            <a:ext cx="5842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pic>
      <p:sp>
        <p:nvSpPr>
          <p:cNvPr id="36" name="矩形 12"/>
          <p:cNvSpPr>
            <a:spLocks noChangeArrowheads="1"/>
          </p:cNvSpPr>
          <p:nvPr/>
        </p:nvSpPr>
        <p:spPr bwMode="auto">
          <a:xfrm>
            <a:off x="2159000" y="5613400"/>
            <a:ext cx="431800" cy="431800"/>
          </a:xfrm>
          <a:prstGeom prst="rect">
            <a:avLst/>
          </a:prstGeom>
          <a:noFill/>
          <a:ln w="38100">
            <a:solidFill>
              <a:srgbClr val="04AEDA"/>
            </a:solidFill>
            <a:bevel/>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endParaRPr lang="zh-CN" altLang="zh-CN" sz="2400">
              <a:solidFill>
                <a:srgbClr val="FFFFFF"/>
              </a:solidFill>
              <a:latin typeface="宋体" panose="02010600030101010101" pitchFamily="2" charset="-122"/>
              <a:sym typeface="宋体" panose="02010600030101010101" pitchFamily="2" charset="-122"/>
            </a:endParaRPr>
          </a:p>
        </p:txBody>
      </p:sp>
      <p:sp>
        <p:nvSpPr>
          <p:cNvPr id="37" name="直接连接符 28"/>
          <p:cNvSpPr>
            <a:spLocks noChangeShapeType="1"/>
          </p:cNvSpPr>
          <p:nvPr/>
        </p:nvSpPr>
        <p:spPr bwMode="auto">
          <a:xfrm>
            <a:off x="2743200" y="5985934"/>
            <a:ext cx="6138333" cy="46567"/>
          </a:xfrm>
          <a:prstGeom prst="line">
            <a:avLst/>
          </a:prstGeom>
          <a:noFill/>
          <a:ln w="38100">
            <a:solidFill>
              <a:srgbClr val="04AEDA"/>
            </a:solidFill>
            <a:prstDash val="sysDot"/>
            <a:bevel/>
          </a:ln>
          <a:extLst>
            <a:ext uri="{909E8E84-426E-40DD-AFC4-6F175D3DCCD1}">
              <a14:hiddenFill xmlns:a14="http://schemas.microsoft.com/office/drawing/2010/main">
                <a:noFill/>
              </a14:hiddenFill>
            </a:ext>
          </a:extLst>
        </p:spPr>
        <p:txBody>
          <a:bodyPr/>
          <a:lstStyle/>
          <a:p>
            <a:pPr defTabSz="1219200" eaLnBrk="0" fontAlgn="base" hangingPunct="0">
              <a:spcBef>
                <a:spcPct val="0"/>
              </a:spcBef>
              <a:spcAft>
                <a:spcPct val="0"/>
              </a:spcAft>
            </a:pPr>
            <a:endParaRPr lang="zh-CN" altLang="en-US" sz="2400">
              <a:solidFill>
                <a:srgbClr val="000000"/>
              </a:solidFill>
              <a:latin typeface="Arial" panose="020B0604020202020204" pitchFamily="34" charset="0"/>
              <a:ea typeface="宋体" panose="02010600030101010101" pitchFamily="2" charset="-122"/>
            </a:endParaRPr>
          </a:p>
        </p:txBody>
      </p:sp>
      <p:sp>
        <p:nvSpPr>
          <p:cNvPr id="38" name="TextBox 30"/>
          <p:cNvSpPr>
            <a:spLocks noChangeArrowheads="1"/>
          </p:cNvSpPr>
          <p:nvPr/>
        </p:nvSpPr>
        <p:spPr bwMode="auto">
          <a:xfrm>
            <a:off x="2734733" y="5575301"/>
            <a:ext cx="7859184"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1865">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6.</a:t>
            </a:r>
            <a:r>
              <a:rPr lang="zh-CN" altLang="en-US" sz="1865">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它让系统整个生命周期中发生的所有事情通过审计和报告工具得以验证</a:t>
            </a:r>
            <a:endParaRPr lang="zh-CN" altLang="en-US" sz="2400">
              <a:solidFill>
                <a:srgbClr val="000000"/>
              </a:solidFill>
              <a:sym typeface="Calibri" panose="020F0502020204030204" pitchFamily="34" charset="0"/>
            </a:endParaRPr>
          </a:p>
        </p:txBody>
      </p:sp>
    </p:spTree>
  </p:cSld>
  <p:clrMapOvr>
    <a:masterClrMapping/>
  </p:clrMapOvr>
  <p:transition spd="slow">
    <p:push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9466"/>
                                        </p:tgtEl>
                                        <p:attrNameLst>
                                          <p:attrName>style.visibility</p:attrName>
                                        </p:attrNameLst>
                                      </p:cBhvr>
                                      <p:to>
                                        <p:strVal val="visible"/>
                                      </p:to>
                                    </p:set>
                                    <p:animEffect>
                                      <p:cBhvr>
                                        <p:cTn id="7" dur="500"/>
                                        <p:tgtEl>
                                          <p:spTgt spid="19466"/>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9476"/>
                                        </p:tgtEl>
                                        <p:attrNameLst>
                                          <p:attrName>style.visibility</p:attrName>
                                        </p:attrNameLst>
                                      </p:cBhvr>
                                      <p:to>
                                        <p:strVal val="visible"/>
                                      </p:to>
                                    </p:set>
                                    <p:animEffect>
                                      <p:cBhvr>
                                        <p:cTn id="11" dur="500"/>
                                        <p:tgtEl>
                                          <p:spTgt spid="19476"/>
                                        </p:tgtEl>
                                      </p:cBhvr>
                                    </p:animEffect>
                                  </p:childTnLst>
                                </p:cTn>
                              </p:par>
                            </p:childTnLst>
                          </p:cTn>
                        </p:par>
                        <p:par>
                          <p:cTn id="12" fill="hold">
                            <p:stCondLst>
                              <p:cond delay="1000"/>
                            </p:stCondLst>
                            <p:childTnLst>
                              <p:par>
                                <p:cTn id="13" presetID="14" presetClass="entr" presetSubtype="10" fill="hold" grpId="0" nodeType="afterEffect">
                                  <p:stCondLst>
                                    <p:cond delay="0"/>
                                  </p:stCondLst>
                                  <p:childTnLst>
                                    <p:set>
                                      <p:cBhvr>
                                        <p:cTn id="14" dur="1" fill="hold">
                                          <p:stCondLst>
                                            <p:cond delay="0"/>
                                          </p:stCondLst>
                                        </p:cTn>
                                        <p:tgtEl>
                                          <p:spTgt spid="19477"/>
                                        </p:tgtEl>
                                        <p:attrNameLst>
                                          <p:attrName>style.visibility</p:attrName>
                                        </p:attrNameLst>
                                      </p:cBhvr>
                                      <p:to>
                                        <p:strVal val="visible"/>
                                      </p:to>
                                    </p:set>
                                    <p:animEffect>
                                      <p:cBhvr>
                                        <p:cTn id="15" dur="500"/>
                                        <p:tgtEl>
                                          <p:spTgt spid="1947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9471"/>
                                        </p:tgtEl>
                                        <p:attrNameLst>
                                          <p:attrName>style.visibility</p:attrName>
                                        </p:attrNameLst>
                                      </p:cBhvr>
                                      <p:to>
                                        <p:strVal val="visible"/>
                                      </p:to>
                                    </p:set>
                                    <p:animEffect>
                                      <p:cBhvr>
                                        <p:cTn id="20" dur="1000"/>
                                        <p:tgtEl>
                                          <p:spTgt spid="19471"/>
                                        </p:tgtEl>
                                      </p:cBhvr>
                                    </p:animEffect>
                                  </p:childTnLst>
                                </p:cTn>
                              </p:par>
                            </p:childTnLst>
                          </p:cTn>
                        </p:par>
                        <p:par>
                          <p:cTn id="21" fill="hold">
                            <p:stCondLst>
                              <p:cond delay="1000"/>
                            </p:stCondLst>
                            <p:childTnLst>
                              <p:par>
                                <p:cTn id="22" presetID="10" presetClass="entr" presetSubtype="0" fill="hold" grpId="0" nodeType="afterEffect">
                                  <p:stCondLst>
                                    <p:cond delay="0"/>
                                  </p:stCondLst>
                                  <p:childTnLst>
                                    <p:set>
                                      <p:cBhvr>
                                        <p:cTn id="23" dur="1" fill="hold">
                                          <p:stCondLst>
                                            <p:cond delay="0"/>
                                          </p:stCondLst>
                                        </p:cTn>
                                        <p:tgtEl>
                                          <p:spTgt spid="19467"/>
                                        </p:tgtEl>
                                        <p:attrNameLst>
                                          <p:attrName>style.visibility</p:attrName>
                                        </p:attrNameLst>
                                      </p:cBhvr>
                                      <p:to>
                                        <p:strVal val="visible"/>
                                      </p:to>
                                    </p:set>
                                    <p:animEffect>
                                      <p:cBhvr>
                                        <p:cTn id="24" dur="500"/>
                                        <p:tgtEl>
                                          <p:spTgt spid="19467"/>
                                        </p:tgtEl>
                                      </p:cBhvr>
                                    </p:animEffect>
                                  </p:childTnLst>
                                </p:cTn>
                              </p:par>
                            </p:childTnLst>
                          </p:cTn>
                        </p:par>
                        <p:par>
                          <p:cTn id="25" fill="hold">
                            <p:stCondLst>
                              <p:cond delay="1500"/>
                            </p:stCondLst>
                            <p:childTnLst>
                              <p:par>
                                <p:cTn id="26" presetID="22" presetClass="entr" presetSubtype="8" fill="hold" nodeType="afterEffect">
                                  <p:stCondLst>
                                    <p:cond delay="0"/>
                                  </p:stCondLst>
                                  <p:childTnLst>
                                    <p:set>
                                      <p:cBhvr>
                                        <p:cTn id="27" dur="1" fill="hold">
                                          <p:stCondLst>
                                            <p:cond delay="0"/>
                                          </p:stCondLst>
                                        </p:cTn>
                                        <p:tgtEl>
                                          <p:spTgt spid="19478"/>
                                        </p:tgtEl>
                                        <p:attrNameLst>
                                          <p:attrName>style.visibility</p:attrName>
                                        </p:attrNameLst>
                                      </p:cBhvr>
                                      <p:to>
                                        <p:strVal val="visible"/>
                                      </p:to>
                                    </p:set>
                                    <p:animEffect>
                                      <p:cBhvr>
                                        <p:cTn id="28" dur="500"/>
                                        <p:tgtEl>
                                          <p:spTgt spid="19478"/>
                                        </p:tgtEl>
                                      </p:cBhvr>
                                    </p:animEffect>
                                  </p:childTnLst>
                                </p:cTn>
                              </p:par>
                            </p:childTnLst>
                          </p:cTn>
                        </p:par>
                        <p:par>
                          <p:cTn id="29" fill="hold">
                            <p:stCondLst>
                              <p:cond delay="2000"/>
                            </p:stCondLst>
                            <p:childTnLst>
                              <p:par>
                                <p:cTn id="30" presetID="14" presetClass="entr" presetSubtype="10" fill="hold" grpId="0" nodeType="afterEffect">
                                  <p:stCondLst>
                                    <p:cond delay="0"/>
                                  </p:stCondLst>
                                  <p:childTnLst>
                                    <p:set>
                                      <p:cBhvr>
                                        <p:cTn id="31" dur="1" fill="hold">
                                          <p:stCondLst>
                                            <p:cond delay="0"/>
                                          </p:stCondLst>
                                        </p:cTn>
                                        <p:tgtEl>
                                          <p:spTgt spid="19479"/>
                                        </p:tgtEl>
                                        <p:attrNameLst>
                                          <p:attrName>style.visibility</p:attrName>
                                        </p:attrNameLst>
                                      </p:cBhvr>
                                      <p:to>
                                        <p:strVal val="visible"/>
                                      </p:to>
                                    </p:set>
                                    <p:animEffect>
                                      <p:cBhvr>
                                        <p:cTn id="32" dur="500"/>
                                        <p:tgtEl>
                                          <p:spTgt spid="1947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9472"/>
                                        </p:tgtEl>
                                        <p:attrNameLst>
                                          <p:attrName>style.visibility</p:attrName>
                                        </p:attrNameLst>
                                      </p:cBhvr>
                                      <p:to>
                                        <p:strVal val="visible"/>
                                      </p:to>
                                    </p:set>
                                    <p:animEffect>
                                      <p:cBhvr>
                                        <p:cTn id="37" dur="1000"/>
                                        <p:tgtEl>
                                          <p:spTgt spid="19472"/>
                                        </p:tgtEl>
                                      </p:cBhvr>
                                    </p:animEffect>
                                  </p:childTnLst>
                                </p:cTn>
                              </p:par>
                            </p:childTnLst>
                          </p:cTn>
                        </p:par>
                        <p:par>
                          <p:cTn id="38" fill="hold">
                            <p:stCondLst>
                              <p:cond delay="1000"/>
                            </p:stCondLst>
                            <p:childTnLst>
                              <p:par>
                                <p:cTn id="39" presetID="10" presetClass="entr" presetSubtype="0" fill="hold" grpId="0" nodeType="afterEffect">
                                  <p:stCondLst>
                                    <p:cond delay="0"/>
                                  </p:stCondLst>
                                  <p:childTnLst>
                                    <p:set>
                                      <p:cBhvr>
                                        <p:cTn id="40" dur="1" fill="hold">
                                          <p:stCondLst>
                                            <p:cond delay="0"/>
                                          </p:stCondLst>
                                        </p:cTn>
                                        <p:tgtEl>
                                          <p:spTgt spid="19468"/>
                                        </p:tgtEl>
                                        <p:attrNameLst>
                                          <p:attrName>style.visibility</p:attrName>
                                        </p:attrNameLst>
                                      </p:cBhvr>
                                      <p:to>
                                        <p:strVal val="visible"/>
                                      </p:to>
                                    </p:set>
                                    <p:animEffect>
                                      <p:cBhvr>
                                        <p:cTn id="41" dur="500"/>
                                        <p:tgtEl>
                                          <p:spTgt spid="19468"/>
                                        </p:tgtEl>
                                      </p:cBhvr>
                                    </p:animEffect>
                                  </p:childTnLst>
                                </p:cTn>
                              </p:par>
                            </p:childTnLst>
                          </p:cTn>
                        </p:par>
                        <p:par>
                          <p:cTn id="42" fill="hold">
                            <p:stCondLst>
                              <p:cond delay="1500"/>
                            </p:stCondLst>
                            <p:childTnLst>
                              <p:par>
                                <p:cTn id="43" presetID="22" presetClass="entr" presetSubtype="8" fill="hold" nodeType="afterEffect">
                                  <p:stCondLst>
                                    <p:cond delay="0"/>
                                  </p:stCondLst>
                                  <p:childTnLst>
                                    <p:set>
                                      <p:cBhvr>
                                        <p:cTn id="44" dur="1" fill="hold">
                                          <p:stCondLst>
                                            <p:cond delay="0"/>
                                          </p:stCondLst>
                                        </p:cTn>
                                        <p:tgtEl>
                                          <p:spTgt spid="19480"/>
                                        </p:tgtEl>
                                        <p:attrNameLst>
                                          <p:attrName>style.visibility</p:attrName>
                                        </p:attrNameLst>
                                      </p:cBhvr>
                                      <p:to>
                                        <p:strVal val="visible"/>
                                      </p:to>
                                    </p:set>
                                    <p:animEffect>
                                      <p:cBhvr>
                                        <p:cTn id="45" dur="500"/>
                                        <p:tgtEl>
                                          <p:spTgt spid="19480"/>
                                        </p:tgtEl>
                                      </p:cBhvr>
                                    </p:animEffect>
                                  </p:childTnLst>
                                </p:cTn>
                              </p:par>
                            </p:childTnLst>
                          </p:cTn>
                        </p:par>
                        <p:par>
                          <p:cTn id="46" fill="hold">
                            <p:stCondLst>
                              <p:cond delay="2000"/>
                            </p:stCondLst>
                            <p:childTnLst>
                              <p:par>
                                <p:cTn id="47" presetID="14" presetClass="entr" presetSubtype="10" fill="hold" grpId="0" nodeType="afterEffect">
                                  <p:stCondLst>
                                    <p:cond delay="0"/>
                                  </p:stCondLst>
                                  <p:childTnLst>
                                    <p:set>
                                      <p:cBhvr>
                                        <p:cTn id="48" dur="1" fill="hold">
                                          <p:stCondLst>
                                            <p:cond delay="0"/>
                                          </p:stCondLst>
                                        </p:cTn>
                                        <p:tgtEl>
                                          <p:spTgt spid="19481"/>
                                        </p:tgtEl>
                                        <p:attrNameLst>
                                          <p:attrName>style.visibility</p:attrName>
                                        </p:attrNameLst>
                                      </p:cBhvr>
                                      <p:to>
                                        <p:strVal val="visible"/>
                                      </p:to>
                                    </p:set>
                                    <p:animEffect>
                                      <p:cBhvr>
                                        <p:cTn id="49" dur="500"/>
                                        <p:tgtEl>
                                          <p:spTgt spid="19481"/>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19473"/>
                                        </p:tgtEl>
                                        <p:attrNameLst>
                                          <p:attrName>style.visibility</p:attrName>
                                        </p:attrNameLst>
                                      </p:cBhvr>
                                      <p:to>
                                        <p:strVal val="visible"/>
                                      </p:to>
                                    </p:set>
                                    <p:animEffect>
                                      <p:cBhvr>
                                        <p:cTn id="54" dur="1000"/>
                                        <p:tgtEl>
                                          <p:spTgt spid="19473"/>
                                        </p:tgtEl>
                                      </p:cBhvr>
                                    </p:animEffect>
                                  </p:childTnLst>
                                </p:cTn>
                              </p:par>
                            </p:childTnLst>
                          </p:cTn>
                        </p:par>
                        <p:par>
                          <p:cTn id="55" fill="hold">
                            <p:stCondLst>
                              <p:cond delay="1000"/>
                            </p:stCondLst>
                            <p:childTnLst>
                              <p:par>
                                <p:cTn id="56" presetID="10" presetClass="entr" presetSubtype="0" fill="hold" grpId="0" nodeType="afterEffect">
                                  <p:stCondLst>
                                    <p:cond delay="0"/>
                                  </p:stCondLst>
                                  <p:childTnLst>
                                    <p:set>
                                      <p:cBhvr>
                                        <p:cTn id="57" dur="1" fill="hold">
                                          <p:stCondLst>
                                            <p:cond delay="0"/>
                                          </p:stCondLst>
                                        </p:cTn>
                                        <p:tgtEl>
                                          <p:spTgt spid="19469"/>
                                        </p:tgtEl>
                                        <p:attrNameLst>
                                          <p:attrName>style.visibility</p:attrName>
                                        </p:attrNameLst>
                                      </p:cBhvr>
                                      <p:to>
                                        <p:strVal val="visible"/>
                                      </p:to>
                                    </p:set>
                                    <p:animEffect>
                                      <p:cBhvr>
                                        <p:cTn id="58" dur="500"/>
                                        <p:tgtEl>
                                          <p:spTgt spid="19469"/>
                                        </p:tgtEl>
                                      </p:cBhvr>
                                    </p:animEffect>
                                  </p:childTnLst>
                                </p:cTn>
                              </p:par>
                            </p:childTnLst>
                          </p:cTn>
                        </p:par>
                        <p:par>
                          <p:cTn id="59" fill="hold">
                            <p:stCondLst>
                              <p:cond delay="1500"/>
                            </p:stCondLst>
                            <p:childTnLst>
                              <p:par>
                                <p:cTn id="60" presetID="22" presetClass="entr" presetSubtype="8" fill="hold" nodeType="afterEffect">
                                  <p:stCondLst>
                                    <p:cond delay="0"/>
                                  </p:stCondLst>
                                  <p:childTnLst>
                                    <p:set>
                                      <p:cBhvr>
                                        <p:cTn id="61" dur="1" fill="hold">
                                          <p:stCondLst>
                                            <p:cond delay="0"/>
                                          </p:stCondLst>
                                        </p:cTn>
                                        <p:tgtEl>
                                          <p:spTgt spid="19482"/>
                                        </p:tgtEl>
                                        <p:attrNameLst>
                                          <p:attrName>style.visibility</p:attrName>
                                        </p:attrNameLst>
                                      </p:cBhvr>
                                      <p:to>
                                        <p:strVal val="visible"/>
                                      </p:to>
                                    </p:set>
                                    <p:animEffect>
                                      <p:cBhvr>
                                        <p:cTn id="62" dur="500"/>
                                        <p:tgtEl>
                                          <p:spTgt spid="19482"/>
                                        </p:tgtEl>
                                      </p:cBhvr>
                                    </p:animEffect>
                                  </p:childTnLst>
                                </p:cTn>
                              </p:par>
                            </p:childTnLst>
                          </p:cTn>
                        </p:par>
                        <p:par>
                          <p:cTn id="63" fill="hold">
                            <p:stCondLst>
                              <p:cond delay="2000"/>
                            </p:stCondLst>
                            <p:childTnLst>
                              <p:par>
                                <p:cTn id="64" presetID="14" presetClass="entr" presetSubtype="10" fill="hold" grpId="0" nodeType="afterEffect">
                                  <p:stCondLst>
                                    <p:cond delay="0"/>
                                  </p:stCondLst>
                                  <p:childTnLst>
                                    <p:set>
                                      <p:cBhvr>
                                        <p:cTn id="65" dur="1" fill="hold">
                                          <p:stCondLst>
                                            <p:cond delay="0"/>
                                          </p:stCondLst>
                                        </p:cTn>
                                        <p:tgtEl>
                                          <p:spTgt spid="19484"/>
                                        </p:tgtEl>
                                        <p:attrNameLst>
                                          <p:attrName>style.visibility</p:attrName>
                                        </p:attrNameLst>
                                      </p:cBhvr>
                                      <p:to>
                                        <p:strVal val="visible"/>
                                      </p:to>
                                    </p:set>
                                    <p:animEffect>
                                      <p:cBhvr>
                                        <p:cTn id="66" dur="500"/>
                                        <p:tgtEl>
                                          <p:spTgt spid="19484"/>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19474"/>
                                        </p:tgtEl>
                                        <p:attrNameLst>
                                          <p:attrName>style.visibility</p:attrName>
                                        </p:attrNameLst>
                                      </p:cBhvr>
                                      <p:to>
                                        <p:strVal val="visible"/>
                                      </p:to>
                                    </p:set>
                                    <p:animEffect>
                                      <p:cBhvr>
                                        <p:cTn id="71" dur="1000"/>
                                        <p:tgtEl>
                                          <p:spTgt spid="19474"/>
                                        </p:tgtEl>
                                      </p:cBhvr>
                                    </p:animEffect>
                                  </p:childTnLst>
                                </p:cTn>
                              </p:par>
                            </p:childTnLst>
                          </p:cTn>
                        </p:par>
                        <p:par>
                          <p:cTn id="72" fill="hold">
                            <p:stCondLst>
                              <p:cond delay="1000"/>
                            </p:stCondLst>
                            <p:childTnLst>
                              <p:par>
                                <p:cTn id="73" presetID="10" presetClass="entr" presetSubtype="0" fill="hold" grpId="0" nodeType="afterEffect">
                                  <p:stCondLst>
                                    <p:cond delay="0"/>
                                  </p:stCondLst>
                                  <p:childTnLst>
                                    <p:set>
                                      <p:cBhvr>
                                        <p:cTn id="74" dur="1" fill="hold">
                                          <p:stCondLst>
                                            <p:cond delay="0"/>
                                          </p:stCondLst>
                                        </p:cTn>
                                        <p:tgtEl>
                                          <p:spTgt spid="19470"/>
                                        </p:tgtEl>
                                        <p:attrNameLst>
                                          <p:attrName>style.visibility</p:attrName>
                                        </p:attrNameLst>
                                      </p:cBhvr>
                                      <p:to>
                                        <p:strVal val="visible"/>
                                      </p:to>
                                    </p:set>
                                    <p:animEffect>
                                      <p:cBhvr>
                                        <p:cTn id="75" dur="500"/>
                                        <p:tgtEl>
                                          <p:spTgt spid="19470"/>
                                        </p:tgtEl>
                                      </p:cBhvr>
                                    </p:animEffect>
                                  </p:childTnLst>
                                </p:cTn>
                              </p:par>
                            </p:childTnLst>
                          </p:cTn>
                        </p:par>
                        <p:par>
                          <p:cTn id="76" fill="hold">
                            <p:stCondLst>
                              <p:cond delay="1500"/>
                            </p:stCondLst>
                            <p:childTnLst>
                              <p:par>
                                <p:cTn id="77" presetID="22" presetClass="entr" presetSubtype="8" fill="hold" nodeType="afterEffect">
                                  <p:stCondLst>
                                    <p:cond delay="0"/>
                                  </p:stCondLst>
                                  <p:childTnLst>
                                    <p:set>
                                      <p:cBhvr>
                                        <p:cTn id="78" dur="1" fill="hold">
                                          <p:stCondLst>
                                            <p:cond delay="0"/>
                                          </p:stCondLst>
                                        </p:cTn>
                                        <p:tgtEl>
                                          <p:spTgt spid="19483"/>
                                        </p:tgtEl>
                                        <p:attrNameLst>
                                          <p:attrName>style.visibility</p:attrName>
                                        </p:attrNameLst>
                                      </p:cBhvr>
                                      <p:to>
                                        <p:strVal val="visible"/>
                                      </p:to>
                                    </p:set>
                                    <p:animEffect>
                                      <p:cBhvr>
                                        <p:cTn id="79" dur="500"/>
                                        <p:tgtEl>
                                          <p:spTgt spid="19483"/>
                                        </p:tgtEl>
                                      </p:cBhvr>
                                    </p:animEffect>
                                  </p:childTnLst>
                                </p:cTn>
                              </p:par>
                            </p:childTnLst>
                          </p:cTn>
                        </p:par>
                        <p:par>
                          <p:cTn id="80" fill="hold">
                            <p:stCondLst>
                              <p:cond delay="2000"/>
                            </p:stCondLst>
                            <p:childTnLst>
                              <p:par>
                                <p:cTn id="81" presetID="14" presetClass="entr" presetSubtype="10" fill="hold" grpId="0" nodeType="afterEffect">
                                  <p:stCondLst>
                                    <p:cond delay="0"/>
                                  </p:stCondLst>
                                  <p:childTnLst>
                                    <p:set>
                                      <p:cBhvr>
                                        <p:cTn id="82" dur="1" fill="hold">
                                          <p:stCondLst>
                                            <p:cond delay="0"/>
                                          </p:stCondLst>
                                        </p:cTn>
                                        <p:tgtEl>
                                          <p:spTgt spid="19485"/>
                                        </p:tgtEl>
                                        <p:attrNameLst>
                                          <p:attrName>style.visibility</p:attrName>
                                        </p:attrNameLst>
                                      </p:cBhvr>
                                      <p:to>
                                        <p:strVal val="visible"/>
                                      </p:to>
                                    </p:set>
                                    <p:animEffect>
                                      <p:cBhvr>
                                        <p:cTn id="83" dur="500"/>
                                        <p:tgtEl>
                                          <p:spTgt spid="19485"/>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nodeType="clickEffect">
                                  <p:stCondLst>
                                    <p:cond delay="0"/>
                                  </p:stCondLst>
                                  <p:childTnLst>
                                    <p:set>
                                      <p:cBhvr>
                                        <p:cTn id="87" dur="1" fill="hold">
                                          <p:stCondLst>
                                            <p:cond delay="0"/>
                                          </p:stCondLst>
                                        </p:cTn>
                                        <p:tgtEl>
                                          <p:spTgt spid="19475"/>
                                        </p:tgtEl>
                                        <p:attrNameLst>
                                          <p:attrName>style.visibility</p:attrName>
                                        </p:attrNameLst>
                                      </p:cBhvr>
                                      <p:to>
                                        <p:strVal val="visible"/>
                                      </p:to>
                                    </p:set>
                                    <p:animEffect>
                                      <p:cBhvr>
                                        <p:cTn id="88" dur="1000"/>
                                        <p:tgtEl>
                                          <p:spTgt spid="19475"/>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6"/>
                                        </p:tgtEl>
                                        <p:attrNameLst>
                                          <p:attrName>style.visibility</p:attrName>
                                        </p:attrNameLst>
                                      </p:cBhvr>
                                      <p:to>
                                        <p:strVal val="visible"/>
                                      </p:to>
                                    </p:set>
                                    <p:animEffect>
                                      <p:cBhvr>
                                        <p:cTn id="91" dur="500"/>
                                        <p:tgtEl>
                                          <p:spTgt spid="36"/>
                                        </p:tgtEl>
                                      </p:cBhvr>
                                    </p:animEffect>
                                  </p:childTnLst>
                                </p:cTn>
                              </p:par>
                            </p:childTnLst>
                          </p:cTn>
                        </p:par>
                        <p:par>
                          <p:cTn id="92" fill="hold">
                            <p:stCondLst>
                              <p:cond delay="1000"/>
                            </p:stCondLst>
                            <p:childTnLst>
                              <p:par>
                                <p:cTn id="93" presetID="22" presetClass="entr" presetSubtype="8" fill="hold" nodeType="afterEffect">
                                  <p:stCondLst>
                                    <p:cond delay="0"/>
                                  </p:stCondLst>
                                  <p:childTnLst>
                                    <p:set>
                                      <p:cBhvr>
                                        <p:cTn id="94" dur="1" fill="hold">
                                          <p:stCondLst>
                                            <p:cond delay="0"/>
                                          </p:stCondLst>
                                        </p:cTn>
                                        <p:tgtEl>
                                          <p:spTgt spid="37"/>
                                        </p:tgtEl>
                                        <p:attrNameLst>
                                          <p:attrName>style.visibility</p:attrName>
                                        </p:attrNameLst>
                                      </p:cBhvr>
                                      <p:to>
                                        <p:strVal val="visible"/>
                                      </p:to>
                                    </p:set>
                                    <p:animEffect>
                                      <p:cBhvr>
                                        <p:cTn id="95" dur="500"/>
                                        <p:tgtEl>
                                          <p:spTgt spid="37"/>
                                        </p:tgtEl>
                                      </p:cBhvr>
                                    </p:animEffect>
                                  </p:childTnLst>
                                </p:cTn>
                              </p:par>
                              <p:par>
                                <p:cTn id="96" presetID="14" presetClass="entr" presetSubtype="10" fill="hold" grpId="0" nodeType="withEffect">
                                  <p:stCondLst>
                                    <p:cond delay="0"/>
                                  </p:stCondLst>
                                  <p:childTnLst>
                                    <p:set>
                                      <p:cBhvr>
                                        <p:cTn id="97" dur="1" fill="hold">
                                          <p:stCondLst>
                                            <p:cond delay="0"/>
                                          </p:stCondLst>
                                        </p:cTn>
                                        <p:tgtEl>
                                          <p:spTgt spid="38"/>
                                        </p:tgtEl>
                                        <p:attrNameLst>
                                          <p:attrName>style.visibility</p:attrName>
                                        </p:attrNameLst>
                                      </p:cBhvr>
                                      <p:to>
                                        <p:strVal val="visible"/>
                                      </p:to>
                                    </p:set>
                                    <p:animEffect>
                                      <p:cBhvr>
                                        <p:cTn id="98" dur="500"/>
                                        <p:tgtEl>
                                          <p:spTgt spid="38"/>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nodeType="clickEffect">
                                  <p:stCondLst>
                                    <p:cond delay="0"/>
                                  </p:stCondLst>
                                  <p:childTnLst>
                                    <p:set>
                                      <p:cBhvr>
                                        <p:cTn id="102" dur="1" fill="hold">
                                          <p:stCondLst>
                                            <p:cond delay="0"/>
                                          </p:stCondLst>
                                        </p:cTn>
                                        <p:tgtEl>
                                          <p:spTgt spid="35"/>
                                        </p:tgtEl>
                                        <p:attrNameLst>
                                          <p:attrName>style.visibility</p:attrName>
                                        </p:attrNameLst>
                                      </p:cBhvr>
                                      <p:to>
                                        <p:strVal val="visible"/>
                                      </p:to>
                                    </p:set>
                                    <p:animEffect>
                                      <p:cBhvr>
                                        <p:cTn id="103" dur="10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6" grpId="0" bldLvl="0" animBg="1" autoUpdateAnimBg="0"/>
      <p:bldP spid="19467" grpId="0" bldLvl="0" animBg="1" autoUpdateAnimBg="0"/>
      <p:bldP spid="19468" grpId="0" bldLvl="0" animBg="1" autoUpdateAnimBg="0"/>
      <p:bldP spid="19469" grpId="0" bldLvl="0" animBg="1" autoUpdateAnimBg="0"/>
      <p:bldP spid="19470" grpId="0" bldLvl="0" animBg="1" autoUpdateAnimBg="0"/>
      <p:bldP spid="19477" grpId="0" bldLvl="0" autoUpdateAnimBg="0"/>
      <p:bldP spid="19479" grpId="0" bldLvl="0" autoUpdateAnimBg="0"/>
      <p:bldP spid="19481" grpId="0" bldLvl="0" autoUpdateAnimBg="0"/>
      <p:bldP spid="19484" grpId="0" bldLvl="0" autoUpdateAnimBg="0"/>
      <p:bldP spid="19485" grpId="0" bldLvl="0" autoUpdateAnimBg="0"/>
      <p:bldP spid="36" grpId="0" bldLvl="0" animBg="1" autoUpdateAnimBg="0"/>
      <p:bldP spid="38" grpId="0" bldLvl="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descr="C:\Users\iamisis\Desktop\0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2192000" cy="6860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5" name="Picture 8" descr="C:\Users\iamisis\Desktop\MetroStation_2.0_XiaZaiBa\metrostation_by_yankoa-d312tty\PNG\Network\Blue\MB_0036_search.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5884" y="1892300"/>
            <a:ext cx="3200400" cy="317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6" name="矩形 3"/>
          <p:cNvSpPr>
            <a:spLocks noChangeArrowheads="1"/>
          </p:cNvSpPr>
          <p:nvPr/>
        </p:nvSpPr>
        <p:spPr bwMode="auto">
          <a:xfrm>
            <a:off x="6220885" y="1028700"/>
            <a:ext cx="670983" cy="668867"/>
          </a:xfrm>
          <a:prstGeom prst="rect">
            <a:avLst/>
          </a:prstGeom>
          <a:gradFill rotWithShape="1">
            <a:gsLst>
              <a:gs pos="0">
                <a:srgbClr val="04AEDA"/>
              </a:gs>
              <a:gs pos="79999">
                <a:srgbClr val="36B0D0"/>
              </a:gs>
              <a:gs pos="100000">
                <a:srgbClr val="33B3D5"/>
              </a:gs>
            </a:gsLst>
            <a:lin ang="16200000" scaled="1"/>
          </a:gradFill>
          <a:ln>
            <a:noFill/>
          </a:ln>
          <a:extLst>
            <a:ext uri="{91240B29-F687-4F45-9708-019B960494DF}">
              <a14:hiddenLine xmlns:a14="http://schemas.microsoft.com/office/drawing/2010/main" w="9525">
                <a:solidFill>
                  <a:srgbClr val="000000"/>
                </a:solidFill>
                <a:bevel/>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rPr>
              <a:t>1</a:t>
            </a:r>
            <a:endParaRPr lang="zh-CN" altLang="en-US"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300" name="矩形 42"/>
          <p:cNvSpPr>
            <a:spLocks noChangeArrowheads="1"/>
          </p:cNvSpPr>
          <p:nvPr/>
        </p:nvSpPr>
        <p:spPr bwMode="auto">
          <a:xfrm>
            <a:off x="6220885" y="1892300"/>
            <a:ext cx="670983" cy="670984"/>
          </a:xfrm>
          <a:prstGeom prst="rect">
            <a:avLst/>
          </a:prstGeom>
          <a:gradFill rotWithShape="1">
            <a:gsLst>
              <a:gs pos="0">
                <a:srgbClr val="04AEDA"/>
              </a:gs>
              <a:gs pos="79999">
                <a:srgbClr val="36B0D0"/>
              </a:gs>
              <a:gs pos="100000">
                <a:srgbClr val="33B3D5"/>
              </a:gs>
            </a:gsLst>
            <a:lin ang="16200000" scaled="1"/>
          </a:gradFill>
          <a:ln>
            <a:noFill/>
          </a:ln>
          <a:extLst>
            <a:ext uri="{91240B29-F687-4F45-9708-019B960494DF}">
              <a14:hiddenLine xmlns:a14="http://schemas.microsoft.com/office/drawing/2010/main" w="9525">
                <a:solidFill>
                  <a:srgbClr val="000000"/>
                </a:solidFill>
                <a:bevel/>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rPr>
              <a:t>2</a:t>
            </a:r>
            <a:endParaRPr lang="zh-CN" altLang="en-US"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3558" name="矩形 3"/>
          <p:cNvSpPr>
            <a:spLocks noChangeArrowheads="1"/>
          </p:cNvSpPr>
          <p:nvPr/>
        </p:nvSpPr>
        <p:spPr bwMode="auto">
          <a:xfrm>
            <a:off x="7128934" y="1028700"/>
            <a:ext cx="3060700" cy="668867"/>
          </a:xfrm>
          <a:prstGeom prst="rect">
            <a:avLst/>
          </a:prstGeom>
          <a:gradFill rotWithShape="1">
            <a:gsLst>
              <a:gs pos="0">
                <a:srgbClr val="04AEDA"/>
              </a:gs>
              <a:gs pos="79999">
                <a:srgbClr val="36B0D0"/>
              </a:gs>
              <a:gs pos="100000">
                <a:srgbClr val="33B3D5"/>
              </a:gs>
            </a:gsLst>
            <a:lin ang="16200000" scaled="1"/>
          </a:gradFill>
          <a:ln>
            <a:noFill/>
          </a:ln>
          <a:extLst>
            <a:ext uri="{91240B29-F687-4F45-9708-019B960494DF}">
              <a14:hiddenLine xmlns:a14="http://schemas.microsoft.com/office/drawing/2010/main" w="9525">
                <a:solidFill>
                  <a:srgbClr val="000000"/>
                </a:solidFill>
                <a:bevel/>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zh-CN" altLang="en-US"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rPr>
              <a:t>为什么与是什么</a:t>
            </a:r>
            <a:endParaRPr lang="zh-CN" altLang="en-US"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7" name="矩形 3"/>
          <p:cNvSpPr>
            <a:spLocks noChangeArrowheads="1"/>
          </p:cNvSpPr>
          <p:nvPr/>
        </p:nvSpPr>
        <p:spPr bwMode="auto">
          <a:xfrm>
            <a:off x="7128934" y="1892300"/>
            <a:ext cx="3060700" cy="668867"/>
          </a:xfrm>
          <a:prstGeom prst="rect">
            <a:avLst/>
          </a:prstGeom>
          <a:gradFill rotWithShape="1">
            <a:gsLst>
              <a:gs pos="0">
                <a:srgbClr val="04AEDA"/>
              </a:gs>
              <a:gs pos="79999">
                <a:srgbClr val="36B0D0"/>
              </a:gs>
              <a:gs pos="100000">
                <a:srgbClr val="33B3D5"/>
              </a:gs>
            </a:gsLst>
            <a:lin ang="16200000" scaled="1"/>
          </a:gradFill>
          <a:ln>
            <a:noFill/>
          </a:ln>
          <a:extLst>
            <a:ext uri="{91240B29-F687-4F45-9708-019B960494DF}">
              <a14:hiddenLine xmlns:a14="http://schemas.microsoft.com/office/drawing/2010/main" w="9525">
                <a:solidFill>
                  <a:srgbClr val="000000"/>
                </a:solidFill>
                <a:bevel/>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zh-CN" altLang="en-US"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rPr>
              <a:t>软件配置管理活动</a:t>
            </a:r>
            <a:endParaRPr lang="zh-CN" altLang="en-US"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2300"/>
                                        </p:tgtEl>
                                        <p:attrNameLst>
                                          <p:attrName>style.visibility</p:attrName>
                                        </p:attrNameLst>
                                      </p:cBhvr>
                                      <p:to>
                                        <p:strVal val="visible"/>
                                      </p:to>
                                    </p:set>
                                    <p:animEffect>
                                      <p:cBhvr>
                                        <p:cTn id="7" dur="500"/>
                                        <p:tgtEl>
                                          <p:spTgt spid="12300"/>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7"/>
                                        </p:tgtEl>
                                        <p:attrNameLst>
                                          <p:attrName>style.visibility</p:attrName>
                                        </p:attrNameLst>
                                      </p:cBhvr>
                                      <p:to>
                                        <p:strVal val="visible"/>
                                      </p:to>
                                    </p:set>
                                    <p:animEffect>
                                      <p:cBhvr>
                                        <p:cTn id="11"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00" grpId="0" bldLvl="0" animBg="1" autoUpdateAnimBg="0"/>
      <p:bldP spid="37" grpId="0" bldLvl="0" animBg="1"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descr="C:\Users\iamisis\Desktop\0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2192000" cy="6860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79" name="11 Imag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19267" y="6411384"/>
            <a:ext cx="482600" cy="404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0" name="12 Imag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87617" y="6411384"/>
            <a:ext cx="480483" cy="404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1" name="14 CuadroTexto"/>
          <p:cNvSpPr>
            <a:spLocks noChangeArrowheads="1"/>
          </p:cNvSpPr>
          <p:nvPr/>
        </p:nvSpPr>
        <p:spPr bwMode="auto">
          <a:xfrm>
            <a:off x="10619317" y="6426200"/>
            <a:ext cx="35939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r>
              <a:rPr lang="zh-CN" altLang="zh-CN" sz="1600" b="1" i="1">
                <a:solidFill>
                  <a:srgbClr val="FFFFFF"/>
                </a:solidFill>
                <a:latin typeface="Calibri" panose="020F0502020204030204" pitchFamily="34" charset="0"/>
                <a:ea typeface="MS PGothic" panose="020B0600070205080204" pitchFamily="34" charset="-128"/>
                <a:sym typeface="MS PGothic" panose="020B0600070205080204" pitchFamily="34" charset="-128"/>
              </a:rPr>
              <a:t>of</a:t>
            </a:r>
            <a:endParaRPr lang="zh-CN" altLang="zh-CN" sz="1600" b="1" i="1">
              <a:solidFill>
                <a:srgbClr val="FFFFFF"/>
              </a:solidFill>
              <a:latin typeface="Calibri" panose="020F0502020204030204" pitchFamily="34" charset="0"/>
              <a:ea typeface="MS PGothic" panose="020B0600070205080204" pitchFamily="34" charset="-128"/>
              <a:sym typeface="MS PGothic" panose="020B0600070205080204" pitchFamily="34" charset="-128"/>
            </a:endParaRPr>
          </a:p>
        </p:txBody>
      </p:sp>
      <p:sp>
        <p:nvSpPr>
          <p:cNvPr id="24582" name="15 CuadroTexto"/>
          <p:cNvSpPr>
            <a:spLocks noChangeArrowheads="1"/>
          </p:cNvSpPr>
          <p:nvPr/>
        </p:nvSpPr>
        <p:spPr bwMode="auto">
          <a:xfrm>
            <a:off x="11035565" y="6426200"/>
            <a:ext cx="39305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1600" b="1">
                <a:solidFill>
                  <a:srgbClr val="FFFFFF"/>
                </a:solidFill>
                <a:latin typeface="Calibri" panose="020F0502020204030204" pitchFamily="34" charset="0"/>
                <a:sym typeface="Calibri" panose="020F0502020204030204" pitchFamily="34" charset="0"/>
              </a:rPr>
              <a:t>21</a:t>
            </a:r>
            <a:endParaRPr lang="zh-CN" altLang="zh-CN" sz="1600" b="1">
              <a:solidFill>
                <a:srgbClr val="FFFFFF"/>
              </a:solidFill>
              <a:latin typeface="Calibri" panose="020F0502020204030204" pitchFamily="34" charset="0"/>
              <a:ea typeface="MS PGothic" panose="020B0600070205080204" pitchFamily="34" charset="-128"/>
              <a:sym typeface="MS PGothic" panose="020B0600070205080204" pitchFamily="34" charset="-128"/>
            </a:endParaRPr>
          </a:p>
        </p:txBody>
      </p:sp>
      <p:pic>
        <p:nvPicPr>
          <p:cNvPr id="24583" name="Imagen 6" descr="C:\Users\Design\Documents\Edu\Product Launch\btns.png">
            <a:hlinkClick r:id="" action="ppaction://hlinkshowjump?jump=nex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521018" y="6493933"/>
            <a:ext cx="234949" cy="237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4" name="Imagen 6" descr="C:\Users\Design\Documents\Edu\Product Launch\btns.png">
            <a:hlinkClick r:id="" action="ppaction://hlinkshowjump?jump=previousslid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8118" y="6493933"/>
            <a:ext cx="234949" cy="237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5" name="4 CuadroTexto"/>
          <p:cNvSpPr>
            <a:spLocks noChangeArrowheads="1"/>
          </p:cNvSpPr>
          <p:nvPr/>
        </p:nvSpPr>
        <p:spPr bwMode="auto">
          <a:xfrm>
            <a:off x="5166901" y="6421967"/>
            <a:ext cx="185820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zh-CN" altLang="zh-CN" sz="1600" b="1">
                <a:solidFill>
                  <a:srgbClr val="FFFFFF"/>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z="1600" b="1">
                <a:solidFill>
                  <a:srgbClr val="FFFFFF"/>
                </a:solidFill>
                <a:latin typeface="微软雅黑" panose="020B0503020204020204" pitchFamily="34" charset="-122"/>
                <a:ea typeface="微软雅黑" panose="020B0503020204020204" pitchFamily="34" charset="-122"/>
                <a:sym typeface="宋体" panose="02010600030101010101" pitchFamily="2" charset="-122"/>
              </a:rPr>
              <a:t>软件配置管理</a:t>
            </a:r>
            <a:endParaRPr lang="zh-CN" altLang="zh-CN" sz="1600" b="1">
              <a:solidFill>
                <a:srgbClr val="FFFFFF"/>
              </a:solidFill>
              <a:latin typeface="微软雅黑" panose="020B0503020204020204" pitchFamily="34" charset="-122"/>
              <a:ea typeface="微软雅黑" panose="020B0503020204020204" pitchFamily="34" charset="-122"/>
              <a:sym typeface="MS PGothic" panose="020B0600070205080204" pitchFamily="34" charset="-128"/>
            </a:endParaRPr>
          </a:p>
        </p:txBody>
      </p:sp>
      <p:sp>
        <p:nvSpPr>
          <p:cNvPr id="6154" name="内容占位符 2"/>
          <p:cNvSpPr>
            <a:spLocks noGrp="1" noChangeArrowheads="1"/>
          </p:cNvSpPr>
          <p:nvPr>
            <p:ph idx="4294967295"/>
          </p:nvPr>
        </p:nvSpPr>
        <p:spPr>
          <a:xfrm>
            <a:off x="609600" y="1494367"/>
            <a:ext cx="10972800" cy="590551"/>
          </a:xfrm>
        </p:spPr>
        <p:txBody>
          <a:bodyPr/>
          <a:lstStyle/>
          <a:p>
            <a:pPr eaLnBrk="1" hangingPunct="1"/>
            <a:r>
              <a:rPr lang="zh-CN" altLang="en-US" sz="2665">
                <a:latin typeface="微软雅黑" panose="020B0503020204020204" pitchFamily="34" charset="-122"/>
                <a:ea typeface="微软雅黑" panose="020B0503020204020204" pitchFamily="34" charset="-122"/>
              </a:rPr>
              <a:t>软件配置管理有四个主要的活动：</a:t>
            </a:r>
            <a:endParaRPr lang="zh-CN" altLang="zh-CN" smtClean="0"/>
          </a:p>
        </p:txBody>
      </p:sp>
      <p:sp>
        <p:nvSpPr>
          <p:cNvPr id="6156" name="椭圆 6"/>
          <p:cNvSpPr>
            <a:spLocks noChangeArrowheads="1"/>
          </p:cNvSpPr>
          <p:nvPr/>
        </p:nvSpPr>
        <p:spPr bwMode="auto">
          <a:xfrm>
            <a:off x="2497667" y="3141133"/>
            <a:ext cx="1551517" cy="1549400"/>
          </a:xfrm>
          <a:prstGeom prst="ellipse">
            <a:avLst/>
          </a:prstGeom>
          <a:solidFill>
            <a:srgbClr val="04AEDA"/>
          </a:solidFill>
          <a:ln w="25400">
            <a:solidFill>
              <a:srgbClr val="FFFFFF"/>
            </a:solidFill>
            <a:bevel/>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zh-CN" altLang="en-US" sz="2135" b="1">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识别</a:t>
            </a:r>
            <a:endParaRPr lang="zh-CN" altLang="en-US" sz="2135" b="1">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157" name="椭圆 7"/>
          <p:cNvSpPr>
            <a:spLocks noChangeArrowheads="1"/>
          </p:cNvSpPr>
          <p:nvPr/>
        </p:nvSpPr>
        <p:spPr bwMode="auto">
          <a:xfrm>
            <a:off x="4347634" y="3141133"/>
            <a:ext cx="1551517" cy="1549400"/>
          </a:xfrm>
          <a:prstGeom prst="ellipse">
            <a:avLst/>
          </a:prstGeom>
          <a:solidFill>
            <a:srgbClr val="04AEDA"/>
          </a:solidFill>
          <a:ln w="25400">
            <a:solidFill>
              <a:srgbClr val="FFFFFF"/>
            </a:solidFill>
            <a:bevel/>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zh-CN" altLang="en-US" sz="2135" b="1">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控制</a:t>
            </a:r>
            <a:endParaRPr lang="zh-CN" altLang="en-US" sz="2135" b="1">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158" name="椭圆 8"/>
          <p:cNvSpPr>
            <a:spLocks noChangeArrowheads="1"/>
          </p:cNvSpPr>
          <p:nvPr/>
        </p:nvSpPr>
        <p:spPr bwMode="auto">
          <a:xfrm>
            <a:off x="6197600" y="3141133"/>
            <a:ext cx="1549400" cy="1549400"/>
          </a:xfrm>
          <a:prstGeom prst="ellipse">
            <a:avLst/>
          </a:prstGeom>
          <a:solidFill>
            <a:srgbClr val="04AEDA"/>
          </a:solidFill>
          <a:ln w="25400">
            <a:solidFill>
              <a:srgbClr val="FFFFFF"/>
            </a:solidFill>
            <a:bevel/>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zh-CN" altLang="en-US" sz="2135" b="1">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状态报告</a:t>
            </a:r>
            <a:endParaRPr lang="zh-CN" altLang="en-US" sz="2135" b="1">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159" name="椭圆 9"/>
          <p:cNvSpPr>
            <a:spLocks noChangeArrowheads="1"/>
          </p:cNvSpPr>
          <p:nvPr/>
        </p:nvSpPr>
        <p:spPr bwMode="auto">
          <a:xfrm>
            <a:off x="8047567" y="3141133"/>
            <a:ext cx="1549400" cy="1549400"/>
          </a:xfrm>
          <a:prstGeom prst="ellipse">
            <a:avLst/>
          </a:prstGeom>
          <a:solidFill>
            <a:srgbClr val="04AEDA"/>
          </a:solidFill>
          <a:ln w="25400">
            <a:solidFill>
              <a:srgbClr val="FFFFFF"/>
            </a:solidFill>
            <a:bevel/>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zh-CN" altLang="en-US" sz="2135" b="1">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审计</a:t>
            </a:r>
            <a:endParaRPr lang="zh-CN" altLang="en-US" sz="2135" b="1">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4591" name="13 CuadroTexto"/>
          <p:cNvSpPr>
            <a:spLocks noChangeArrowheads="1"/>
          </p:cNvSpPr>
          <p:nvPr/>
        </p:nvSpPr>
        <p:spPr bwMode="auto">
          <a:xfrm>
            <a:off x="10305554" y="6430434"/>
            <a:ext cx="28886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1600" b="1">
                <a:solidFill>
                  <a:srgbClr val="04AEDA"/>
                </a:solidFill>
                <a:latin typeface="Calibri" panose="020F0502020204030204" pitchFamily="34" charset="0"/>
                <a:sym typeface="Calibri" panose="020F0502020204030204" pitchFamily="34" charset="0"/>
              </a:rPr>
              <a:t>8</a:t>
            </a:r>
            <a:endParaRPr lang="zh-CN" altLang="en-US" sz="1600" b="1">
              <a:solidFill>
                <a:srgbClr val="04AEDA"/>
              </a:solidFill>
              <a:latin typeface="Calibri" panose="020F0502020204030204" pitchFamily="34" charset="0"/>
              <a:ea typeface="MS PGothic" panose="020B0600070205080204" pitchFamily="34" charset="-128"/>
              <a:sym typeface="MS PGothic" panose="020B0600070205080204" pitchFamily="34" charset="-128"/>
            </a:endParaRPr>
          </a:p>
        </p:txBody>
      </p:sp>
      <p:sp>
        <p:nvSpPr>
          <p:cNvPr id="24592" name="直接连接符 11"/>
          <p:cNvSpPr>
            <a:spLocks noChangeShapeType="1"/>
          </p:cNvSpPr>
          <p:nvPr/>
        </p:nvSpPr>
        <p:spPr bwMode="auto">
          <a:xfrm flipH="1">
            <a:off x="285751" y="749300"/>
            <a:ext cx="4129616" cy="0"/>
          </a:xfrm>
          <a:prstGeom prst="line">
            <a:avLst/>
          </a:prstGeom>
          <a:noFill/>
          <a:ln w="9525">
            <a:solidFill>
              <a:srgbClr val="00B0F0"/>
            </a:solidFill>
            <a:bevel/>
          </a:ln>
          <a:extLst>
            <a:ext uri="{909E8E84-426E-40DD-AFC4-6F175D3DCCD1}">
              <a14:hiddenFill xmlns:a14="http://schemas.microsoft.com/office/drawing/2010/main">
                <a:noFill/>
              </a14:hiddenFill>
            </a:ext>
          </a:extLst>
        </p:spPr>
        <p:txBody>
          <a:bodyPr/>
          <a:lstStyle/>
          <a:p>
            <a:pPr defTabSz="1219200" eaLnBrk="0" fontAlgn="base" hangingPunct="0">
              <a:spcBef>
                <a:spcPct val="0"/>
              </a:spcBef>
              <a:spcAft>
                <a:spcPct val="0"/>
              </a:spcAft>
            </a:pPr>
            <a:endParaRPr lang="zh-CN" altLang="en-US" sz="2400">
              <a:solidFill>
                <a:srgbClr val="000000"/>
              </a:solidFill>
              <a:latin typeface="Arial" panose="020B0604020202020204" pitchFamily="34" charset="0"/>
              <a:ea typeface="宋体" panose="02010600030101010101" pitchFamily="2" charset="-122"/>
            </a:endParaRPr>
          </a:p>
        </p:txBody>
      </p:sp>
      <p:sp>
        <p:nvSpPr>
          <p:cNvPr id="24593" name="Rectangle 7"/>
          <p:cNvSpPr>
            <a:spLocks noChangeArrowheads="1"/>
          </p:cNvSpPr>
          <p:nvPr/>
        </p:nvSpPr>
        <p:spPr bwMode="auto">
          <a:xfrm>
            <a:off x="0" y="698500"/>
            <a:ext cx="287867" cy="95251"/>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endParaRPr lang="zh-CN" altLang="zh-CN" sz="2400">
              <a:solidFill>
                <a:srgbClr val="000000"/>
              </a:solidFill>
              <a:latin typeface="Calibri" panose="020F0502020204030204" pitchFamily="34" charset="0"/>
              <a:sym typeface="宋体" panose="02010600030101010101" pitchFamily="2" charset="-122"/>
            </a:endParaRPr>
          </a:p>
        </p:txBody>
      </p:sp>
      <p:sp>
        <p:nvSpPr>
          <p:cNvPr id="24594" name="TextBox 5"/>
          <p:cNvSpPr>
            <a:spLocks noChangeArrowheads="1"/>
          </p:cNvSpPr>
          <p:nvPr/>
        </p:nvSpPr>
        <p:spPr bwMode="auto">
          <a:xfrm>
            <a:off x="747185" y="258234"/>
            <a:ext cx="3407833" cy="52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lnSpc>
                <a:spcPts val="3415"/>
              </a:lnSpc>
              <a:spcBef>
                <a:spcPct val="0"/>
              </a:spcBef>
              <a:spcAft>
                <a:spcPct val="0"/>
              </a:spcAft>
            </a:pPr>
            <a:r>
              <a:rPr lang="zh-CN" altLang="en-US" sz="2665">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软件配置管理活动</a:t>
            </a:r>
            <a:endParaRPr lang="en-US" altLang="zh-CN" sz="2665">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6154">
                                            <p:txEl>
                                              <p:pRg st="0" end="0"/>
                                            </p:txEl>
                                          </p:spTgt>
                                        </p:tgtEl>
                                        <p:attrNameLst>
                                          <p:attrName>style.visibility</p:attrName>
                                        </p:attrNameLst>
                                      </p:cBhvr>
                                      <p:to>
                                        <p:strVal val="visible"/>
                                      </p:to>
                                    </p:set>
                                    <p:animEffect>
                                      <p:cBhvr>
                                        <p:cTn id="7" dur="500"/>
                                        <p:tgtEl>
                                          <p:spTgt spid="6154">
                                            <p:txEl>
                                              <p:pRg st="0" end="0"/>
                                            </p:txEl>
                                          </p:spTgt>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6156"/>
                                        </p:tgtEl>
                                        <p:attrNameLst>
                                          <p:attrName>style.visibility</p:attrName>
                                        </p:attrNameLst>
                                      </p:cBhvr>
                                      <p:to>
                                        <p:strVal val="visible"/>
                                      </p:to>
                                    </p:set>
                                    <p:animEffect>
                                      <p:cBhvr>
                                        <p:cTn id="11" dur="1000"/>
                                        <p:tgtEl>
                                          <p:spTgt spid="6156"/>
                                        </p:tgtEl>
                                      </p:cBhvr>
                                    </p:animEffect>
                                  </p:childTnLst>
                                </p:cTn>
                              </p:par>
                            </p:childTnLst>
                          </p:cTn>
                        </p:par>
                        <p:par>
                          <p:cTn id="12" fill="hold">
                            <p:stCondLst>
                              <p:cond delay="1500"/>
                            </p:stCondLst>
                            <p:childTnLst>
                              <p:par>
                                <p:cTn id="13" presetID="9" presetClass="entr" presetSubtype="0" fill="hold" grpId="0" nodeType="afterEffect">
                                  <p:stCondLst>
                                    <p:cond delay="0"/>
                                  </p:stCondLst>
                                  <p:childTnLst>
                                    <p:set>
                                      <p:cBhvr>
                                        <p:cTn id="14" dur="1" fill="hold">
                                          <p:stCondLst>
                                            <p:cond delay="0"/>
                                          </p:stCondLst>
                                        </p:cTn>
                                        <p:tgtEl>
                                          <p:spTgt spid="6157"/>
                                        </p:tgtEl>
                                        <p:attrNameLst>
                                          <p:attrName>style.visibility</p:attrName>
                                        </p:attrNameLst>
                                      </p:cBhvr>
                                      <p:to>
                                        <p:strVal val="visible"/>
                                      </p:to>
                                    </p:set>
                                    <p:animEffect>
                                      <p:cBhvr>
                                        <p:cTn id="15" dur="1000"/>
                                        <p:tgtEl>
                                          <p:spTgt spid="6157"/>
                                        </p:tgtEl>
                                      </p:cBhvr>
                                    </p:animEffect>
                                  </p:childTnLst>
                                </p:cTn>
                              </p:par>
                            </p:childTnLst>
                          </p:cTn>
                        </p:par>
                        <p:par>
                          <p:cTn id="16" fill="hold">
                            <p:stCondLst>
                              <p:cond delay="2500"/>
                            </p:stCondLst>
                            <p:childTnLst>
                              <p:par>
                                <p:cTn id="17" presetID="9" presetClass="entr" presetSubtype="0" fill="hold" grpId="0" nodeType="afterEffect">
                                  <p:stCondLst>
                                    <p:cond delay="0"/>
                                  </p:stCondLst>
                                  <p:childTnLst>
                                    <p:set>
                                      <p:cBhvr>
                                        <p:cTn id="18" dur="1" fill="hold">
                                          <p:stCondLst>
                                            <p:cond delay="0"/>
                                          </p:stCondLst>
                                        </p:cTn>
                                        <p:tgtEl>
                                          <p:spTgt spid="6158"/>
                                        </p:tgtEl>
                                        <p:attrNameLst>
                                          <p:attrName>style.visibility</p:attrName>
                                        </p:attrNameLst>
                                      </p:cBhvr>
                                      <p:to>
                                        <p:strVal val="visible"/>
                                      </p:to>
                                    </p:set>
                                    <p:animEffect>
                                      <p:cBhvr>
                                        <p:cTn id="19" dur="1000"/>
                                        <p:tgtEl>
                                          <p:spTgt spid="6158"/>
                                        </p:tgtEl>
                                      </p:cBhvr>
                                    </p:animEffect>
                                  </p:childTnLst>
                                </p:cTn>
                              </p:par>
                            </p:childTnLst>
                          </p:cTn>
                        </p:par>
                        <p:par>
                          <p:cTn id="20" fill="hold">
                            <p:stCondLst>
                              <p:cond delay="3500"/>
                            </p:stCondLst>
                            <p:childTnLst>
                              <p:par>
                                <p:cTn id="21" presetID="9" presetClass="entr" presetSubtype="0" fill="hold" grpId="0" nodeType="afterEffect">
                                  <p:stCondLst>
                                    <p:cond delay="0"/>
                                  </p:stCondLst>
                                  <p:childTnLst>
                                    <p:set>
                                      <p:cBhvr>
                                        <p:cTn id="22" dur="1" fill="hold">
                                          <p:stCondLst>
                                            <p:cond delay="0"/>
                                          </p:stCondLst>
                                        </p:cTn>
                                        <p:tgtEl>
                                          <p:spTgt spid="6159"/>
                                        </p:tgtEl>
                                        <p:attrNameLst>
                                          <p:attrName>style.visibility</p:attrName>
                                        </p:attrNameLst>
                                      </p:cBhvr>
                                      <p:to>
                                        <p:strVal val="visible"/>
                                      </p:to>
                                    </p:set>
                                    <p:animEffect>
                                      <p:cBhvr>
                                        <p:cTn id="23" dur="1000"/>
                                        <p:tgtEl>
                                          <p:spTgt spid="61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4" grpId="0" bldLvl="0" autoUpdateAnimBg="0" build="p"/>
      <p:bldP spid="6156" grpId="0" bldLvl="0" animBg="1" autoUpdateAnimBg="0"/>
      <p:bldP spid="6157" grpId="0" bldLvl="0" animBg="1" autoUpdateAnimBg="0"/>
      <p:bldP spid="6158" grpId="0" bldLvl="0" animBg="1" autoUpdateAnimBg="0"/>
      <p:bldP spid="6159" grpId="0" bldLvl="0" animBg="1"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descr="C:\Users\iamisis\Desktop\0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2192000" cy="6860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3" name="11 Imag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19267" y="6411384"/>
            <a:ext cx="482600" cy="404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4" name="12 Imag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87617" y="6411384"/>
            <a:ext cx="480483" cy="404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5" name="14 CuadroTexto"/>
          <p:cNvSpPr>
            <a:spLocks noChangeArrowheads="1"/>
          </p:cNvSpPr>
          <p:nvPr/>
        </p:nvSpPr>
        <p:spPr bwMode="auto">
          <a:xfrm>
            <a:off x="10619317" y="6426200"/>
            <a:ext cx="35939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r>
              <a:rPr lang="zh-CN" altLang="zh-CN" sz="1600" b="1" i="1">
                <a:solidFill>
                  <a:srgbClr val="FFFFFF"/>
                </a:solidFill>
                <a:latin typeface="Calibri" panose="020F0502020204030204" pitchFamily="34" charset="0"/>
                <a:ea typeface="MS PGothic" panose="020B0600070205080204" pitchFamily="34" charset="-128"/>
                <a:sym typeface="MS PGothic" panose="020B0600070205080204" pitchFamily="34" charset="-128"/>
              </a:rPr>
              <a:t>of</a:t>
            </a:r>
            <a:endParaRPr lang="zh-CN" altLang="zh-CN" sz="1600" b="1" i="1">
              <a:solidFill>
                <a:srgbClr val="FFFFFF"/>
              </a:solidFill>
              <a:latin typeface="Calibri" panose="020F0502020204030204" pitchFamily="34" charset="0"/>
              <a:ea typeface="MS PGothic" panose="020B0600070205080204" pitchFamily="34" charset="-128"/>
              <a:sym typeface="MS PGothic" panose="020B0600070205080204" pitchFamily="34" charset="-128"/>
            </a:endParaRPr>
          </a:p>
        </p:txBody>
      </p:sp>
      <p:sp>
        <p:nvSpPr>
          <p:cNvPr id="25606" name="15 CuadroTexto"/>
          <p:cNvSpPr>
            <a:spLocks noChangeArrowheads="1"/>
          </p:cNvSpPr>
          <p:nvPr/>
        </p:nvSpPr>
        <p:spPr bwMode="auto">
          <a:xfrm>
            <a:off x="11035565" y="6426200"/>
            <a:ext cx="39305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1600" b="1">
                <a:solidFill>
                  <a:srgbClr val="FFFFFF"/>
                </a:solidFill>
                <a:latin typeface="Calibri" panose="020F0502020204030204" pitchFamily="34" charset="0"/>
                <a:sym typeface="Calibri" panose="020F0502020204030204" pitchFamily="34" charset="0"/>
              </a:rPr>
              <a:t>21</a:t>
            </a:r>
            <a:endParaRPr lang="zh-CN" altLang="zh-CN" sz="1600" b="1">
              <a:solidFill>
                <a:srgbClr val="FFFFFF"/>
              </a:solidFill>
              <a:latin typeface="Calibri" panose="020F0502020204030204" pitchFamily="34" charset="0"/>
              <a:ea typeface="MS PGothic" panose="020B0600070205080204" pitchFamily="34" charset="-128"/>
              <a:sym typeface="MS PGothic" panose="020B0600070205080204" pitchFamily="34" charset="-128"/>
            </a:endParaRPr>
          </a:p>
        </p:txBody>
      </p:sp>
      <p:pic>
        <p:nvPicPr>
          <p:cNvPr id="25607" name="Imagen 6" descr="C:\Users\Design\Documents\Edu\Product Launch\btns.png">
            <a:hlinkClick r:id="" action="ppaction://hlinkshowjump?jump=nex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521018" y="6493933"/>
            <a:ext cx="234949" cy="237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8" name="Imagen 6" descr="C:\Users\Design\Documents\Edu\Product Launch\btns.png">
            <a:hlinkClick r:id="" action="ppaction://hlinkshowjump?jump=previousslid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8118" y="6493933"/>
            <a:ext cx="234949" cy="237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9" name="4 CuadroTexto"/>
          <p:cNvSpPr>
            <a:spLocks noChangeArrowheads="1"/>
          </p:cNvSpPr>
          <p:nvPr/>
        </p:nvSpPr>
        <p:spPr bwMode="auto">
          <a:xfrm>
            <a:off x="5166901" y="6421967"/>
            <a:ext cx="185820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zh-CN" altLang="zh-CN" sz="1600" b="1">
                <a:solidFill>
                  <a:srgbClr val="FFFFFF"/>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z="1600" b="1">
                <a:solidFill>
                  <a:srgbClr val="FFFFFF"/>
                </a:solidFill>
                <a:latin typeface="微软雅黑" panose="020B0503020204020204" pitchFamily="34" charset="-122"/>
                <a:ea typeface="微软雅黑" panose="020B0503020204020204" pitchFamily="34" charset="-122"/>
                <a:sym typeface="宋体" panose="02010600030101010101" pitchFamily="2" charset="-122"/>
              </a:rPr>
              <a:t>软件配置管理</a:t>
            </a:r>
            <a:endParaRPr lang="zh-CN" altLang="zh-CN" sz="1600" b="1">
              <a:solidFill>
                <a:srgbClr val="FFFFFF"/>
              </a:solidFill>
              <a:latin typeface="微软雅黑" panose="020B0503020204020204" pitchFamily="34" charset="-122"/>
              <a:ea typeface="微软雅黑" panose="020B0503020204020204" pitchFamily="34" charset="-122"/>
              <a:sym typeface="MS PGothic" panose="020B0600070205080204" pitchFamily="34" charset="-128"/>
            </a:endParaRPr>
          </a:p>
        </p:txBody>
      </p:sp>
      <p:sp>
        <p:nvSpPr>
          <p:cNvPr id="6154" name="内容占位符 2"/>
          <p:cNvSpPr>
            <a:spLocks noGrp="1" noChangeArrowheads="1"/>
          </p:cNvSpPr>
          <p:nvPr>
            <p:ph idx="4294967295"/>
          </p:nvPr>
        </p:nvSpPr>
        <p:spPr>
          <a:xfrm>
            <a:off x="675217" y="1761068"/>
            <a:ext cx="10972800" cy="2798233"/>
          </a:xfrm>
        </p:spPr>
        <p:txBody>
          <a:bodyPr/>
          <a:lstStyle/>
          <a:p>
            <a:pPr eaLnBrk="1" hangingPunct="1"/>
            <a:r>
              <a:rPr lang="zh-CN" altLang="en-US" sz="2665" b="1">
                <a:solidFill>
                  <a:srgbClr val="03AEDA"/>
                </a:solidFill>
                <a:latin typeface="微软雅黑" panose="020B0503020204020204" pitchFamily="34" charset="-122"/>
                <a:ea typeface="微软雅黑" panose="020B0503020204020204" pitchFamily="34" charset="-122"/>
              </a:rPr>
              <a:t>识别</a:t>
            </a:r>
            <a:r>
              <a:rPr lang="zh-CN" altLang="en-US" sz="2665">
                <a:latin typeface="微软雅黑" panose="020B0503020204020204" pitchFamily="34" charset="-122"/>
                <a:ea typeface="微软雅黑" panose="020B0503020204020204" pitchFamily="34" charset="-122"/>
              </a:rPr>
              <a:t>是指对产品的整体结构和各项（模块、类等）的识别。</a:t>
            </a:r>
            <a:endParaRPr lang="zh-CN" altLang="en-US" sz="2665">
              <a:latin typeface="微软雅黑" panose="020B0503020204020204" pitchFamily="34" charset="-122"/>
              <a:ea typeface="微软雅黑" panose="020B0503020204020204" pitchFamily="34" charset="-122"/>
            </a:endParaRPr>
          </a:p>
          <a:p>
            <a:pPr eaLnBrk="1" hangingPunct="1"/>
            <a:r>
              <a:rPr lang="zh-CN" altLang="en-US" sz="2665" b="1">
                <a:solidFill>
                  <a:srgbClr val="03AEDA"/>
                </a:solidFill>
                <a:latin typeface="微软雅黑" panose="020B0503020204020204" pitchFamily="34" charset="-122"/>
                <a:ea typeface="微软雅黑" panose="020B0503020204020204" pitchFamily="34" charset="-122"/>
              </a:rPr>
              <a:t>控制</a:t>
            </a:r>
            <a:r>
              <a:rPr lang="zh-CN" altLang="en-US" sz="2665">
                <a:latin typeface="微软雅黑" panose="020B0503020204020204" pitchFamily="34" charset="-122"/>
                <a:ea typeface="微软雅黑" panose="020B0503020204020204" pitchFamily="34" charset="-122"/>
              </a:rPr>
              <a:t>是指对识别出的大量配置项进行管理的技术控制的方法。</a:t>
            </a:r>
            <a:endParaRPr lang="zh-CN" altLang="en-US" sz="2665">
              <a:latin typeface="微软雅黑" panose="020B0503020204020204" pitchFamily="34" charset="-122"/>
              <a:ea typeface="微软雅黑" panose="020B0503020204020204" pitchFamily="34" charset="-122"/>
            </a:endParaRPr>
          </a:p>
          <a:p>
            <a:pPr eaLnBrk="1" hangingPunct="1"/>
            <a:r>
              <a:rPr lang="zh-CN" altLang="en-US" sz="2665" b="1">
                <a:solidFill>
                  <a:srgbClr val="03AEDA"/>
                </a:solidFill>
                <a:latin typeface="微软雅黑" panose="020B0503020204020204" pitchFamily="34" charset="-122"/>
                <a:ea typeface="微软雅黑" panose="020B0503020204020204" pitchFamily="34" charset="-122"/>
              </a:rPr>
              <a:t>状态报告</a:t>
            </a:r>
            <a:r>
              <a:rPr lang="zh-CN" altLang="en-US" sz="2665">
                <a:latin typeface="微软雅黑" panose="020B0503020204020204" pitchFamily="34" charset="-122"/>
                <a:ea typeface="微软雅黑" panose="020B0503020204020204" pitchFamily="34" charset="-122"/>
              </a:rPr>
              <a:t>是指把描述项及其状态的信息报告给所有相关方面，如管理人员、顾客和技术人员。</a:t>
            </a:r>
            <a:endParaRPr lang="zh-CN" altLang="en-US" sz="2665">
              <a:latin typeface="微软雅黑" panose="020B0503020204020204" pitchFamily="34" charset="-122"/>
              <a:ea typeface="微软雅黑" panose="020B0503020204020204" pitchFamily="34" charset="-122"/>
            </a:endParaRPr>
          </a:p>
          <a:p>
            <a:pPr eaLnBrk="1" hangingPunct="1"/>
            <a:r>
              <a:rPr lang="zh-CN" altLang="en-US" sz="2665" b="1">
                <a:solidFill>
                  <a:srgbClr val="03AEDA"/>
                </a:solidFill>
                <a:latin typeface="微软雅黑" panose="020B0503020204020204" pitchFamily="34" charset="-122"/>
                <a:ea typeface="微软雅黑" panose="020B0503020204020204" pitchFamily="34" charset="-122"/>
              </a:rPr>
              <a:t>审计</a:t>
            </a:r>
            <a:r>
              <a:rPr lang="zh-CN" altLang="en-US" sz="2665">
                <a:latin typeface="微软雅黑" panose="020B0503020204020204" pitchFamily="34" charset="-122"/>
                <a:ea typeface="微软雅黑" panose="020B0503020204020204" pitchFamily="34" charset="-122"/>
              </a:rPr>
              <a:t>是指用来确认</a:t>
            </a:r>
            <a:r>
              <a:rPr lang="en-US" altLang="zh-CN" sz="2665">
                <a:latin typeface="微软雅黑" panose="020B0503020204020204" pitchFamily="34" charset="-122"/>
                <a:ea typeface="微软雅黑" panose="020B0503020204020204" pitchFamily="34" charset="-122"/>
              </a:rPr>
              <a:t>SCM</a:t>
            </a:r>
            <a:r>
              <a:rPr lang="zh-CN" altLang="en-US" sz="2665">
                <a:latin typeface="微软雅黑" panose="020B0503020204020204" pitchFamily="34" charset="-122"/>
                <a:ea typeface="微软雅黑" panose="020B0503020204020204" pitchFamily="34" charset="-122"/>
              </a:rPr>
              <a:t>系统正常工作的活动</a:t>
            </a:r>
            <a:endParaRPr lang="zh-CN" altLang="en-US" sz="2665">
              <a:latin typeface="微软雅黑" panose="020B0503020204020204" pitchFamily="34" charset="-122"/>
              <a:ea typeface="微软雅黑" panose="020B0503020204020204" pitchFamily="34" charset="-122"/>
            </a:endParaRPr>
          </a:p>
        </p:txBody>
      </p:sp>
      <p:sp>
        <p:nvSpPr>
          <p:cNvPr id="25611" name="13 CuadroTexto"/>
          <p:cNvSpPr>
            <a:spLocks noChangeArrowheads="1"/>
          </p:cNvSpPr>
          <p:nvPr/>
        </p:nvSpPr>
        <p:spPr bwMode="auto">
          <a:xfrm>
            <a:off x="10305554" y="6430434"/>
            <a:ext cx="28886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1600" b="1">
                <a:solidFill>
                  <a:srgbClr val="04AEDA"/>
                </a:solidFill>
                <a:latin typeface="Calibri" panose="020F0502020204030204" pitchFamily="34" charset="0"/>
                <a:sym typeface="Calibri" panose="020F0502020204030204" pitchFamily="34" charset="0"/>
              </a:rPr>
              <a:t>9</a:t>
            </a:r>
            <a:endParaRPr lang="zh-CN" altLang="en-US" sz="1600" b="1">
              <a:solidFill>
                <a:srgbClr val="04AEDA"/>
              </a:solidFill>
              <a:latin typeface="Calibri" panose="020F0502020204030204" pitchFamily="34" charset="0"/>
              <a:ea typeface="MS PGothic" panose="020B0600070205080204" pitchFamily="34" charset="-128"/>
              <a:sym typeface="MS PGothic" panose="020B0600070205080204" pitchFamily="34" charset="-128"/>
            </a:endParaRPr>
          </a:p>
        </p:txBody>
      </p:sp>
      <p:sp>
        <p:nvSpPr>
          <p:cNvPr id="25612" name="直接连接符 11"/>
          <p:cNvSpPr>
            <a:spLocks noChangeShapeType="1"/>
          </p:cNvSpPr>
          <p:nvPr/>
        </p:nvSpPr>
        <p:spPr bwMode="auto">
          <a:xfrm flipH="1">
            <a:off x="285751" y="749300"/>
            <a:ext cx="4129616" cy="0"/>
          </a:xfrm>
          <a:prstGeom prst="line">
            <a:avLst/>
          </a:prstGeom>
          <a:noFill/>
          <a:ln w="9525">
            <a:solidFill>
              <a:srgbClr val="00B0F0"/>
            </a:solidFill>
            <a:bevel/>
          </a:ln>
          <a:extLst>
            <a:ext uri="{909E8E84-426E-40DD-AFC4-6F175D3DCCD1}">
              <a14:hiddenFill xmlns:a14="http://schemas.microsoft.com/office/drawing/2010/main">
                <a:noFill/>
              </a14:hiddenFill>
            </a:ext>
          </a:extLst>
        </p:spPr>
        <p:txBody>
          <a:bodyPr/>
          <a:lstStyle/>
          <a:p>
            <a:pPr defTabSz="1219200" eaLnBrk="0" fontAlgn="base" hangingPunct="0">
              <a:spcBef>
                <a:spcPct val="0"/>
              </a:spcBef>
              <a:spcAft>
                <a:spcPct val="0"/>
              </a:spcAft>
            </a:pPr>
            <a:endParaRPr lang="zh-CN" altLang="en-US" sz="2400">
              <a:solidFill>
                <a:srgbClr val="000000"/>
              </a:solidFill>
              <a:latin typeface="Arial" panose="020B0604020202020204" pitchFamily="34" charset="0"/>
              <a:ea typeface="宋体" panose="02010600030101010101" pitchFamily="2" charset="-122"/>
            </a:endParaRPr>
          </a:p>
        </p:txBody>
      </p:sp>
      <p:sp>
        <p:nvSpPr>
          <p:cNvPr id="25613" name="Rectangle 7"/>
          <p:cNvSpPr>
            <a:spLocks noChangeArrowheads="1"/>
          </p:cNvSpPr>
          <p:nvPr/>
        </p:nvSpPr>
        <p:spPr bwMode="auto">
          <a:xfrm>
            <a:off x="0" y="698500"/>
            <a:ext cx="287867" cy="95251"/>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endParaRPr lang="zh-CN" altLang="zh-CN" sz="2400">
              <a:solidFill>
                <a:srgbClr val="000000"/>
              </a:solidFill>
              <a:latin typeface="Calibri" panose="020F0502020204030204" pitchFamily="34" charset="0"/>
              <a:sym typeface="宋体" panose="02010600030101010101" pitchFamily="2" charset="-122"/>
            </a:endParaRPr>
          </a:p>
        </p:txBody>
      </p:sp>
      <p:sp>
        <p:nvSpPr>
          <p:cNvPr id="25614" name="TextBox 5"/>
          <p:cNvSpPr>
            <a:spLocks noChangeArrowheads="1"/>
          </p:cNvSpPr>
          <p:nvPr/>
        </p:nvSpPr>
        <p:spPr bwMode="auto">
          <a:xfrm>
            <a:off x="747185" y="258234"/>
            <a:ext cx="3407833" cy="52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lnSpc>
                <a:spcPts val="3415"/>
              </a:lnSpc>
              <a:spcBef>
                <a:spcPct val="0"/>
              </a:spcBef>
              <a:spcAft>
                <a:spcPct val="0"/>
              </a:spcAft>
            </a:pPr>
            <a:r>
              <a:rPr lang="zh-CN" altLang="en-US" sz="2665">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软件配置管理活动</a:t>
            </a:r>
            <a:endParaRPr lang="en-US" altLang="zh-CN" sz="2665">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6154">
                                            <p:txEl>
                                              <p:pRg st="0" end="0"/>
                                            </p:txEl>
                                          </p:spTgt>
                                        </p:tgtEl>
                                        <p:attrNameLst>
                                          <p:attrName>style.visibility</p:attrName>
                                        </p:attrNameLst>
                                      </p:cBhvr>
                                      <p:to>
                                        <p:strVal val="visible"/>
                                      </p:to>
                                    </p:set>
                                    <p:animEffect>
                                      <p:cBhvr>
                                        <p:cTn id="7" dur="500"/>
                                        <p:tgtEl>
                                          <p:spTgt spid="6154">
                                            <p:txEl>
                                              <p:pRg st="0" end="0"/>
                                            </p:txEl>
                                          </p:spTgt>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6154">
                                            <p:txEl>
                                              <p:pRg st="1" end="1"/>
                                            </p:txEl>
                                          </p:spTgt>
                                        </p:tgtEl>
                                        <p:attrNameLst>
                                          <p:attrName>style.visibility</p:attrName>
                                        </p:attrNameLst>
                                      </p:cBhvr>
                                      <p:to>
                                        <p:strVal val="visible"/>
                                      </p:to>
                                    </p:set>
                                    <p:animEffect>
                                      <p:cBhvr>
                                        <p:cTn id="11" dur="500"/>
                                        <p:tgtEl>
                                          <p:spTgt spid="6154">
                                            <p:txEl>
                                              <p:pRg st="1" end="1"/>
                                            </p:txEl>
                                          </p:spTgt>
                                        </p:tgtEl>
                                      </p:cBhvr>
                                    </p:animEffect>
                                  </p:childTnLst>
                                </p:cTn>
                              </p:par>
                            </p:childTnLst>
                          </p:cTn>
                        </p:par>
                        <p:par>
                          <p:cTn id="12" fill="hold">
                            <p:stCondLst>
                              <p:cond delay="1000"/>
                            </p:stCondLst>
                            <p:childTnLst>
                              <p:par>
                                <p:cTn id="13" presetID="14" presetClass="entr" presetSubtype="10" fill="hold" grpId="0" nodeType="afterEffect">
                                  <p:stCondLst>
                                    <p:cond delay="0"/>
                                  </p:stCondLst>
                                  <p:childTnLst>
                                    <p:set>
                                      <p:cBhvr>
                                        <p:cTn id="14" dur="1" fill="hold">
                                          <p:stCondLst>
                                            <p:cond delay="0"/>
                                          </p:stCondLst>
                                        </p:cTn>
                                        <p:tgtEl>
                                          <p:spTgt spid="6154">
                                            <p:txEl>
                                              <p:pRg st="2" end="2"/>
                                            </p:txEl>
                                          </p:spTgt>
                                        </p:tgtEl>
                                        <p:attrNameLst>
                                          <p:attrName>style.visibility</p:attrName>
                                        </p:attrNameLst>
                                      </p:cBhvr>
                                      <p:to>
                                        <p:strVal val="visible"/>
                                      </p:to>
                                    </p:set>
                                    <p:animEffect>
                                      <p:cBhvr>
                                        <p:cTn id="15" dur="500"/>
                                        <p:tgtEl>
                                          <p:spTgt spid="6154">
                                            <p:txEl>
                                              <p:pRg st="2" end="2"/>
                                            </p:txEl>
                                          </p:spTgt>
                                        </p:tgtEl>
                                      </p:cBhvr>
                                    </p:animEffect>
                                  </p:childTnLst>
                                </p:cTn>
                              </p:par>
                            </p:childTnLst>
                          </p:cTn>
                        </p:par>
                        <p:par>
                          <p:cTn id="16" fill="hold">
                            <p:stCondLst>
                              <p:cond delay="1500"/>
                            </p:stCondLst>
                            <p:childTnLst>
                              <p:par>
                                <p:cTn id="17" presetID="14" presetClass="entr" presetSubtype="10" fill="hold" grpId="0" nodeType="afterEffect">
                                  <p:stCondLst>
                                    <p:cond delay="0"/>
                                  </p:stCondLst>
                                  <p:childTnLst>
                                    <p:set>
                                      <p:cBhvr>
                                        <p:cTn id="18" dur="1" fill="hold">
                                          <p:stCondLst>
                                            <p:cond delay="0"/>
                                          </p:stCondLst>
                                        </p:cTn>
                                        <p:tgtEl>
                                          <p:spTgt spid="6154">
                                            <p:txEl>
                                              <p:pRg st="3" end="3"/>
                                            </p:txEl>
                                          </p:spTgt>
                                        </p:tgtEl>
                                        <p:attrNameLst>
                                          <p:attrName>style.visibility</p:attrName>
                                        </p:attrNameLst>
                                      </p:cBhvr>
                                      <p:to>
                                        <p:strVal val="visible"/>
                                      </p:to>
                                    </p:set>
                                    <p:animEffect>
                                      <p:cBhvr>
                                        <p:cTn id="19" dur="500"/>
                                        <p:tgtEl>
                                          <p:spTgt spid="615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4" grpId="0" bldLvl="0" autoUpdateAnimBg="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descr="C:\Users\iamisis\Desktop\0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2192000" cy="6860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7" name="11 Imag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19267" y="6411384"/>
            <a:ext cx="482600" cy="404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8" name="12 Imag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87617" y="6411384"/>
            <a:ext cx="480483" cy="404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9" name="14 CuadroTexto"/>
          <p:cNvSpPr>
            <a:spLocks noChangeArrowheads="1"/>
          </p:cNvSpPr>
          <p:nvPr/>
        </p:nvSpPr>
        <p:spPr bwMode="auto">
          <a:xfrm>
            <a:off x="10619317" y="6426200"/>
            <a:ext cx="35939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r>
              <a:rPr lang="zh-CN" altLang="zh-CN" sz="1600" b="1" i="1">
                <a:solidFill>
                  <a:srgbClr val="FFFFFF"/>
                </a:solidFill>
                <a:latin typeface="Calibri" panose="020F0502020204030204" pitchFamily="34" charset="0"/>
                <a:ea typeface="MS PGothic" panose="020B0600070205080204" pitchFamily="34" charset="-128"/>
                <a:sym typeface="MS PGothic" panose="020B0600070205080204" pitchFamily="34" charset="-128"/>
              </a:rPr>
              <a:t>of</a:t>
            </a:r>
            <a:endParaRPr lang="zh-CN" altLang="zh-CN" sz="1600" b="1" i="1">
              <a:solidFill>
                <a:srgbClr val="FFFFFF"/>
              </a:solidFill>
              <a:latin typeface="Calibri" panose="020F0502020204030204" pitchFamily="34" charset="0"/>
              <a:ea typeface="MS PGothic" panose="020B0600070205080204" pitchFamily="34" charset="-128"/>
              <a:sym typeface="MS PGothic" panose="020B0600070205080204" pitchFamily="34" charset="-128"/>
            </a:endParaRPr>
          </a:p>
        </p:txBody>
      </p:sp>
      <p:sp>
        <p:nvSpPr>
          <p:cNvPr id="26630" name="15 CuadroTexto"/>
          <p:cNvSpPr>
            <a:spLocks noChangeArrowheads="1"/>
          </p:cNvSpPr>
          <p:nvPr/>
        </p:nvSpPr>
        <p:spPr bwMode="auto">
          <a:xfrm>
            <a:off x="11035565" y="6426200"/>
            <a:ext cx="39305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1600" b="1">
                <a:solidFill>
                  <a:srgbClr val="FFFFFF"/>
                </a:solidFill>
                <a:latin typeface="Calibri" panose="020F0502020204030204" pitchFamily="34" charset="0"/>
                <a:sym typeface="Calibri" panose="020F0502020204030204" pitchFamily="34" charset="0"/>
              </a:rPr>
              <a:t>21</a:t>
            </a:r>
            <a:endParaRPr lang="zh-CN" altLang="zh-CN" sz="1600" b="1">
              <a:solidFill>
                <a:srgbClr val="FFFFFF"/>
              </a:solidFill>
              <a:latin typeface="Calibri" panose="020F0502020204030204" pitchFamily="34" charset="0"/>
              <a:ea typeface="MS PGothic" panose="020B0600070205080204" pitchFamily="34" charset="-128"/>
              <a:sym typeface="MS PGothic" panose="020B0600070205080204" pitchFamily="34" charset="-128"/>
            </a:endParaRPr>
          </a:p>
        </p:txBody>
      </p:sp>
      <p:pic>
        <p:nvPicPr>
          <p:cNvPr id="26631" name="Imagen 6" descr="C:\Users\Design\Documents\Edu\Product Launch\btns.png">
            <a:hlinkClick r:id="" action="ppaction://hlinkshowjump?jump=nex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521018" y="6493933"/>
            <a:ext cx="234949" cy="237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2" name="Imagen 6" descr="C:\Users\Design\Documents\Edu\Product Launch\btns.png">
            <a:hlinkClick r:id="" action="ppaction://hlinkshowjump?jump=previousslid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8118" y="6493933"/>
            <a:ext cx="234949" cy="237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3" name="4 CuadroTexto"/>
          <p:cNvSpPr>
            <a:spLocks noChangeArrowheads="1"/>
          </p:cNvSpPr>
          <p:nvPr/>
        </p:nvSpPr>
        <p:spPr bwMode="auto">
          <a:xfrm>
            <a:off x="5166901" y="6421967"/>
            <a:ext cx="185820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zh-CN" altLang="zh-CN" sz="1600" b="1">
                <a:solidFill>
                  <a:srgbClr val="FFFFFF"/>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z="1600" b="1">
                <a:solidFill>
                  <a:srgbClr val="FFFFFF"/>
                </a:solidFill>
                <a:latin typeface="微软雅黑" panose="020B0503020204020204" pitchFamily="34" charset="-122"/>
                <a:ea typeface="微软雅黑" panose="020B0503020204020204" pitchFamily="34" charset="-122"/>
                <a:sym typeface="宋体" panose="02010600030101010101" pitchFamily="2" charset="-122"/>
              </a:rPr>
              <a:t>软件配置管理</a:t>
            </a:r>
            <a:endParaRPr lang="zh-CN" altLang="zh-CN" sz="1600" b="1">
              <a:solidFill>
                <a:srgbClr val="FFFFFF"/>
              </a:solidFill>
              <a:latin typeface="微软雅黑" panose="020B0503020204020204" pitchFamily="34" charset="-122"/>
              <a:ea typeface="微软雅黑" panose="020B0503020204020204" pitchFamily="34" charset="-122"/>
              <a:sym typeface="MS PGothic" panose="020B0600070205080204" pitchFamily="34" charset="-128"/>
            </a:endParaRPr>
          </a:p>
        </p:txBody>
      </p:sp>
      <p:sp>
        <p:nvSpPr>
          <p:cNvPr id="7180" name="内容占位符 2"/>
          <p:cNvSpPr>
            <a:spLocks noGrp="1" noChangeArrowheads="1"/>
          </p:cNvSpPr>
          <p:nvPr>
            <p:ph idx="4294967295"/>
          </p:nvPr>
        </p:nvSpPr>
        <p:spPr>
          <a:xfrm>
            <a:off x="609600" y="1153584"/>
            <a:ext cx="10972800" cy="897467"/>
          </a:xfrm>
        </p:spPr>
        <p:txBody>
          <a:bodyPr/>
          <a:lstStyle/>
          <a:p>
            <a:pPr eaLnBrk="1" hangingPunct="1"/>
            <a:r>
              <a:rPr lang="zh-CN" altLang="en-US" sz="2665">
                <a:solidFill>
                  <a:srgbClr val="03AEDA"/>
                </a:solidFill>
                <a:latin typeface="微软雅黑" panose="020B0503020204020204" pitchFamily="34" charset="-122"/>
                <a:ea typeface="微软雅黑" panose="020B0503020204020204" pitchFamily="34" charset="-122"/>
              </a:rPr>
              <a:t>配置识别</a:t>
            </a:r>
            <a:r>
              <a:rPr lang="zh-CN" altLang="en-US" sz="2665">
                <a:latin typeface="微软雅黑" panose="020B0503020204020204" pitchFamily="34" charset="-122"/>
                <a:ea typeface="微软雅黑" panose="020B0503020204020204" pitchFamily="34" charset="-122"/>
              </a:rPr>
              <a:t>被描述为配置管理的一个元素，包括为系统选择配置项并将它们的功能和物理特征记录在技术文档中。</a:t>
            </a:r>
            <a:endParaRPr lang="zh-CN" altLang="zh-CN" smtClean="0"/>
          </a:p>
        </p:txBody>
      </p:sp>
      <p:sp>
        <p:nvSpPr>
          <p:cNvPr id="7181" name="矩形 3"/>
          <p:cNvSpPr>
            <a:spLocks noChangeArrowheads="1"/>
          </p:cNvSpPr>
          <p:nvPr/>
        </p:nvSpPr>
        <p:spPr bwMode="auto">
          <a:xfrm>
            <a:off x="747184" y="2211917"/>
            <a:ext cx="1056216" cy="759883"/>
          </a:xfrm>
          <a:prstGeom prst="rect">
            <a:avLst/>
          </a:prstGeom>
          <a:solidFill>
            <a:srgbClr val="04AEDA"/>
          </a:solidFill>
          <a:ln>
            <a:noFill/>
          </a:ln>
          <a:extLst>
            <a:ext uri="{91240B29-F687-4F45-9708-019B960494DF}">
              <a14:hiddenLine xmlns:a14="http://schemas.microsoft.com/office/drawing/2010/main" w="19050">
                <a:solidFill>
                  <a:srgbClr val="000000"/>
                </a:solidFill>
                <a:prstDash val="sysDot"/>
                <a:bevel/>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zh-CN" altLang="en-US"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例如：</a:t>
            </a:r>
            <a:endParaRPr lang="zh-CN" altLang="en-US" sz="2400">
              <a:solidFill>
                <a:srgbClr val="000000"/>
              </a:solidFill>
              <a:sym typeface="Calibri" panose="020F0502020204030204" pitchFamily="34" charset="0"/>
            </a:endParaRPr>
          </a:p>
        </p:txBody>
      </p:sp>
      <p:sp>
        <p:nvSpPr>
          <p:cNvPr id="26636" name="13 CuadroTexto"/>
          <p:cNvSpPr>
            <a:spLocks noChangeArrowheads="1"/>
          </p:cNvSpPr>
          <p:nvPr/>
        </p:nvSpPr>
        <p:spPr bwMode="auto">
          <a:xfrm>
            <a:off x="10253457" y="6430434"/>
            <a:ext cx="39305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1600" b="1">
                <a:solidFill>
                  <a:srgbClr val="04AEDA"/>
                </a:solidFill>
                <a:latin typeface="Calibri" panose="020F0502020204030204" pitchFamily="34" charset="0"/>
                <a:sym typeface="Calibri" panose="020F0502020204030204" pitchFamily="34" charset="0"/>
              </a:rPr>
              <a:t>10</a:t>
            </a:r>
            <a:endParaRPr lang="zh-CN" altLang="en-US" sz="1600" b="1">
              <a:solidFill>
                <a:srgbClr val="04AEDA"/>
              </a:solidFill>
              <a:latin typeface="Calibri" panose="020F0502020204030204" pitchFamily="34" charset="0"/>
              <a:ea typeface="MS PGothic" panose="020B0600070205080204" pitchFamily="34" charset="-128"/>
              <a:sym typeface="MS PGothic" panose="020B0600070205080204" pitchFamily="34" charset="-128"/>
            </a:endParaRPr>
          </a:p>
        </p:txBody>
      </p:sp>
      <p:sp>
        <p:nvSpPr>
          <p:cNvPr id="26637" name="直接连接符 9"/>
          <p:cNvSpPr>
            <a:spLocks noChangeShapeType="1"/>
          </p:cNvSpPr>
          <p:nvPr/>
        </p:nvSpPr>
        <p:spPr bwMode="auto">
          <a:xfrm flipH="1">
            <a:off x="285751" y="749300"/>
            <a:ext cx="4129616" cy="0"/>
          </a:xfrm>
          <a:prstGeom prst="line">
            <a:avLst/>
          </a:prstGeom>
          <a:noFill/>
          <a:ln w="9525">
            <a:solidFill>
              <a:srgbClr val="00B0F0"/>
            </a:solidFill>
            <a:bevel/>
          </a:ln>
          <a:extLst>
            <a:ext uri="{909E8E84-426E-40DD-AFC4-6F175D3DCCD1}">
              <a14:hiddenFill xmlns:a14="http://schemas.microsoft.com/office/drawing/2010/main">
                <a:noFill/>
              </a14:hiddenFill>
            </a:ext>
          </a:extLst>
        </p:spPr>
        <p:txBody>
          <a:bodyPr/>
          <a:lstStyle/>
          <a:p>
            <a:pPr defTabSz="1219200" eaLnBrk="0" fontAlgn="base" hangingPunct="0">
              <a:spcBef>
                <a:spcPct val="0"/>
              </a:spcBef>
              <a:spcAft>
                <a:spcPct val="0"/>
              </a:spcAft>
            </a:pPr>
            <a:endParaRPr lang="zh-CN" altLang="en-US" sz="2400">
              <a:solidFill>
                <a:srgbClr val="000000"/>
              </a:solidFill>
              <a:latin typeface="Arial" panose="020B0604020202020204" pitchFamily="34" charset="0"/>
              <a:ea typeface="宋体" panose="02010600030101010101" pitchFamily="2" charset="-122"/>
            </a:endParaRPr>
          </a:p>
        </p:txBody>
      </p:sp>
      <p:sp>
        <p:nvSpPr>
          <p:cNvPr id="26638" name="Rectangle 7"/>
          <p:cNvSpPr>
            <a:spLocks noChangeArrowheads="1"/>
          </p:cNvSpPr>
          <p:nvPr/>
        </p:nvSpPr>
        <p:spPr bwMode="auto">
          <a:xfrm>
            <a:off x="0" y="698500"/>
            <a:ext cx="287867" cy="95251"/>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endParaRPr lang="zh-CN" altLang="zh-CN" sz="2400">
              <a:solidFill>
                <a:srgbClr val="000000"/>
              </a:solidFill>
              <a:latin typeface="Calibri" panose="020F0502020204030204" pitchFamily="34" charset="0"/>
              <a:sym typeface="宋体" panose="02010600030101010101" pitchFamily="2" charset="-122"/>
            </a:endParaRPr>
          </a:p>
        </p:txBody>
      </p:sp>
      <p:sp>
        <p:nvSpPr>
          <p:cNvPr id="26639" name="TextBox 5"/>
          <p:cNvSpPr>
            <a:spLocks noChangeArrowheads="1"/>
          </p:cNvSpPr>
          <p:nvPr/>
        </p:nvSpPr>
        <p:spPr bwMode="auto">
          <a:xfrm>
            <a:off x="747185" y="258234"/>
            <a:ext cx="3407833" cy="52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lnSpc>
                <a:spcPts val="3415"/>
              </a:lnSpc>
              <a:spcBef>
                <a:spcPct val="0"/>
              </a:spcBef>
              <a:spcAft>
                <a:spcPct val="0"/>
              </a:spcAft>
            </a:pPr>
            <a:r>
              <a:rPr lang="zh-CN" altLang="en-US" sz="2665">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一、软件配置识别</a:t>
            </a:r>
            <a:endParaRPr lang="en-US" altLang="zh-CN" sz="2665">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 name="内容占位符 2"/>
          <p:cNvSpPr txBox="1">
            <a:spLocks noChangeArrowheads="1"/>
          </p:cNvSpPr>
          <p:nvPr/>
        </p:nvSpPr>
        <p:spPr bwMode="auto">
          <a:xfrm>
            <a:off x="2097618" y="2211918"/>
            <a:ext cx="8951383" cy="227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20000"/>
              </a:spcBef>
              <a:spcAft>
                <a:spcPct val="0"/>
              </a:spcAft>
            </a:pPr>
            <a:r>
              <a:rPr lang="zh-CN" altLang="en-US" sz="2400">
                <a:solidFill>
                  <a:srgbClr val="000000"/>
                </a:solidFill>
                <a:latin typeface="微软雅黑" panose="020B0503020204020204" pitchFamily="34" charset="-122"/>
                <a:ea typeface="微软雅黑" panose="020B0503020204020204" pitchFamily="34" charset="-122"/>
                <a:sym typeface="Calibri" panose="020F0502020204030204" pitchFamily="34" charset="0"/>
              </a:rPr>
              <a:t>由四个子系统组成的系统，每个子系统由若干模块组成，每个模块由若干编码单位组成，每个单元又包含了几个</a:t>
            </a:r>
            <a:r>
              <a:rPr lang="en-US" altLang="zh-CN" sz="2400">
                <a:solidFill>
                  <a:srgbClr val="000000"/>
                </a:solidFill>
                <a:latin typeface="微软雅黑" panose="020B0503020204020204" pitchFamily="34" charset="-122"/>
                <a:ea typeface="微软雅黑" panose="020B0503020204020204" pitchFamily="34" charset="-122"/>
                <a:sym typeface="Calibri" panose="020F0502020204030204" pitchFamily="34" charset="0"/>
              </a:rPr>
              <a:t>include</a:t>
            </a:r>
            <a:r>
              <a:rPr lang="zh-CN" altLang="en-US" sz="2400">
                <a:solidFill>
                  <a:srgbClr val="000000"/>
                </a:solidFill>
                <a:latin typeface="微软雅黑" panose="020B0503020204020204" pitchFamily="34" charset="-122"/>
                <a:ea typeface="微软雅黑" panose="020B0503020204020204" pitchFamily="34" charset="-122"/>
                <a:sym typeface="Calibri" panose="020F0502020204030204" pitchFamily="34" charset="0"/>
              </a:rPr>
              <a:t>文件，所有这些都包含在独立的文件中，另外还有一些公用的库程序。此外我们还要维护文档、规约和设计、测试设计、数据和报告、变更和问题报告、指导和记录系统构造的</a:t>
            </a:r>
            <a:r>
              <a:rPr lang="en-US" altLang="zh-CN" sz="2400">
                <a:solidFill>
                  <a:srgbClr val="000000"/>
                </a:solidFill>
                <a:latin typeface="微软雅黑" panose="020B0503020204020204" pitchFamily="34" charset="-122"/>
                <a:ea typeface="微软雅黑" panose="020B0503020204020204" pitchFamily="34" charset="-122"/>
                <a:sym typeface="Calibri" panose="020F0502020204030204" pitchFamily="34" charset="0"/>
              </a:rPr>
              <a:t>make</a:t>
            </a:r>
            <a:r>
              <a:rPr lang="zh-CN" altLang="en-US" sz="2400">
                <a:solidFill>
                  <a:srgbClr val="000000"/>
                </a:solidFill>
                <a:latin typeface="微软雅黑" panose="020B0503020204020204" pitchFamily="34" charset="-122"/>
                <a:ea typeface="微软雅黑" panose="020B0503020204020204" pitchFamily="34" charset="-122"/>
                <a:sym typeface="Calibri" panose="020F0502020204030204" pitchFamily="34" charset="0"/>
              </a:rPr>
              <a:t>文件（也被称为</a:t>
            </a:r>
            <a:r>
              <a:rPr lang="en-US" altLang="zh-CN" sz="2400">
                <a:solidFill>
                  <a:srgbClr val="000000"/>
                </a:solidFill>
                <a:latin typeface="微软雅黑" panose="020B0503020204020204" pitchFamily="34" charset="-122"/>
                <a:ea typeface="微软雅黑" panose="020B0503020204020204" pitchFamily="34" charset="-122"/>
                <a:sym typeface="Calibri" panose="020F0502020204030204" pitchFamily="34" charset="0"/>
              </a:rPr>
              <a:t>build</a:t>
            </a:r>
            <a:r>
              <a:rPr lang="zh-CN" altLang="en-US" sz="2400">
                <a:solidFill>
                  <a:srgbClr val="000000"/>
                </a:solidFill>
                <a:latin typeface="微软雅黑" panose="020B0503020204020204" pitchFamily="34" charset="-122"/>
                <a:ea typeface="微软雅黑" panose="020B0503020204020204" pitchFamily="34" charset="-122"/>
                <a:sym typeface="Calibri" panose="020F0502020204030204" pitchFamily="34" charset="0"/>
              </a:rPr>
              <a:t>文件）。</a:t>
            </a:r>
            <a:endParaRPr lang="zh-CN" altLang="zh-CN" sz="3735">
              <a:solidFill>
                <a:srgbClr val="000000"/>
              </a:solidFill>
              <a:latin typeface="Calibri" panose="020F0502020204030204" pitchFamily="34" charset="0"/>
              <a:sym typeface="Calibri" panose="020F0502020204030204" pitchFamily="34" charset="0"/>
            </a:endParaRPr>
          </a:p>
        </p:txBody>
      </p:sp>
      <p:sp>
        <p:nvSpPr>
          <p:cNvPr id="15377" name="右箭头 1"/>
          <p:cNvSpPr>
            <a:spLocks noChangeArrowheads="1"/>
          </p:cNvSpPr>
          <p:nvPr/>
        </p:nvSpPr>
        <p:spPr bwMode="auto">
          <a:xfrm>
            <a:off x="747184" y="5060951"/>
            <a:ext cx="1056216" cy="673100"/>
          </a:xfrm>
          <a:prstGeom prst="rightArrow">
            <a:avLst>
              <a:gd name="adj1" fmla="val 50000"/>
              <a:gd name="adj2" fmla="val 49930"/>
            </a:avLst>
          </a:prstGeom>
          <a:solidFill>
            <a:srgbClr val="03AEDA"/>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endParaRPr lang="zh-CN" altLang="en-US" sz="2400">
              <a:solidFill>
                <a:srgbClr val="000000"/>
              </a:solidFill>
              <a:sym typeface="Calibri" panose="020F0502020204030204" pitchFamily="34" charset="0"/>
            </a:endParaRPr>
          </a:p>
        </p:txBody>
      </p:sp>
      <p:sp>
        <p:nvSpPr>
          <p:cNvPr id="20" name="内容占位符 2"/>
          <p:cNvSpPr txBox="1">
            <a:spLocks noChangeArrowheads="1"/>
          </p:cNvSpPr>
          <p:nvPr/>
        </p:nvSpPr>
        <p:spPr bwMode="auto">
          <a:xfrm>
            <a:off x="2097618" y="4834467"/>
            <a:ext cx="9182100" cy="11874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20000"/>
              </a:spcBef>
              <a:spcAft>
                <a:spcPct val="0"/>
              </a:spcAft>
            </a:pPr>
            <a:r>
              <a:rPr lang="zh-CN" altLang="en-US" sz="2400">
                <a:solidFill>
                  <a:srgbClr val="000000"/>
                </a:solidFill>
                <a:latin typeface="微软雅黑" panose="020B0503020204020204" pitchFamily="34" charset="-122"/>
                <a:ea typeface="微软雅黑" panose="020B0503020204020204" pitchFamily="34" charset="-122"/>
                <a:sym typeface="Calibri" panose="020F0502020204030204" pitchFamily="34" charset="0"/>
              </a:rPr>
              <a:t>这个小例子显示，即使对于例子中这样的小系统，复杂度也会随着要创建和维护的配置项的增多和它们之间关系的复杂而上升。</a:t>
            </a:r>
            <a:r>
              <a:rPr lang="zh-CN" altLang="en-US" sz="2400">
                <a:solidFill>
                  <a:srgbClr val="03AEDA"/>
                </a:solidFill>
                <a:latin typeface="微软雅黑" panose="020B0503020204020204" pitchFamily="34" charset="-122"/>
                <a:ea typeface="微软雅黑" panose="020B0503020204020204" pitchFamily="34" charset="-122"/>
                <a:sym typeface="Calibri" panose="020F0502020204030204" pitchFamily="34" charset="0"/>
              </a:rPr>
              <a:t>因此要为选择配置项的过程确定一个通用的方法。</a:t>
            </a:r>
            <a:endParaRPr lang="zh-CN" altLang="zh-CN" sz="3735">
              <a:solidFill>
                <a:srgbClr val="03AEDA"/>
              </a:solidFill>
              <a:latin typeface="Calibri" panose="020F0502020204030204" pitchFamily="34" charset="0"/>
              <a:sym typeface="Calibri" panose="020F0502020204030204" pitchFamily="34" charset="0"/>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7180">
                                            <p:txEl>
                                              <p:pRg st="0" end="0"/>
                                            </p:txEl>
                                          </p:spTgt>
                                        </p:tgtEl>
                                        <p:attrNameLst>
                                          <p:attrName>style.visibility</p:attrName>
                                        </p:attrNameLst>
                                      </p:cBhvr>
                                      <p:to>
                                        <p:strVal val="visible"/>
                                      </p:to>
                                    </p:set>
                                    <p:animEffect>
                                      <p:cBhvr>
                                        <p:cTn id="7" dur="500"/>
                                        <p:tgtEl>
                                          <p:spTgt spid="718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7181"/>
                                        </p:tgtEl>
                                        <p:attrNameLst>
                                          <p:attrName>style.visibility</p:attrName>
                                        </p:attrNameLst>
                                      </p:cBhvr>
                                      <p:to>
                                        <p:strVal val="visible"/>
                                      </p:to>
                                    </p:set>
                                    <p:animEffect>
                                      <p:cBhvr>
                                        <p:cTn id="12" dur="500"/>
                                        <p:tgtEl>
                                          <p:spTgt spid="7181"/>
                                        </p:tgtEl>
                                      </p:cBhvr>
                                    </p:animEffect>
                                  </p:childTnLst>
                                </p:cTn>
                              </p:par>
                            </p:childTnLst>
                          </p:cTn>
                        </p:par>
                        <p:par>
                          <p:cTn id="13" fill="hold">
                            <p:stCondLst>
                              <p:cond delay="500"/>
                            </p:stCondLst>
                            <p:childTnLst>
                              <p:par>
                                <p:cTn id="14" presetID="14" presetClass="entr" presetSubtype="10" fill="hold" grpId="0" nodeType="afterEffect">
                                  <p:stCondLst>
                                    <p:cond delay="0"/>
                                  </p:stCondLst>
                                  <p:childTnLst>
                                    <p:set>
                                      <p:cBhvr>
                                        <p:cTn id="15" dur="1" fill="hold">
                                          <p:stCondLst>
                                            <p:cond delay="0"/>
                                          </p:stCondLst>
                                        </p:cTn>
                                        <p:tgtEl>
                                          <p:spTgt spid="18">
                                            <p:txEl>
                                              <p:pRg st="0" end="0"/>
                                            </p:txEl>
                                          </p:spTgt>
                                        </p:tgtEl>
                                        <p:attrNameLst>
                                          <p:attrName>style.visibility</p:attrName>
                                        </p:attrNameLst>
                                      </p:cBhvr>
                                      <p:to>
                                        <p:strVal val="visible"/>
                                      </p:to>
                                    </p:set>
                                    <p:animEffect>
                                      <p:cBhvr>
                                        <p:cTn id="16" dur="500"/>
                                        <p:tgtEl>
                                          <p:spTgt spid="18">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377"/>
                                        </p:tgtEl>
                                        <p:attrNameLst>
                                          <p:attrName>style.visibility</p:attrName>
                                        </p:attrNameLst>
                                      </p:cBhvr>
                                      <p:to>
                                        <p:strVal val="visible"/>
                                      </p:to>
                                    </p:set>
                                  </p:childTnLst>
                                </p:cTn>
                              </p:par>
                            </p:childTnLst>
                          </p:cTn>
                        </p:par>
                        <p:par>
                          <p:cTn id="21" fill="hold">
                            <p:stCondLst>
                              <p:cond delay="0"/>
                            </p:stCondLst>
                            <p:childTnLst>
                              <p:par>
                                <p:cTn id="22" presetID="14" presetClass="entr" presetSubtype="10" fill="hold" grpId="0" nodeType="afterEffect">
                                  <p:stCondLst>
                                    <p:cond delay="0"/>
                                  </p:stCondLst>
                                  <p:childTnLst>
                                    <p:set>
                                      <p:cBhvr>
                                        <p:cTn id="23" dur="1" fill="hold">
                                          <p:stCondLst>
                                            <p:cond delay="0"/>
                                          </p:stCondLst>
                                        </p:cTn>
                                        <p:tgtEl>
                                          <p:spTgt spid="20">
                                            <p:txEl>
                                              <p:pRg st="0" end="0"/>
                                            </p:txEl>
                                          </p:spTgt>
                                        </p:tgtEl>
                                        <p:attrNameLst>
                                          <p:attrName>style.visibility</p:attrName>
                                        </p:attrNameLst>
                                      </p:cBhvr>
                                      <p:to>
                                        <p:strVal val="visible"/>
                                      </p:to>
                                    </p:set>
                                    <p:animEffect>
                                      <p:cBhvr>
                                        <p:cTn id="24"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80" grpId="0" bldLvl="0" autoUpdateAnimBg="0" build="p"/>
      <p:bldP spid="7181" grpId="0" bldLvl="0" animBg="1" autoUpdateAnimBg="0"/>
      <p:bldP spid="18" grpId="0" bldLvl="0" autoUpdateAnimBg="0" build="p"/>
      <p:bldP spid="15377" grpId="0" animBg="1"/>
      <p:bldP spid="20" grpId="0" bldLvl="0" autoUpdateAnimBg="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descr="C:\Users\iamisis\Desktop\0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350" y="0"/>
            <a:ext cx="12192001" cy="6860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1" name="11 Imag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19267" y="6411384"/>
            <a:ext cx="482600" cy="404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2" name="12 Imag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87617" y="6411384"/>
            <a:ext cx="480483" cy="404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3" name="14 CuadroTexto"/>
          <p:cNvSpPr>
            <a:spLocks noChangeArrowheads="1"/>
          </p:cNvSpPr>
          <p:nvPr/>
        </p:nvSpPr>
        <p:spPr bwMode="auto">
          <a:xfrm>
            <a:off x="10619317" y="6426200"/>
            <a:ext cx="35939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r>
              <a:rPr lang="zh-CN" altLang="zh-CN" sz="1600" b="1" i="1">
                <a:solidFill>
                  <a:srgbClr val="FFFFFF"/>
                </a:solidFill>
                <a:latin typeface="Calibri" panose="020F0502020204030204" pitchFamily="34" charset="0"/>
                <a:ea typeface="MS PGothic" panose="020B0600070205080204" pitchFamily="34" charset="-128"/>
                <a:sym typeface="MS PGothic" panose="020B0600070205080204" pitchFamily="34" charset="-128"/>
              </a:rPr>
              <a:t>of</a:t>
            </a:r>
            <a:endParaRPr lang="zh-CN" altLang="zh-CN" sz="1600" b="1" i="1">
              <a:solidFill>
                <a:srgbClr val="FFFFFF"/>
              </a:solidFill>
              <a:latin typeface="Calibri" panose="020F0502020204030204" pitchFamily="34" charset="0"/>
              <a:ea typeface="MS PGothic" panose="020B0600070205080204" pitchFamily="34" charset="-128"/>
              <a:sym typeface="MS PGothic" panose="020B0600070205080204" pitchFamily="34" charset="-128"/>
            </a:endParaRPr>
          </a:p>
        </p:txBody>
      </p:sp>
      <p:sp>
        <p:nvSpPr>
          <p:cNvPr id="27654" name="15 CuadroTexto"/>
          <p:cNvSpPr>
            <a:spLocks noChangeArrowheads="1"/>
          </p:cNvSpPr>
          <p:nvPr/>
        </p:nvSpPr>
        <p:spPr bwMode="auto">
          <a:xfrm>
            <a:off x="11035565" y="6426200"/>
            <a:ext cx="39305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1600" b="1">
                <a:solidFill>
                  <a:srgbClr val="FFFFFF"/>
                </a:solidFill>
                <a:latin typeface="Calibri" panose="020F0502020204030204" pitchFamily="34" charset="0"/>
                <a:sym typeface="Calibri" panose="020F0502020204030204" pitchFamily="34" charset="0"/>
              </a:rPr>
              <a:t>21</a:t>
            </a:r>
            <a:endParaRPr lang="zh-CN" altLang="zh-CN" sz="1600" b="1">
              <a:solidFill>
                <a:srgbClr val="FFFFFF"/>
              </a:solidFill>
              <a:latin typeface="Calibri" panose="020F0502020204030204" pitchFamily="34" charset="0"/>
              <a:ea typeface="MS PGothic" panose="020B0600070205080204" pitchFamily="34" charset="-128"/>
              <a:sym typeface="MS PGothic" panose="020B0600070205080204" pitchFamily="34" charset="-128"/>
            </a:endParaRPr>
          </a:p>
        </p:txBody>
      </p:sp>
      <p:pic>
        <p:nvPicPr>
          <p:cNvPr id="27655" name="Imagen 6" descr="C:\Users\Design\Documents\Edu\Product Launch\btns.png">
            <a:hlinkClick r:id="" action="ppaction://hlinkshowjump?jump=nex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521018" y="6493933"/>
            <a:ext cx="234949" cy="237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6" name="Imagen 6" descr="C:\Users\Design\Documents\Edu\Product Launch\btns.png">
            <a:hlinkClick r:id="" action="ppaction://hlinkshowjump?jump=previousslid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8118" y="6493933"/>
            <a:ext cx="234949" cy="237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7" name="4 CuadroTexto"/>
          <p:cNvSpPr>
            <a:spLocks noChangeArrowheads="1"/>
          </p:cNvSpPr>
          <p:nvPr/>
        </p:nvSpPr>
        <p:spPr bwMode="auto">
          <a:xfrm>
            <a:off x="5166901" y="6421967"/>
            <a:ext cx="185820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zh-CN" altLang="zh-CN" sz="1600" b="1">
                <a:solidFill>
                  <a:srgbClr val="FFFFFF"/>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z="1600" b="1">
                <a:solidFill>
                  <a:srgbClr val="FFFFFF"/>
                </a:solidFill>
                <a:latin typeface="微软雅黑" panose="020B0503020204020204" pitchFamily="34" charset="-122"/>
                <a:ea typeface="微软雅黑" panose="020B0503020204020204" pitchFamily="34" charset="-122"/>
                <a:sym typeface="宋体" panose="02010600030101010101" pitchFamily="2" charset="-122"/>
              </a:rPr>
              <a:t>软件配置管理</a:t>
            </a:r>
            <a:endParaRPr lang="zh-CN" altLang="zh-CN" sz="1600" b="1">
              <a:solidFill>
                <a:srgbClr val="FFFFFF"/>
              </a:solidFill>
              <a:latin typeface="微软雅黑" panose="020B0503020204020204" pitchFamily="34" charset="-122"/>
              <a:ea typeface="微软雅黑" panose="020B0503020204020204" pitchFamily="34" charset="-122"/>
              <a:sym typeface="MS PGothic" panose="020B0600070205080204" pitchFamily="34" charset="-128"/>
            </a:endParaRPr>
          </a:p>
          <a:p>
            <a:pPr algn="ctr" defTabSz="1219200" fontAlgn="base">
              <a:spcBef>
                <a:spcPct val="0"/>
              </a:spcBef>
              <a:spcAft>
                <a:spcPct val="0"/>
              </a:spcAft>
            </a:pPr>
            <a:endParaRPr lang="zh-CN" altLang="zh-CN" sz="1600" b="1">
              <a:solidFill>
                <a:srgbClr val="FFFFFF"/>
              </a:solidFill>
              <a:latin typeface="微软雅黑" panose="020B0503020204020204" pitchFamily="34" charset="-122"/>
              <a:ea typeface="微软雅黑" panose="020B0503020204020204" pitchFamily="34" charset="-122"/>
              <a:sym typeface="MS PGothic" panose="020B0600070205080204" pitchFamily="34" charset="-128"/>
            </a:endParaRPr>
          </a:p>
        </p:txBody>
      </p:sp>
      <p:sp>
        <p:nvSpPr>
          <p:cNvPr id="19466" name="矩形 8"/>
          <p:cNvSpPr>
            <a:spLocks noChangeArrowheads="1"/>
          </p:cNvSpPr>
          <p:nvPr/>
        </p:nvSpPr>
        <p:spPr bwMode="auto">
          <a:xfrm>
            <a:off x="2159000" y="2334684"/>
            <a:ext cx="431800" cy="431800"/>
          </a:xfrm>
          <a:prstGeom prst="rect">
            <a:avLst/>
          </a:prstGeom>
          <a:noFill/>
          <a:ln w="38100">
            <a:solidFill>
              <a:srgbClr val="04AEDA"/>
            </a:solidFill>
            <a:bevel/>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endParaRPr lang="zh-CN" altLang="zh-CN" sz="2400">
              <a:solidFill>
                <a:srgbClr val="FFFFFF"/>
              </a:solidFill>
              <a:latin typeface="宋体" panose="02010600030101010101" pitchFamily="2" charset="-122"/>
              <a:sym typeface="宋体" panose="02010600030101010101" pitchFamily="2" charset="-122"/>
            </a:endParaRPr>
          </a:p>
        </p:txBody>
      </p:sp>
      <p:sp>
        <p:nvSpPr>
          <p:cNvPr id="19467" name="矩形 9"/>
          <p:cNvSpPr>
            <a:spLocks noChangeArrowheads="1"/>
          </p:cNvSpPr>
          <p:nvPr/>
        </p:nvSpPr>
        <p:spPr bwMode="auto">
          <a:xfrm>
            <a:off x="2159000" y="2995084"/>
            <a:ext cx="431800" cy="431800"/>
          </a:xfrm>
          <a:prstGeom prst="rect">
            <a:avLst/>
          </a:prstGeom>
          <a:noFill/>
          <a:ln w="38100">
            <a:solidFill>
              <a:srgbClr val="04AEDA"/>
            </a:solidFill>
            <a:bevel/>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endParaRPr lang="zh-CN" altLang="zh-CN" sz="2400">
              <a:solidFill>
                <a:srgbClr val="FFFFFF"/>
              </a:solidFill>
              <a:latin typeface="宋体" panose="02010600030101010101" pitchFamily="2" charset="-122"/>
              <a:sym typeface="宋体" panose="02010600030101010101" pitchFamily="2" charset="-122"/>
            </a:endParaRPr>
          </a:p>
        </p:txBody>
      </p:sp>
      <p:sp>
        <p:nvSpPr>
          <p:cNvPr id="19468" name="矩形 10"/>
          <p:cNvSpPr>
            <a:spLocks noChangeArrowheads="1"/>
          </p:cNvSpPr>
          <p:nvPr/>
        </p:nvSpPr>
        <p:spPr bwMode="auto">
          <a:xfrm>
            <a:off x="2159000" y="3685117"/>
            <a:ext cx="431800" cy="431800"/>
          </a:xfrm>
          <a:prstGeom prst="rect">
            <a:avLst/>
          </a:prstGeom>
          <a:noFill/>
          <a:ln w="38100">
            <a:solidFill>
              <a:srgbClr val="04AEDA"/>
            </a:solidFill>
            <a:bevel/>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endParaRPr lang="zh-CN" altLang="zh-CN" sz="2400">
              <a:solidFill>
                <a:srgbClr val="FFFFFF"/>
              </a:solidFill>
              <a:latin typeface="宋体" panose="02010600030101010101" pitchFamily="2" charset="-122"/>
              <a:sym typeface="宋体" panose="02010600030101010101" pitchFamily="2" charset="-122"/>
            </a:endParaRPr>
          </a:p>
        </p:txBody>
      </p:sp>
      <p:sp>
        <p:nvSpPr>
          <p:cNvPr id="19469" name="矩形 11"/>
          <p:cNvSpPr>
            <a:spLocks noChangeArrowheads="1"/>
          </p:cNvSpPr>
          <p:nvPr/>
        </p:nvSpPr>
        <p:spPr bwMode="auto">
          <a:xfrm>
            <a:off x="2159000" y="4326467"/>
            <a:ext cx="431800" cy="431800"/>
          </a:xfrm>
          <a:prstGeom prst="rect">
            <a:avLst/>
          </a:prstGeom>
          <a:noFill/>
          <a:ln w="38100">
            <a:solidFill>
              <a:srgbClr val="04AEDA"/>
            </a:solidFill>
            <a:bevel/>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endParaRPr lang="zh-CN" altLang="zh-CN" sz="2400">
              <a:solidFill>
                <a:srgbClr val="FFFFFF"/>
              </a:solidFill>
              <a:latin typeface="宋体" panose="02010600030101010101" pitchFamily="2" charset="-122"/>
              <a:sym typeface="宋体" panose="02010600030101010101" pitchFamily="2" charset="-122"/>
            </a:endParaRPr>
          </a:p>
        </p:txBody>
      </p:sp>
      <p:sp>
        <p:nvSpPr>
          <p:cNvPr id="19470" name="矩形 12"/>
          <p:cNvSpPr>
            <a:spLocks noChangeArrowheads="1"/>
          </p:cNvSpPr>
          <p:nvPr/>
        </p:nvSpPr>
        <p:spPr bwMode="auto">
          <a:xfrm>
            <a:off x="2163233" y="5027084"/>
            <a:ext cx="431800" cy="431800"/>
          </a:xfrm>
          <a:prstGeom prst="rect">
            <a:avLst/>
          </a:prstGeom>
          <a:noFill/>
          <a:ln w="38100">
            <a:solidFill>
              <a:srgbClr val="04AEDA"/>
            </a:solidFill>
            <a:bevel/>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endParaRPr lang="zh-CN" altLang="zh-CN" sz="2400">
              <a:solidFill>
                <a:srgbClr val="FFFFFF"/>
              </a:solidFill>
              <a:latin typeface="宋体" panose="02010600030101010101" pitchFamily="2" charset="-122"/>
              <a:sym typeface="宋体" panose="02010600030101010101" pitchFamily="2" charset="-122"/>
            </a:endParaRPr>
          </a:p>
        </p:txBody>
      </p:sp>
      <p:pic>
        <p:nvPicPr>
          <p:cNvPr id="19471" name="Picture 2" descr="C:\Users\Administrator\Desktop\对勾.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94984" y="2228851"/>
            <a:ext cx="5842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pic>
      <p:pic>
        <p:nvPicPr>
          <p:cNvPr id="19472" name="Picture 2" descr="C:\Users\Administrator\Desktop\对勾.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59000" y="2921001"/>
            <a:ext cx="5842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pic>
      <p:pic>
        <p:nvPicPr>
          <p:cNvPr id="19473" name="Picture 2" descr="C:\Users\Administrator\Desktop\对勾.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59000" y="3564467"/>
            <a:ext cx="5842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pic>
      <p:pic>
        <p:nvPicPr>
          <p:cNvPr id="19474" name="Picture 2" descr="C:\Users\Administrator\Desktop\对勾.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59000" y="4294718"/>
            <a:ext cx="5842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pic>
      <p:pic>
        <p:nvPicPr>
          <p:cNvPr id="19475" name="Picture 2" descr="C:\Users\Administrator\Desktop\对勾.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50533" y="4942418"/>
            <a:ext cx="5842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pic>
      <p:sp>
        <p:nvSpPr>
          <p:cNvPr id="19476" name="直接连接符 20"/>
          <p:cNvSpPr>
            <a:spLocks noChangeShapeType="1"/>
          </p:cNvSpPr>
          <p:nvPr/>
        </p:nvSpPr>
        <p:spPr bwMode="auto">
          <a:xfrm flipV="1">
            <a:off x="2743201" y="2768600"/>
            <a:ext cx="6136217" cy="19051"/>
          </a:xfrm>
          <a:prstGeom prst="line">
            <a:avLst/>
          </a:prstGeom>
          <a:noFill/>
          <a:ln w="38100">
            <a:solidFill>
              <a:srgbClr val="04AEDA"/>
            </a:solidFill>
            <a:prstDash val="sysDot"/>
            <a:bevel/>
          </a:ln>
          <a:extLst>
            <a:ext uri="{909E8E84-426E-40DD-AFC4-6F175D3DCCD1}">
              <a14:hiddenFill xmlns:a14="http://schemas.microsoft.com/office/drawing/2010/main">
                <a:noFill/>
              </a14:hiddenFill>
            </a:ext>
          </a:extLst>
        </p:spPr>
        <p:txBody>
          <a:bodyPr/>
          <a:lstStyle/>
          <a:p>
            <a:pPr defTabSz="1219200" eaLnBrk="0" fontAlgn="base" hangingPunct="0">
              <a:spcBef>
                <a:spcPct val="0"/>
              </a:spcBef>
              <a:spcAft>
                <a:spcPct val="0"/>
              </a:spcAft>
            </a:pPr>
            <a:endParaRPr lang="zh-CN" altLang="en-US" sz="2400">
              <a:solidFill>
                <a:srgbClr val="000000"/>
              </a:solidFill>
              <a:latin typeface="Arial" panose="020B0604020202020204" pitchFamily="34" charset="0"/>
              <a:ea typeface="宋体" panose="02010600030101010101" pitchFamily="2" charset="-122"/>
            </a:endParaRPr>
          </a:p>
        </p:txBody>
      </p:sp>
      <p:sp>
        <p:nvSpPr>
          <p:cNvPr id="19477" name="TextBox 21"/>
          <p:cNvSpPr>
            <a:spLocks noChangeArrowheads="1"/>
          </p:cNvSpPr>
          <p:nvPr/>
        </p:nvSpPr>
        <p:spPr bwMode="auto">
          <a:xfrm>
            <a:off x="2814920" y="2355851"/>
            <a:ext cx="5654112"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1865"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1865"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a:t>
            </a:r>
            <a:r>
              <a:rPr lang="en-US" altLang="zh-CN" sz="1865"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SCI</a:t>
            </a:r>
            <a:r>
              <a:rPr lang="zh-CN" altLang="en-US" sz="1865"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定义了</a:t>
            </a:r>
            <a:r>
              <a:rPr lang="en-US" altLang="zh-CN" sz="1865"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SCM</a:t>
            </a:r>
            <a:r>
              <a:rPr lang="zh-CN" altLang="en-US" sz="1865"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的粒度（通用识别方法的概念）。</a:t>
            </a:r>
            <a:endParaRPr lang="zh-CN" altLang="en-US" sz="2400" dirty="0">
              <a:solidFill>
                <a:srgbClr val="000000"/>
              </a:solidFill>
              <a:sym typeface="Calibri" panose="020F0502020204030204" pitchFamily="34" charset="0"/>
            </a:endParaRPr>
          </a:p>
        </p:txBody>
      </p:sp>
      <p:sp>
        <p:nvSpPr>
          <p:cNvPr id="19478" name="直接连接符 23"/>
          <p:cNvSpPr>
            <a:spLocks noChangeShapeType="1"/>
          </p:cNvSpPr>
          <p:nvPr/>
        </p:nvSpPr>
        <p:spPr bwMode="auto">
          <a:xfrm flipV="1">
            <a:off x="2743201" y="3426884"/>
            <a:ext cx="6136217" cy="0"/>
          </a:xfrm>
          <a:prstGeom prst="line">
            <a:avLst/>
          </a:prstGeom>
          <a:noFill/>
          <a:ln w="38100">
            <a:solidFill>
              <a:srgbClr val="04AEDA"/>
            </a:solidFill>
            <a:prstDash val="sysDot"/>
            <a:bevel/>
          </a:ln>
          <a:extLst>
            <a:ext uri="{909E8E84-426E-40DD-AFC4-6F175D3DCCD1}">
              <a14:hiddenFill xmlns:a14="http://schemas.microsoft.com/office/drawing/2010/main">
                <a:noFill/>
              </a14:hiddenFill>
            </a:ext>
          </a:extLst>
        </p:spPr>
        <p:txBody>
          <a:bodyPr/>
          <a:lstStyle/>
          <a:p>
            <a:pPr defTabSz="1219200" eaLnBrk="0" fontAlgn="base" hangingPunct="0">
              <a:spcBef>
                <a:spcPct val="0"/>
              </a:spcBef>
              <a:spcAft>
                <a:spcPct val="0"/>
              </a:spcAft>
            </a:pPr>
            <a:endParaRPr lang="zh-CN" altLang="en-US" sz="2400">
              <a:solidFill>
                <a:srgbClr val="000000"/>
              </a:solidFill>
              <a:latin typeface="Arial" panose="020B0604020202020204" pitchFamily="34" charset="0"/>
              <a:ea typeface="宋体" panose="02010600030101010101" pitchFamily="2" charset="-122"/>
            </a:endParaRPr>
          </a:p>
        </p:txBody>
      </p:sp>
      <p:sp>
        <p:nvSpPr>
          <p:cNvPr id="19479" name="TextBox 24"/>
          <p:cNvSpPr>
            <a:spLocks noChangeArrowheads="1"/>
          </p:cNvSpPr>
          <p:nvPr/>
        </p:nvSpPr>
        <p:spPr bwMode="auto">
          <a:xfrm>
            <a:off x="2755241" y="2950633"/>
            <a:ext cx="9350637"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1865"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2.SCI</a:t>
            </a:r>
            <a:r>
              <a:rPr lang="zh-CN" altLang="en-US" sz="1865"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定义了什么是可见的，也就是对于那些需要知道项目中发生了什么的人的可见性。</a:t>
            </a:r>
            <a:endParaRPr lang="zh-CN" altLang="en-US" sz="2400" dirty="0">
              <a:solidFill>
                <a:srgbClr val="000000"/>
              </a:solidFill>
              <a:sym typeface="Calibri" panose="020F0502020204030204" pitchFamily="34" charset="0"/>
            </a:endParaRPr>
          </a:p>
        </p:txBody>
      </p:sp>
      <p:sp>
        <p:nvSpPr>
          <p:cNvPr id="19480" name="直接连接符 25"/>
          <p:cNvSpPr>
            <a:spLocks noChangeShapeType="1"/>
          </p:cNvSpPr>
          <p:nvPr/>
        </p:nvSpPr>
        <p:spPr bwMode="auto">
          <a:xfrm>
            <a:off x="2743201" y="4049185"/>
            <a:ext cx="6136217" cy="38100"/>
          </a:xfrm>
          <a:prstGeom prst="line">
            <a:avLst/>
          </a:prstGeom>
          <a:noFill/>
          <a:ln w="38100">
            <a:solidFill>
              <a:srgbClr val="04AEDA"/>
            </a:solidFill>
            <a:prstDash val="sysDot"/>
            <a:bevel/>
          </a:ln>
          <a:extLst>
            <a:ext uri="{909E8E84-426E-40DD-AFC4-6F175D3DCCD1}">
              <a14:hiddenFill xmlns:a14="http://schemas.microsoft.com/office/drawing/2010/main">
                <a:noFill/>
              </a14:hiddenFill>
            </a:ext>
          </a:extLst>
        </p:spPr>
        <p:txBody>
          <a:bodyPr/>
          <a:lstStyle/>
          <a:p>
            <a:pPr defTabSz="1219200" eaLnBrk="0" fontAlgn="base" hangingPunct="0">
              <a:spcBef>
                <a:spcPct val="0"/>
              </a:spcBef>
              <a:spcAft>
                <a:spcPct val="0"/>
              </a:spcAft>
            </a:pPr>
            <a:endParaRPr lang="zh-CN" altLang="en-US" sz="2400">
              <a:solidFill>
                <a:srgbClr val="000000"/>
              </a:solidFill>
              <a:latin typeface="Arial" panose="020B0604020202020204" pitchFamily="34" charset="0"/>
              <a:ea typeface="宋体" panose="02010600030101010101" pitchFamily="2" charset="-122"/>
            </a:endParaRPr>
          </a:p>
        </p:txBody>
      </p:sp>
      <p:sp>
        <p:nvSpPr>
          <p:cNvPr id="19481" name="TextBox 26"/>
          <p:cNvSpPr>
            <a:spLocks noChangeArrowheads="1"/>
          </p:cNvSpPr>
          <p:nvPr/>
        </p:nvSpPr>
        <p:spPr bwMode="auto">
          <a:xfrm>
            <a:off x="2788151" y="3604684"/>
            <a:ext cx="6484467"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1865"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3.SCI</a:t>
            </a:r>
            <a:r>
              <a:rPr lang="zh-CN" altLang="en-US" sz="1865"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确保所选的识别模块反映了产品、项目和组织的结构。</a:t>
            </a:r>
            <a:endParaRPr lang="zh-CN" altLang="en-US" sz="2400" dirty="0">
              <a:solidFill>
                <a:srgbClr val="000000"/>
              </a:solidFill>
              <a:sym typeface="Calibri" panose="020F0502020204030204" pitchFamily="34" charset="0"/>
            </a:endParaRPr>
          </a:p>
        </p:txBody>
      </p:sp>
      <p:sp>
        <p:nvSpPr>
          <p:cNvPr id="19482" name="直接连接符 27"/>
          <p:cNvSpPr>
            <a:spLocks noChangeShapeType="1"/>
          </p:cNvSpPr>
          <p:nvPr/>
        </p:nvSpPr>
        <p:spPr bwMode="auto">
          <a:xfrm>
            <a:off x="2743201" y="4741333"/>
            <a:ext cx="6136217" cy="8467"/>
          </a:xfrm>
          <a:prstGeom prst="line">
            <a:avLst/>
          </a:prstGeom>
          <a:noFill/>
          <a:ln w="38100">
            <a:solidFill>
              <a:srgbClr val="04AEDA"/>
            </a:solidFill>
            <a:prstDash val="sysDot"/>
            <a:bevel/>
          </a:ln>
          <a:extLst>
            <a:ext uri="{909E8E84-426E-40DD-AFC4-6F175D3DCCD1}">
              <a14:hiddenFill xmlns:a14="http://schemas.microsoft.com/office/drawing/2010/main">
                <a:noFill/>
              </a14:hiddenFill>
            </a:ext>
          </a:extLst>
        </p:spPr>
        <p:txBody>
          <a:bodyPr/>
          <a:lstStyle/>
          <a:p>
            <a:pPr defTabSz="1219200" eaLnBrk="0" fontAlgn="base" hangingPunct="0">
              <a:spcBef>
                <a:spcPct val="0"/>
              </a:spcBef>
              <a:spcAft>
                <a:spcPct val="0"/>
              </a:spcAft>
            </a:pPr>
            <a:endParaRPr lang="zh-CN" altLang="en-US" sz="2400">
              <a:solidFill>
                <a:srgbClr val="000000"/>
              </a:solidFill>
              <a:latin typeface="Arial" panose="020B0604020202020204" pitchFamily="34" charset="0"/>
              <a:ea typeface="宋体" panose="02010600030101010101" pitchFamily="2" charset="-122"/>
            </a:endParaRPr>
          </a:p>
        </p:txBody>
      </p:sp>
      <p:sp>
        <p:nvSpPr>
          <p:cNvPr id="19483" name="直接连接符 28"/>
          <p:cNvSpPr>
            <a:spLocks noChangeShapeType="1"/>
          </p:cNvSpPr>
          <p:nvPr/>
        </p:nvSpPr>
        <p:spPr bwMode="auto">
          <a:xfrm flipV="1">
            <a:off x="2734734" y="5410200"/>
            <a:ext cx="6144684" cy="25400"/>
          </a:xfrm>
          <a:prstGeom prst="line">
            <a:avLst/>
          </a:prstGeom>
          <a:noFill/>
          <a:ln w="38100">
            <a:solidFill>
              <a:srgbClr val="04AEDA"/>
            </a:solidFill>
            <a:prstDash val="sysDot"/>
            <a:bevel/>
          </a:ln>
          <a:extLst>
            <a:ext uri="{909E8E84-426E-40DD-AFC4-6F175D3DCCD1}">
              <a14:hiddenFill xmlns:a14="http://schemas.microsoft.com/office/drawing/2010/main">
                <a:noFill/>
              </a14:hiddenFill>
            </a:ext>
          </a:extLst>
        </p:spPr>
        <p:txBody>
          <a:bodyPr/>
          <a:lstStyle/>
          <a:p>
            <a:pPr defTabSz="1219200" eaLnBrk="0" fontAlgn="base" hangingPunct="0">
              <a:spcBef>
                <a:spcPct val="0"/>
              </a:spcBef>
              <a:spcAft>
                <a:spcPct val="0"/>
              </a:spcAft>
            </a:pPr>
            <a:endParaRPr lang="zh-CN" altLang="en-US" sz="2400">
              <a:solidFill>
                <a:srgbClr val="000000"/>
              </a:solidFill>
              <a:latin typeface="Arial" panose="020B0604020202020204" pitchFamily="34" charset="0"/>
              <a:ea typeface="宋体" panose="02010600030101010101" pitchFamily="2" charset="-122"/>
            </a:endParaRPr>
          </a:p>
        </p:txBody>
      </p:sp>
      <p:sp>
        <p:nvSpPr>
          <p:cNvPr id="19484" name="TextBox 29"/>
          <p:cNvSpPr>
            <a:spLocks noChangeArrowheads="1"/>
          </p:cNvSpPr>
          <p:nvPr/>
        </p:nvSpPr>
        <p:spPr bwMode="auto">
          <a:xfrm>
            <a:off x="2779184" y="4284134"/>
            <a:ext cx="7696200"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r>
              <a:rPr lang="en-US" altLang="zh-CN" sz="1865"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4.</a:t>
            </a:r>
            <a:r>
              <a:rPr lang="zh-CN" altLang="en-US" sz="1865"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识别过程总是与用独特标签对象进行标注的并发过程相结合。</a:t>
            </a:r>
            <a:endParaRPr lang="zh-CN" altLang="en-US" sz="2400" dirty="0">
              <a:solidFill>
                <a:srgbClr val="000000"/>
              </a:solidFill>
              <a:sym typeface="Calibri" panose="020F0502020204030204" pitchFamily="34" charset="0"/>
            </a:endParaRPr>
          </a:p>
        </p:txBody>
      </p:sp>
      <p:sp>
        <p:nvSpPr>
          <p:cNvPr id="19485" name="TextBox 30"/>
          <p:cNvSpPr>
            <a:spLocks noChangeArrowheads="1"/>
          </p:cNvSpPr>
          <p:nvPr/>
        </p:nvSpPr>
        <p:spPr bwMode="auto">
          <a:xfrm>
            <a:off x="2778890" y="4961467"/>
            <a:ext cx="4405372"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1865"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5.</a:t>
            </a:r>
            <a:r>
              <a:rPr lang="zh-CN" altLang="en-US" sz="1865"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a:t>
            </a:r>
            <a:r>
              <a:rPr lang="en-US" altLang="zh-CN" sz="1865"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SCI</a:t>
            </a:r>
            <a:r>
              <a:rPr lang="zh-CN" altLang="en-US" sz="1865"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是一个至关重要的项目管理任务。</a:t>
            </a:r>
            <a:endParaRPr lang="zh-CN" altLang="en-US" sz="2400" dirty="0">
              <a:solidFill>
                <a:srgbClr val="000000"/>
              </a:solidFill>
              <a:sym typeface="Calibri" panose="020F0502020204030204" pitchFamily="34" charset="0"/>
            </a:endParaRPr>
          </a:p>
        </p:txBody>
      </p:sp>
      <p:sp>
        <p:nvSpPr>
          <p:cNvPr id="27678" name="13 CuadroTexto"/>
          <p:cNvSpPr>
            <a:spLocks noChangeArrowheads="1"/>
          </p:cNvSpPr>
          <p:nvPr/>
        </p:nvSpPr>
        <p:spPr bwMode="auto">
          <a:xfrm>
            <a:off x="10254515" y="6430434"/>
            <a:ext cx="39305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1600" b="1">
                <a:solidFill>
                  <a:srgbClr val="04AEDA"/>
                </a:solidFill>
                <a:latin typeface="Calibri" panose="020F0502020204030204" pitchFamily="34" charset="0"/>
                <a:sym typeface="Calibri" panose="020F0502020204030204" pitchFamily="34" charset="0"/>
              </a:rPr>
              <a:t>11</a:t>
            </a:r>
            <a:endParaRPr lang="zh-CN" altLang="en-US" sz="1600" b="1">
              <a:solidFill>
                <a:srgbClr val="04AEDA"/>
              </a:solidFill>
              <a:latin typeface="Calibri" panose="020F0502020204030204" pitchFamily="34" charset="0"/>
              <a:ea typeface="MS PGothic" panose="020B0600070205080204" pitchFamily="34" charset="-128"/>
              <a:sym typeface="MS PGothic" panose="020B0600070205080204" pitchFamily="34" charset="-128"/>
            </a:endParaRPr>
          </a:p>
        </p:txBody>
      </p:sp>
      <p:sp>
        <p:nvSpPr>
          <p:cNvPr id="27679" name="直接连接符 31"/>
          <p:cNvSpPr>
            <a:spLocks noChangeShapeType="1"/>
          </p:cNvSpPr>
          <p:nvPr/>
        </p:nvSpPr>
        <p:spPr bwMode="auto">
          <a:xfrm flipH="1">
            <a:off x="285751" y="749300"/>
            <a:ext cx="4129616" cy="0"/>
          </a:xfrm>
          <a:prstGeom prst="line">
            <a:avLst/>
          </a:prstGeom>
          <a:noFill/>
          <a:ln w="9525">
            <a:solidFill>
              <a:srgbClr val="00B0F0"/>
            </a:solidFill>
            <a:bevel/>
          </a:ln>
          <a:extLst>
            <a:ext uri="{909E8E84-426E-40DD-AFC4-6F175D3DCCD1}">
              <a14:hiddenFill xmlns:a14="http://schemas.microsoft.com/office/drawing/2010/main">
                <a:noFill/>
              </a14:hiddenFill>
            </a:ext>
          </a:extLst>
        </p:spPr>
        <p:txBody>
          <a:bodyPr/>
          <a:lstStyle/>
          <a:p>
            <a:pPr defTabSz="1219200" eaLnBrk="0" fontAlgn="base" hangingPunct="0">
              <a:spcBef>
                <a:spcPct val="0"/>
              </a:spcBef>
              <a:spcAft>
                <a:spcPct val="0"/>
              </a:spcAft>
            </a:pPr>
            <a:endParaRPr lang="zh-CN" altLang="en-US" sz="2400">
              <a:solidFill>
                <a:srgbClr val="000000"/>
              </a:solidFill>
              <a:latin typeface="Arial" panose="020B0604020202020204" pitchFamily="34" charset="0"/>
              <a:ea typeface="宋体" panose="02010600030101010101" pitchFamily="2" charset="-122"/>
            </a:endParaRPr>
          </a:p>
        </p:txBody>
      </p:sp>
      <p:sp>
        <p:nvSpPr>
          <p:cNvPr id="27680" name="Rectangle 7"/>
          <p:cNvSpPr>
            <a:spLocks noChangeArrowheads="1"/>
          </p:cNvSpPr>
          <p:nvPr/>
        </p:nvSpPr>
        <p:spPr bwMode="auto">
          <a:xfrm>
            <a:off x="0" y="698500"/>
            <a:ext cx="287867" cy="95251"/>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endParaRPr lang="zh-CN" altLang="zh-CN" sz="2400">
              <a:solidFill>
                <a:srgbClr val="000000"/>
              </a:solidFill>
              <a:latin typeface="Calibri" panose="020F0502020204030204" pitchFamily="34" charset="0"/>
              <a:sym typeface="宋体" panose="02010600030101010101" pitchFamily="2" charset="-122"/>
            </a:endParaRPr>
          </a:p>
        </p:txBody>
      </p:sp>
      <p:sp>
        <p:nvSpPr>
          <p:cNvPr id="27681" name="TextBox 5"/>
          <p:cNvSpPr>
            <a:spLocks noChangeArrowheads="1"/>
          </p:cNvSpPr>
          <p:nvPr/>
        </p:nvSpPr>
        <p:spPr bwMode="auto">
          <a:xfrm>
            <a:off x="747185" y="258234"/>
            <a:ext cx="3407833" cy="52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lnSpc>
                <a:spcPts val="3415"/>
              </a:lnSpc>
              <a:spcBef>
                <a:spcPct val="0"/>
              </a:spcBef>
              <a:spcAft>
                <a:spcPct val="0"/>
              </a:spcAft>
            </a:pPr>
            <a:r>
              <a:rPr lang="zh-CN" altLang="en-US" sz="2665">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一、软件配置识别</a:t>
            </a:r>
            <a:endParaRPr lang="en-US" altLang="zh-CN" sz="2665">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418" name="文本框 33"/>
          <p:cNvSpPr txBox="1">
            <a:spLocks noChangeArrowheads="1"/>
          </p:cNvSpPr>
          <p:nvPr/>
        </p:nvSpPr>
        <p:spPr bwMode="auto">
          <a:xfrm>
            <a:off x="821267" y="1284818"/>
            <a:ext cx="7188200"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81000" indent="-381000" defTabSz="1219200" eaLnBrk="0" fontAlgn="base" hangingPunct="0">
              <a:spcBef>
                <a:spcPct val="0"/>
              </a:spcBef>
              <a:spcAft>
                <a:spcPct val="0"/>
              </a:spcAft>
              <a:buFont typeface="Arial" panose="020B0604020202020204" pitchFamily="34" charset="0"/>
              <a:buChar char="•"/>
            </a:pPr>
            <a:r>
              <a:rPr lang="zh-CN" altLang="en-US" sz="2665">
                <a:solidFill>
                  <a:srgbClr val="000000"/>
                </a:solidFill>
                <a:latin typeface="微软雅黑" panose="020B0503020204020204" pitchFamily="34" charset="-122"/>
                <a:ea typeface="微软雅黑" panose="020B0503020204020204" pitchFamily="34" charset="-122"/>
                <a:sym typeface="Calibri" panose="020F0502020204030204" pitchFamily="34" charset="0"/>
              </a:rPr>
              <a:t>软件配置识别（</a:t>
            </a:r>
            <a:r>
              <a:rPr lang="en-US" altLang="zh-CN" sz="2665">
                <a:solidFill>
                  <a:srgbClr val="000000"/>
                </a:solidFill>
                <a:latin typeface="微软雅黑" panose="020B0503020204020204" pitchFamily="34" charset="-122"/>
                <a:ea typeface="微软雅黑" panose="020B0503020204020204" pitchFamily="34" charset="-122"/>
                <a:sym typeface="Calibri" panose="020F0502020204030204" pitchFamily="34" charset="0"/>
              </a:rPr>
              <a:t>SCI</a:t>
            </a:r>
            <a:r>
              <a:rPr lang="zh-CN" altLang="en-US" sz="2665">
                <a:solidFill>
                  <a:srgbClr val="000000"/>
                </a:solidFill>
                <a:latin typeface="微软雅黑" panose="020B0503020204020204" pitchFamily="34" charset="-122"/>
                <a:ea typeface="微软雅黑" panose="020B0503020204020204" pitchFamily="34" charset="-122"/>
                <a:sym typeface="Calibri" panose="020F0502020204030204" pitchFamily="34" charset="0"/>
              </a:rPr>
              <a:t>）过程的规则如下：</a:t>
            </a:r>
            <a:endParaRPr lang="zh-CN" altLang="en-US" sz="2665">
              <a:solidFill>
                <a:srgbClr val="000000"/>
              </a:solidFill>
              <a:latin typeface="微软雅黑" panose="020B0503020204020204" pitchFamily="34" charset="-122"/>
              <a:ea typeface="微软雅黑" panose="020B0503020204020204" pitchFamily="34" charset="-122"/>
              <a:sym typeface="Calibri" panose="020F0502020204030204" pitchFamily="34" charset="0"/>
            </a:endParaRPr>
          </a:p>
        </p:txBody>
      </p:sp>
    </p:spTree>
  </p:cSld>
  <p:clrMapOvr>
    <a:masterClrMapping/>
  </p:clrMapOvr>
  <p:transition spd="slow">
    <p:push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4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477"/>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19466"/>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nodeType="afterEffect">
                                  <p:stCondLst>
                                    <p:cond delay="0"/>
                                  </p:stCondLst>
                                  <p:childTnLst>
                                    <p:set>
                                      <p:cBhvr>
                                        <p:cTn id="16" dur="1" fill="hold">
                                          <p:stCondLst>
                                            <p:cond delay="0"/>
                                          </p:stCondLst>
                                        </p:cTn>
                                        <p:tgtEl>
                                          <p:spTgt spid="1947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9471"/>
                                        </p:tgtEl>
                                        <p:attrNameLst>
                                          <p:attrName>style.visibility</p:attrName>
                                        </p:attrNameLst>
                                      </p:cBhvr>
                                      <p:to>
                                        <p:strVal val="visible"/>
                                      </p:to>
                                    </p:set>
                                    <p:animEffect>
                                      <p:cBhvr>
                                        <p:cTn id="21" dur="1000"/>
                                        <p:tgtEl>
                                          <p:spTgt spid="19471"/>
                                        </p:tgtEl>
                                      </p:cBhvr>
                                    </p:animEffect>
                                  </p:childTnLst>
                                </p:cTn>
                              </p:par>
                            </p:childTnLst>
                          </p:cTn>
                        </p:par>
                        <p:par>
                          <p:cTn id="22" fill="hold">
                            <p:stCondLst>
                              <p:cond delay="1000"/>
                            </p:stCondLst>
                            <p:childTnLst>
                              <p:par>
                                <p:cTn id="23" presetID="10" presetClass="entr" presetSubtype="0" fill="hold" grpId="0" nodeType="afterEffect">
                                  <p:stCondLst>
                                    <p:cond delay="0"/>
                                  </p:stCondLst>
                                  <p:childTnLst>
                                    <p:set>
                                      <p:cBhvr>
                                        <p:cTn id="24" dur="1" fill="hold">
                                          <p:stCondLst>
                                            <p:cond delay="0"/>
                                          </p:stCondLst>
                                        </p:cTn>
                                        <p:tgtEl>
                                          <p:spTgt spid="19467"/>
                                        </p:tgtEl>
                                        <p:attrNameLst>
                                          <p:attrName>style.visibility</p:attrName>
                                        </p:attrNameLst>
                                      </p:cBhvr>
                                      <p:to>
                                        <p:strVal val="visible"/>
                                      </p:to>
                                    </p:set>
                                    <p:animEffect>
                                      <p:cBhvr>
                                        <p:cTn id="25" dur="500"/>
                                        <p:tgtEl>
                                          <p:spTgt spid="19467"/>
                                        </p:tgtEl>
                                      </p:cBhvr>
                                    </p:animEffect>
                                  </p:childTnLst>
                                </p:cTn>
                              </p:par>
                            </p:childTnLst>
                          </p:cTn>
                        </p:par>
                        <p:par>
                          <p:cTn id="26" fill="hold">
                            <p:stCondLst>
                              <p:cond delay="1500"/>
                            </p:stCondLst>
                            <p:childTnLst>
                              <p:par>
                                <p:cTn id="27" presetID="22" presetClass="entr" presetSubtype="8" fill="hold" nodeType="afterEffect">
                                  <p:stCondLst>
                                    <p:cond delay="0"/>
                                  </p:stCondLst>
                                  <p:childTnLst>
                                    <p:set>
                                      <p:cBhvr>
                                        <p:cTn id="28" dur="1" fill="hold">
                                          <p:stCondLst>
                                            <p:cond delay="0"/>
                                          </p:stCondLst>
                                        </p:cTn>
                                        <p:tgtEl>
                                          <p:spTgt spid="19478"/>
                                        </p:tgtEl>
                                        <p:attrNameLst>
                                          <p:attrName>style.visibility</p:attrName>
                                        </p:attrNameLst>
                                      </p:cBhvr>
                                      <p:to>
                                        <p:strVal val="visible"/>
                                      </p:to>
                                    </p:set>
                                    <p:animEffect>
                                      <p:cBhvr>
                                        <p:cTn id="29" dur="500"/>
                                        <p:tgtEl>
                                          <p:spTgt spid="19478"/>
                                        </p:tgtEl>
                                      </p:cBhvr>
                                    </p:animEffect>
                                  </p:childTnLst>
                                </p:cTn>
                              </p:par>
                            </p:childTnLst>
                          </p:cTn>
                        </p:par>
                        <p:par>
                          <p:cTn id="30" fill="hold">
                            <p:stCondLst>
                              <p:cond delay="2000"/>
                            </p:stCondLst>
                            <p:childTnLst>
                              <p:par>
                                <p:cTn id="31" presetID="14" presetClass="entr" presetSubtype="10" fill="hold" grpId="0" nodeType="afterEffect">
                                  <p:stCondLst>
                                    <p:cond delay="0"/>
                                  </p:stCondLst>
                                  <p:childTnLst>
                                    <p:set>
                                      <p:cBhvr>
                                        <p:cTn id="32" dur="1" fill="hold">
                                          <p:stCondLst>
                                            <p:cond delay="0"/>
                                          </p:stCondLst>
                                        </p:cTn>
                                        <p:tgtEl>
                                          <p:spTgt spid="19479"/>
                                        </p:tgtEl>
                                        <p:attrNameLst>
                                          <p:attrName>style.visibility</p:attrName>
                                        </p:attrNameLst>
                                      </p:cBhvr>
                                      <p:to>
                                        <p:strVal val="visible"/>
                                      </p:to>
                                    </p:set>
                                    <p:animEffect>
                                      <p:cBhvr>
                                        <p:cTn id="33" dur="500"/>
                                        <p:tgtEl>
                                          <p:spTgt spid="1947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9472"/>
                                        </p:tgtEl>
                                        <p:attrNameLst>
                                          <p:attrName>style.visibility</p:attrName>
                                        </p:attrNameLst>
                                      </p:cBhvr>
                                      <p:to>
                                        <p:strVal val="visible"/>
                                      </p:to>
                                    </p:set>
                                    <p:animEffect>
                                      <p:cBhvr>
                                        <p:cTn id="38" dur="1000"/>
                                        <p:tgtEl>
                                          <p:spTgt spid="19472"/>
                                        </p:tgtEl>
                                      </p:cBhvr>
                                    </p:animEffect>
                                  </p:childTnLst>
                                </p:cTn>
                              </p:par>
                            </p:childTnLst>
                          </p:cTn>
                        </p:par>
                        <p:par>
                          <p:cTn id="39" fill="hold">
                            <p:stCondLst>
                              <p:cond delay="1000"/>
                            </p:stCondLst>
                            <p:childTnLst>
                              <p:par>
                                <p:cTn id="40" presetID="10" presetClass="entr" presetSubtype="0" fill="hold" grpId="0" nodeType="afterEffect">
                                  <p:stCondLst>
                                    <p:cond delay="0"/>
                                  </p:stCondLst>
                                  <p:childTnLst>
                                    <p:set>
                                      <p:cBhvr>
                                        <p:cTn id="41" dur="1" fill="hold">
                                          <p:stCondLst>
                                            <p:cond delay="0"/>
                                          </p:stCondLst>
                                        </p:cTn>
                                        <p:tgtEl>
                                          <p:spTgt spid="19468"/>
                                        </p:tgtEl>
                                        <p:attrNameLst>
                                          <p:attrName>style.visibility</p:attrName>
                                        </p:attrNameLst>
                                      </p:cBhvr>
                                      <p:to>
                                        <p:strVal val="visible"/>
                                      </p:to>
                                    </p:set>
                                    <p:animEffect>
                                      <p:cBhvr>
                                        <p:cTn id="42" dur="500"/>
                                        <p:tgtEl>
                                          <p:spTgt spid="19468"/>
                                        </p:tgtEl>
                                      </p:cBhvr>
                                    </p:animEffect>
                                  </p:childTnLst>
                                </p:cTn>
                              </p:par>
                            </p:childTnLst>
                          </p:cTn>
                        </p:par>
                        <p:par>
                          <p:cTn id="43" fill="hold">
                            <p:stCondLst>
                              <p:cond delay="1500"/>
                            </p:stCondLst>
                            <p:childTnLst>
                              <p:par>
                                <p:cTn id="44" presetID="22" presetClass="entr" presetSubtype="8" fill="hold" nodeType="afterEffect">
                                  <p:stCondLst>
                                    <p:cond delay="0"/>
                                  </p:stCondLst>
                                  <p:childTnLst>
                                    <p:set>
                                      <p:cBhvr>
                                        <p:cTn id="45" dur="1" fill="hold">
                                          <p:stCondLst>
                                            <p:cond delay="0"/>
                                          </p:stCondLst>
                                        </p:cTn>
                                        <p:tgtEl>
                                          <p:spTgt spid="19480"/>
                                        </p:tgtEl>
                                        <p:attrNameLst>
                                          <p:attrName>style.visibility</p:attrName>
                                        </p:attrNameLst>
                                      </p:cBhvr>
                                      <p:to>
                                        <p:strVal val="visible"/>
                                      </p:to>
                                    </p:set>
                                    <p:animEffect>
                                      <p:cBhvr>
                                        <p:cTn id="46" dur="500"/>
                                        <p:tgtEl>
                                          <p:spTgt spid="19480"/>
                                        </p:tgtEl>
                                      </p:cBhvr>
                                    </p:animEffect>
                                  </p:childTnLst>
                                </p:cTn>
                              </p:par>
                            </p:childTnLst>
                          </p:cTn>
                        </p:par>
                        <p:par>
                          <p:cTn id="47" fill="hold">
                            <p:stCondLst>
                              <p:cond delay="2000"/>
                            </p:stCondLst>
                            <p:childTnLst>
                              <p:par>
                                <p:cTn id="48" presetID="14" presetClass="entr" presetSubtype="10" fill="hold" grpId="0" nodeType="afterEffect">
                                  <p:stCondLst>
                                    <p:cond delay="0"/>
                                  </p:stCondLst>
                                  <p:childTnLst>
                                    <p:set>
                                      <p:cBhvr>
                                        <p:cTn id="49" dur="1" fill="hold">
                                          <p:stCondLst>
                                            <p:cond delay="0"/>
                                          </p:stCondLst>
                                        </p:cTn>
                                        <p:tgtEl>
                                          <p:spTgt spid="19481"/>
                                        </p:tgtEl>
                                        <p:attrNameLst>
                                          <p:attrName>style.visibility</p:attrName>
                                        </p:attrNameLst>
                                      </p:cBhvr>
                                      <p:to>
                                        <p:strVal val="visible"/>
                                      </p:to>
                                    </p:set>
                                    <p:animEffect>
                                      <p:cBhvr>
                                        <p:cTn id="50" dur="500"/>
                                        <p:tgtEl>
                                          <p:spTgt spid="19481"/>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9473"/>
                                        </p:tgtEl>
                                        <p:attrNameLst>
                                          <p:attrName>style.visibility</p:attrName>
                                        </p:attrNameLst>
                                      </p:cBhvr>
                                      <p:to>
                                        <p:strVal val="visible"/>
                                      </p:to>
                                    </p:set>
                                    <p:animEffect>
                                      <p:cBhvr>
                                        <p:cTn id="55" dur="1000"/>
                                        <p:tgtEl>
                                          <p:spTgt spid="19473"/>
                                        </p:tgtEl>
                                      </p:cBhvr>
                                    </p:animEffect>
                                  </p:childTnLst>
                                </p:cTn>
                              </p:par>
                            </p:childTnLst>
                          </p:cTn>
                        </p:par>
                        <p:par>
                          <p:cTn id="56" fill="hold">
                            <p:stCondLst>
                              <p:cond delay="1000"/>
                            </p:stCondLst>
                            <p:childTnLst>
                              <p:par>
                                <p:cTn id="57" presetID="10" presetClass="entr" presetSubtype="0" fill="hold" grpId="0" nodeType="afterEffect">
                                  <p:stCondLst>
                                    <p:cond delay="0"/>
                                  </p:stCondLst>
                                  <p:childTnLst>
                                    <p:set>
                                      <p:cBhvr>
                                        <p:cTn id="58" dur="1" fill="hold">
                                          <p:stCondLst>
                                            <p:cond delay="0"/>
                                          </p:stCondLst>
                                        </p:cTn>
                                        <p:tgtEl>
                                          <p:spTgt spid="19469"/>
                                        </p:tgtEl>
                                        <p:attrNameLst>
                                          <p:attrName>style.visibility</p:attrName>
                                        </p:attrNameLst>
                                      </p:cBhvr>
                                      <p:to>
                                        <p:strVal val="visible"/>
                                      </p:to>
                                    </p:set>
                                    <p:animEffect>
                                      <p:cBhvr>
                                        <p:cTn id="59" dur="500"/>
                                        <p:tgtEl>
                                          <p:spTgt spid="19469"/>
                                        </p:tgtEl>
                                      </p:cBhvr>
                                    </p:animEffect>
                                  </p:childTnLst>
                                </p:cTn>
                              </p:par>
                            </p:childTnLst>
                          </p:cTn>
                        </p:par>
                        <p:par>
                          <p:cTn id="60" fill="hold">
                            <p:stCondLst>
                              <p:cond delay="1500"/>
                            </p:stCondLst>
                            <p:childTnLst>
                              <p:par>
                                <p:cTn id="61" presetID="22" presetClass="entr" presetSubtype="8" fill="hold" nodeType="afterEffect">
                                  <p:stCondLst>
                                    <p:cond delay="0"/>
                                  </p:stCondLst>
                                  <p:childTnLst>
                                    <p:set>
                                      <p:cBhvr>
                                        <p:cTn id="62" dur="1" fill="hold">
                                          <p:stCondLst>
                                            <p:cond delay="0"/>
                                          </p:stCondLst>
                                        </p:cTn>
                                        <p:tgtEl>
                                          <p:spTgt spid="19482"/>
                                        </p:tgtEl>
                                        <p:attrNameLst>
                                          <p:attrName>style.visibility</p:attrName>
                                        </p:attrNameLst>
                                      </p:cBhvr>
                                      <p:to>
                                        <p:strVal val="visible"/>
                                      </p:to>
                                    </p:set>
                                    <p:animEffect>
                                      <p:cBhvr>
                                        <p:cTn id="63" dur="500"/>
                                        <p:tgtEl>
                                          <p:spTgt spid="19482"/>
                                        </p:tgtEl>
                                      </p:cBhvr>
                                    </p:animEffect>
                                  </p:childTnLst>
                                </p:cTn>
                              </p:par>
                            </p:childTnLst>
                          </p:cTn>
                        </p:par>
                        <p:par>
                          <p:cTn id="64" fill="hold">
                            <p:stCondLst>
                              <p:cond delay="2000"/>
                            </p:stCondLst>
                            <p:childTnLst>
                              <p:par>
                                <p:cTn id="65" presetID="14" presetClass="entr" presetSubtype="10" fill="hold" grpId="0" nodeType="afterEffect">
                                  <p:stCondLst>
                                    <p:cond delay="0"/>
                                  </p:stCondLst>
                                  <p:childTnLst>
                                    <p:set>
                                      <p:cBhvr>
                                        <p:cTn id="66" dur="1" fill="hold">
                                          <p:stCondLst>
                                            <p:cond delay="0"/>
                                          </p:stCondLst>
                                        </p:cTn>
                                        <p:tgtEl>
                                          <p:spTgt spid="19484"/>
                                        </p:tgtEl>
                                        <p:attrNameLst>
                                          <p:attrName>style.visibility</p:attrName>
                                        </p:attrNameLst>
                                      </p:cBhvr>
                                      <p:to>
                                        <p:strVal val="visible"/>
                                      </p:to>
                                    </p:set>
                                    <p:animEffect>
                                      <p:cBhvr>
                                        <p:cTn id="67" dur="500"/>
                                        <p:tgtEl>
                                          <p:spTgt spid="19484"/>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19474"/>
                                        </p:tgtEl>
                                        <p:attrNameLst>
                                          <p:attrName>style.visibility</p:attrName>
                                        </p:attrNameLst>
                                      </p:cBhvr>
                                      <p:to>
                                        <p:strVal val="visible"/>
                                      </p:to>
                                    </p:set>
                                    <p:animEffect>
                                      <p:cBhvr>
                                        <p:cTn id="72" dur="1000"/>
                                        <p:tgtEl>
                                          <p:spTgt spid="19474"/>
                                        </p:tgtEl>
                                      </p:cBhvr>
                                    </p:animEffect>
                                  </p:childTnLst>
                                </p:cTn>
                              </p:par>
                            </p:childTnLst>
                          </p:cTn>
                        </p:par>
                        <p:par>
                          <p:cTn id="73" fill="hold">
                            <p:stCondLst>
                              <p:cond delay="1000"/>
                            </p:stCondLst>
                            <p:childTnLst>
                              <p:par>
                                <p:cTn id="74" presetID="10" presetClass="entr" presetSubtype="0" fill="hold" grpId="0" nodeType="afterEffect">
                                  <p:stCondLst>
                                    <p:cond delay="0"/>
                                  </p:stCondLst>
                                  <p:childTnLst>
                                    <p:set>
                                      <p:cBhvr>
                                        <p:cTn id="75" dur="1" fill="hold">
                                          <p:stCondLst>
                                            <p:cond delay="0"/>
                                          </p:stCondLst>
                                        </p:cTn>
                                        <p:tgtEl>
                                          <p:spTgt spid="19470"/>
                                        </p:tgtEl>
                                        <p:attrNameLst>
                                          <p:attrName>style.visibility</p:attrName>
                                        </p:attrNameLst>
                                      </p:cBhvr>
                                      <p:to>
                                        <p:strVal val="visible"/>
                                      </p:to>
                                    </p:set>
                                    <p:animEffect>
                                      <p:cBhvr>
                                        <p:cTn id="76" dur="500"/>
                                        <p:tgtEl>
                                          <p:spTgt spid="19470"/>
                                        </p:tgtEl>
                                      </p:cBhvr>
                                    </p:animEffect>
                                  </p:childTnLst>
                                </p:cTn>
                              </p:par>
                            </p:childTnLst>
                          </p:cTn>
                        </p:par>
                        <p:par>
                          <p:cTn id="77" fill="hold">
                            <p:stCondLst>
                              <p:cond delay="1500"/>
                            </p:stCondLst>
                            <p:childTnLst>
                              <p:par>
                                <p:cTn id="78" presetID="22" presetClass="entr" presetSubtype="8" fill="hold" nodeType="afterEffect">
                                  <p:stCondLst>
                                    <p:cond delay="0"/>
                                  </p:stCondLst>
                                  <p:childTnLst>
                                    <p:set>
                                      <p:cBhvr>
                                        <p:cTn id="79" dur="1" fill="hold">
                                          <p:stCondLst>
                                            <p:cond delay="0"/>
                                          </p:stCondLst>
                                        </p:cTn>
                                        <p:tgtEl>
                                          <p:spTgt spid="19483"/>
                                        </p:tgtEl>
                                        <p:attrNameLst>
                                          <p:attrName>style.visibility</p:attrName>
                                        </p:attrNameLst>
                                      </p:cBhvr>
                                      <p:to>
                                        <p:strVal val="visible"/>
                                      </p:to>
                                    </p:set>
                                    <p:animEffect>
                                      <p:cBhvr>
                                        <p:cTn id="80" dur="500"/>
                                        <p:tgtEl>
                                          <p:spTgt spid="19483"/>
                                        </p:tgtEl>
                                      </p:cBhvr>
                                    </p:animEffect>
                                  </p:childTnLst>
                                </p:cTn>
                              </p:par>
                            </p:childTnLst>
                          </p:cTn>
                        </p:par>
                        <p:par>
                          <p:cTn id="81" fill="hold">
                            <p:stCondLst>
                              <p:cond delay="2000"/>
                            </p:stCondLst>
                            <p:childTnLst>
                              <p:par>
                                <p:cTn id="82" presetID="14" presetClass="entr" presetSubtype="10" fill="hold" grpId="0" nodeType="afterEffect">
                                  <p:stCondLst>
                                    <p:cond delay="0"/>
                                  </p:stCondLst>
                                  <p:childTnLst>
                                    <p:set>
                                      <p:cBhvr>
                                        <p:cTn id="83" dur="1" fill="hold">
                                          <p:stCondLst>
                                            <p:cond delay="0"/>
                                          </p:stCondLst>
                                        </p:cTn>
                                        <p:tgtEl>
                                          <p:spTgt spid="19485"/>
                                        </p:tgtEl>
                                        <p:attrNameLst>
                                          <p:attrName>style.visibility</p:attrName>
                                        </p:attrNameLst>
                                      </p:cBhvr>
                                      <p:to>
                                        <p:strVal val="visible"/>
                                      </p:to>
                                    </p:set>
                                    <p:animEffect>
                                      <p:cBhvr>
                                        <p:cTn id="84" dur="500"/>
                                        <p:tgtEl>
                                          <p:spTgt spid="19485"/>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nodeType="clickEffect">
                                  <p:stCondLst>
                                    <p:cond delay="0"/>
                                  </p:stCondLst>
                                  <p:childTnLst>
                                    <p:set>
                                      <p:cBhvr>
                                        <p:cTn id="88" dur="1" fill="hold">
                                          <p:stCondLst>
                                            <p:cond delay="0"/>
                                          </p:stCondLst>
                                        </p:cTn>
                                        <p:tgtEl>
                                          <p:spTgt spid="19475"/>
                                        </p:tgtEl>
                                        <p:attrNameLst>
                                          <p:attrName>style.visibility</p:attrName>
                                        </p:attrNameLst>
                                      </p:cBhvr>
                                      <p:to>
                                        <p:strVal val="visible"/>
                                      </p:to>
                                    </p:set>
                                    <p:animEffect>
                                      <p:cBhvr>
                                        <p:cTn id="89" dur="1000"/>
                                        <p:tgtEl>
                                          <p:spTgt spid="194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6" grpId="0" bldLvl="0" animBg="1" autoUpdateAnimBg="0"/>
      <p:bldP spid="19467" grpId="0" bldLvl="0" animBg="1" autoUpdateAnimBg="0"/>
      <p:bldP spid="19468" grpId="0" bldLvl="0" animBg="1" autoUpdateAnimBg="0"/>
      <p:bldP spid="19469" grpId="0" bldLvl="0" animBg="1" autoUpdateAnimBg="0"/>
      <p:bldP spid="19470" grpId="0" bldLvl="0" animBg="1" autoUpdateAnimBg="0"/>
      <p:bldP spid="19477" grpId="0" bldLvl="0" autoUpdateAnimBg="0"/>
      <p:bldP spid="19479" grpId="0" bldLvl="0" autoUpdateAnimBg="0"/>
      <p:bldP spid="19481" grpId="0" bldLvl="0" autoUpdateAnimBg="0"/>
      <p:bldP spid="19484" grpId="0" bldLvl="0" autoUpdateAnimBg="0"/>
      <p:bldP spid="19485" grpId="0" bldLvl="0" autoUpdateAnimBg="0"/>
      <p:bldP spid="16418"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descr="C:\Users\iamisis\Desktop\0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27517"/>
            <a:ext cx="12192000" cy="6860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5" name="11 Imag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19267" y="6411384"/>
            <a:ext cx="482600" cy="404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6" name="12 Imag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87617" y="6411384"/>
            <a:ext cx="480483" cy="404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7" name="14 CuadroTexto"/>
          <p:cNvSpPr>
            <a:spLocks noChangeArrowheads="1"/>
          </p:cNvSpPr>
          <p:nvPr/>
        </p:nvSpPr>
        <p:spPr bwMode="auto">
          <a:xfrm>
            <a:off x="10619317" y="6426200"/>
            <a:ext cx="35939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r>
              <a:rPr lang="zh-CN" altLang="zh-CN" sz="1600" b="1" i="1">
                <a:solidFill>
                  <a:srgbClr val="FFFFFF"/>
                </a:solidFill>
                <a:latin typeface="Calibri" panose="020F0502020204030204" pitchFamily="34" charset="0"/>
                <a:ea typeface="MS PGothic" panose="020B0600070205080204" pitchFamily="34" charset="-128"/>
                <a:sym typeface="MS PGothic" panose="020B0600070205080204" pitchFamily="34" charset="-128"/>
              </a:rPr>
              <a:t>of</a:t>
            </a:r>
            <a:endParaRPr lang="zh-CN" altLang="zh-CN" sz="1600" b="1" i="1">
              <a:solidFill>
                <a:srgbClr val="FFFFFF"/>
              </a:solidFill>
              <a:latin typeface="Calibri" panose="020F0502020204030204" pitchFamily="34" charset="0"/>
              <a:ea typeface="MS PGothic" panose="020B0600070205080204" pitchFamily="34" charset="-128"/>
              <a:sym typeface="MS PGothic" panose="020B0600070205080204" pitchFamily="34" charset="-128"/>
            </a:endParaRPr>
          </a:p>
        </p:txBody>
      </p:sp>
      <p:sp>
        <p:nvSpPr>
          <p:cNvPr id="28678" name="15 CuadroTexto"/>
          <p:cNvSpPr>
            <a:spLocks noChangeArrowheads="1"/>
          </p:cNvSpPr>
          <p:nvPr/>
        </p:nvSpPr>
        <p:spPr bwMode="auto">
          <a:xfrm>
            <a:off x="11035565" y="6426200"/>
            <a:ext cx="39305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1600" b="1">
                <a:solidFill>
                  <a:srgbClr val="FFFFFF"/>
                </a:solidFill>
                <a:latin typeface="Calibri" panose="020F0502020204030204" pitchFamily="34" charset="0"/>
                <a:sym typeface="Calibri" panose="020F0502020204030204" pitchFamily="34" charset="0"/>
              </a:rPr>
              <a:t>21</a:t>
            </a:r>
            <a:endParaRPr lang="zh-CN" altLang="zh-CN" sz="1600" b="1">
              <a:solidFill>
                <a:srgbClr val="FFFFFF"/>
              </a:solidFill>
              <a:latin typeface="Calibri" panose="020F0502020204030204" pitchFamily="34" charset="0"/>
              <a:ea typeface="MS PGothic" panose="020B0600070205080204" pitchFamily="34" charset="-128"/>
              <a:sym typeface="MS PGothic" panose="020B0600070205080204" pitchFamily="34" charset="-128"/>
            </a:endParaRPr>
          </a:p>
        </p:txBody>
      </p:sp>
      <p:pic>
        <p:nvPicPr>
          <p:cNvPr id="28679" name="Imagen 6" descr="C:\Users\Design\Documents\Edu\Product Launch\btns.png">
            <a:hlinkClick r:id="" action="ppaction://hlinkshowjump?jump=nex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521018" y="6493933"/>
            <a:ext cx="234949" cy="237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80" name="Imagen 6" descr="C:\Users\Design\Documents\Edu\Product Launch\btns.png">
            <a:hlinkClick r:id="" action="ppaction://hlinkshowjump?jump=previousslid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8118" y="6493933"/>
            <a:ext cx="234949" cy="237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81" name="4 CuadroTexto"/>
          <p:cNvSpPr>
            <a:spLocks noChangeArrowheads="1"/>
          </p:cNvSpPr>
          <p:nvPr/>
        </p:nvSpPr>
        <p:spPr bwMode="auto">
          <a:xfrm>
            <a:off x="5166901" y="6421967"/>
            <a:ext cx="185820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zh-CN" altLang="zh-CN" sz="1600" b="1">
                <a:solidFill>
                  <a:srgbClr val="FFFFFF"/>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z="1600" b="1">
                <a:solidFill>
                  <a:srgbClr val="FFFFFF"/>
                </a:solidFill>
                <a:latin typeface="微软雅黑" panose="020B0503020204020204" pitchFamily="34" charset="-122"/>
                <a:ea typeface="微软雅黑" panose="020B0503020204020204" pitchFamily="34" charset="-122"/>
                <a:sym typeface="宋体" panose="02010600030101010101" pitchFamily="2" charset="-122"/>
              </a:rPr>
              <a:t>软件配置管理</a:t>
            </a:r>
            <a:endParaRPr lang="zh-CN" altLang="zh-CN" sz="1600" b="1">
              <a:solidFill>
                <a:srgbClr val="FFFFFF"/>
              </a:solidFill>
              <a:latin typeface="微软雅黑" panose="020B0503020204020204" pitchFamily="34" charset="-122"/>
              <a:ea typeface="微软雅黑" panose="020B0503020204020204" pitchFamily="34" charset="-122"/>
              <a:sym typeface="MS PGothic" panose="020B0600070205080204" pitchFamily="34" charset="-128"/>
            </a:endParaRPr>
          </a:p>
        </p:txBody>
      </p:sp>
      <p:sp>
        <p:nvSpPr>
          <p:cNvPr id="7180" name="内容占位符 2"/>
          <p:cNvSpPr>
            <a:spLocks noGrp="1" noChangeArrowheads="1"/>
          </p:cNvSpPr>
          <p:nvPr>
            <p:ph idx="4294967295"/>
          </p:nvPr>
        </p:nvSpPr>
        <p:spPr>
          <a:xfrm>
            <a:off x="609600" y="1153584"/>
            <a:ext cx="10972800" cy="897467"/>
          </a:xfrm>
        </p:spPr>
        <p:txBody>
          <a:bodyPr/>
          <a:lstStyle/>
          <a:p>
            <a:pPr eaLnBrk="1" hangingPunct="1"/>
            <a:r>
              <a:rPr lang="zh-CN" altLang="en-US" sz="2665">
                <a:latin typeface="微软雅黑" panose="020B0503020204020204" pitchFamily="34" charset="-122"/>
                <a:ea typeface="微软雅黑" panose="020B0503020204020204" pitchFamily="34" charset="-122"/>
              </a:rPr>
              <a:t>配置控制是配置管理的元素，包括在配置识别正式建立后对配置项变更的评估、协调、表决和实现。</a:t>
            </a:r>
            <a:endParaRPr lang="zh-CN" altLang="zh-CN" smtClean="0"/>
          </a:p>
        </p:txBody>
      </p:sp>
      <p:sp>
        <p:nvSpPr>
          <p:cNvPr id="28683" name="13 CuadroTexto"/>
          <p:cNvSpPr>
            <a:spLocks noChangeArrowheads="1"/>
          </p:cNvSpPr>
          <p:nvPr/>
        </p:nvSpPr>
        <p:spPr bwMode="auto">
          <a:xfrm>
            <a:off x="10253457" y="6430434"/>
            <a:ext cx="39305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1600" b="1">
                <a:solidFill>
                  <a:srgbClr val="04AEDA"/>
                </a:solidFill>
                <a:latin typeface="Calibri" panose="020F0502020204030204" pitchFamily="34" charset="0"/>
                <a:sym typeface="Calibri" panose="020F0502020204030204" pitchFamily="34" charset="0"/>
              </a:rPr>
              <a:t>12</a:t>
            </a:r>
            <a:endParaRPr lang="zh-CN" altLang="en-US" sz="1600" b="1">
              <a:solidFill>
                <a:srgbClr val="04AEDA"/>
              </a:solidFill>
              <a:latin typeface="Calibri" panose="020F0502020204030204" pitchFamily="34" charset="0"/>
              <a:ea typeface="MS PGothic" panose="020B0600070205080204" pitchFamily="34" charset="-128"/>
              <a:sym typeface="MS PGothic" panose="020B0600070205080204" pitchFamily="34" charset="-128"/>
            </a:endParaRPr>
          </a:p>
        </p:txBody>
      </p:sp>
      <p:sp>
        <p:nvSpPr>
          <p:cNvPr id="28684" name="直接连接符 9"/>
          <p:cNvSpPr>
            <a:spLocks noChangeShapeType="1"/>
          </p:cNvSpPr>
          <p:nvPr/>
        </p:nvSpPr>
        <p:spPr bwMode="auto">
          <a:xfrm flipH="1">
            <a:off x="285751" y="749300"/>
            <a:ext cx="4129616" cy="0"/>
          </a:xfrm>
          <a:prstGeom prst="line">
            <a:avLst/>
          </a:prstGeom>
          <a:noFill/>
          <a:ln w="9525">
            <a:solidFill>
              <a:srgbClr val="00B0F0"/>
            </a:solidFill>
            <a:bevel/>
          </a:ln>
          <a:extLst>
            <a:ext uri="{909E8E84-426E-40DD-AFC4-6F175D3DCCD1}">
              <a14:hiddenFill xmlns:a14="http://schemas.microsoft.com/office/drawing/2010/main">
                <a:noFill/>
              </a14:hiddenFill>
            </a:ext>
          </a:extLst>
        </p:spPr>
        <p:txBody>
          <a:bodyPr/>
          <a:lstStyle/>
          <a:p>
            <a:pPr defTabSz="1219200" eaLnBrk="0" fontAlgn="base" hangingPunct="0">
              <a:spcBef>
                <a:spcPct val="0"/>
              </a:spcBef>
              <a:spcAft>
                <a:spcPct val="0"/>
              </a:spcAft>
            </a:pPr>
            <a:endParaRPr lang="zh-CN" altLang="en-US" sz="2400">
              <a:solidFill>
                <a:srgbClr val="000000"/>
              </a:solidFill>
              <a:latin typeface="Arial" panose="020B0604020202020204" pitchFamily="34" charset="0"/>
              <a:ea typeface="宋体" panose="02010600030101010101" pitchFamily="2" charset="-122"/>
            </a:endParaRPr>
          </a:p>
        </p:txBody>
      </p:sp>
      <p:sp>
        <p:nvSpPr>
          <p:cNvPr id="28685" name="Rectangle 7"/>
          <p:cNvSpPr>
            <a:spLocks noChangeArrowheads="1"/>
          </p:cNvSpPr>
          <p:nvPr/>
        </p:nvSpPr>
        <p:spPr bwMode="auto">
          <a:xfrm>
            <a:off x="0" y="698500"/>
            <a:ext cx="287867" cy="95251"/>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endParaRPr lang="zh-CN" altLang="zh-CN" sz="2400">
              <a:solidFill>
                <a:srgbClr val="000000"/>
              </a:solidFill>
              <a:latin typeface="Calibri" panose="020F0502020204030204" pitchFamily="34" charset="0"/>
              <a:sym typeface="宋体" panose="02010600030101010101" pitchFamily="2" charset="-122"/>
            </a:endParaRPr>
          </a:p>
        </p:txBody>
      </p:sp>
      <p:sp>
        <p:nvSpPr>
          <p:cNvPr id="28686" name="TextBox 5"/>
          <p:cNvSpPr>
            <a:spLocks noChangeArrowheads="1"/>
          </p:cNvSpPr>
          <p:nvPr/>
        </p:nvSpPr>
        <p:spPr bwMode="auto">
          <a:xfrm>
            <a:off x="747185" y="258234"/>
            <a:ext cx="3407833" cy="52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lnSpc>
                <a:spcPts val="3415"/>
              </a:lnSpc>
              <a:spcBef>
                <a:spcPct val="0"/>
              </a:spcBef>
              <a:spcAft>
                <a:spcPct val="0"/>
              </a:spcAft>
            </a:pPr>
            <a:r>
              <a:rPr lang="zh-CN" altLang="en-US" sz="2665">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二、软件配置控制</a:t>
            </a:r>
            <a:endParaRPr lang="en-US" altLang="zh-CN" sz="2665">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 name="内容占位符 2"/>
          <p:cNvSpPr txBox="1">
            <a:spLocks noChangeArrowheads="1"/>
          </p:cNvSpPr>
          <p:nvPr/>
        </p:nvSpPr>
        <p:spPr bwMode="auto">
          <a:xfrm>
            <a:off x="2095500" y="2419351"/>
            <a:ext cx="8951384" cy="227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57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81000" indent="-381000" defTabSz="1219200" fontAlgn="base">
              <a:spcBef>
                <a:spcPct val="20000"/>
              </a:spcBef>
              <a:spcAft>
                <a:spcPct val="0"/>
              </a:spcAft>
              <a:buFont typeface="Arial" panose="020B0604020202020204" pitchFamily="34" charset="0"/>
              <a:buChar char="•"/>
            </a:pPr>
            <a:r>
              <a:rPr lang="zh-CN" altLang="en-US" sz="2400">
                <a:solidFill>
                  <a:srgbClr val="000000"/>
                </a:solidFill>
                <a:latin typeface="微软雅黑" panose="020B0503020204020204" pitchFamily="34" charset="-122"/>
                <a:ea typeface="微软雅黑" panose="020B0503020204020204" pitchFamily="34" charset="-122"/>
                <a:sym typeface="Calibri" panose="020F0502020204030204" pitchFamily="34" charset="0"/>
              </a:rPr>
              <a:t>为项目组织建立配置管理计划的第一件事是必须定义控制的层次。记住你识别了什么，就要控制什么。</a:t>
            </a:r>
            <a:endParaRPr lang="zh-CN" altLang="en-US" sz="2400">
              <a:solidFill>
                <a:srgbClr val="000000"/>
              </a:solidFill>
              <a:latin typeface="微软雅黑" panose="020B0503020204020204" pitchFamily="34" charset="-122"/>
              <a:ea typeface="微软雅黑" panose="020B0503020204020204" pitchFamily="34" charset="-122"/>
              <a:sym typeface="Calibri" panose="020F0502020204030204" pitchFamily="34" charset="0"/>
            </a:endParaRPr>
          </a:p>
          <a:p>
            <a:pPr marL="381000" indent="-381000" defTabSz="1219200" fontAlgn="base">
              <a:spcBef>
                <a:spcPct val="20000"/>
              </a:spcBef>
              <a:spcAft>
                <a:spcPct val="0"/>
              </a:spcAft>
              <a:buFont typeface="Arial" panose="020B0604020202020204" pitchFamily="34" charset="0"/>
              <a:buChar char="•"/>
            </a:pPr>
            <a:r>
              <a:rPr lang="zh-CN" altLang="en-US" sz="2400">
                <a:solidFill>
                  <a:srgbClr val="000000"/>
                </a:solidFill>
                <a:latin typeface="微软雅黑" panose="020B0503020204020204" pitchFamily="34" charset="-122"/>
                <a:ea typeface="微软雅黑" panose="020B0503020204020204" pitchFamily="34" charset="-122"/>
                <a:sym typeface="Calibri" panose="020F0502020204030204" pitchFamily="34" charset="0"/>
              </a:rPr>
              <a:t>软件控制解决了软件开发人员面对的四个最常见问题，包括双重维护问题、共享数据问题、同步修改问题和缺失</a:t>
            </a:r>
            <a:r>
              <a:rPr lang="en-US" altLang="zh-CN" sz="2400">
                <a:solidFill>
                  <a:srgbClr val="000000"/>
                </a:solidFill>
                <a:latin typeface="微软雅黑" panose="020B0503020204020204" pitchFamily="34" charset="-122"/>
                <a:ea typeface="微软雅黑" panose="020B0503020204020204" pitchFamily="34" charset="-122"/>
                <a:sym typeface="Calibri" panose="020F0502020204030204" pitchFamily="34" charset="0"/>
              </a:rPr>
              <a:t>/</a:t>
            </a:r>
            <a:r>
              <a:rPr lang="zh-CN" altLang="en-US" sz="2400">
                <a:solidFill>
                  <a:srgbClr val="000000"/>
                </a:solidFill>
                <a:latin typeface="微软雅黑" panose="020B0503020204020204" pitchFamily="34" charset="-122"/>
                <a:ea typeface="微软雅黑" panose="020B0503020204020204" pitchFamily="34" charset="-122"/>
                <a:sym typeface="Calibri" panose="020F0502020204030204" pitchFamily="34" charset="0"/>
              </a:rPr>
              <a:t>位置版本的问题。</a:t>
            </a:r>
            <a:endParaRPr lang="zh-CN" altLang="en-US" sz="2400">
              <a:solidFill>
                <a:srgbClr val="000000"/>
              </a:solidFill>
              <a:latin typeface="微软雅黑" panose="020B0503020204020204" pitchFamily="34" charset="-122"/>
              <a:ea typeface="微软雅黑" panose="020B0503020204020204" pitchFamily="34" charset="-122"/>
              <a:sym typeface="Calibri" panose="020F0502020204030204" pitchFamily="34" charset="0"/>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7180">
                                            <p:txEl>
                                              <p:pRg st="0" end="0"/>
                                            </p:txEl>
                                          </p:spTgt>
                                        </p:tgtEl>
                                        <p:attrNameLst>
                                          <p:attrName>style.visibility</p:attrName>
                                        </p:attrNameLst>
                                      </p:cBhvr>
                                      <p:to>
                                        <p:strVal val="visible"/>
                                      </p:to>
                                    </p:set>
                                    <p:animEffect>
                                      <p:cBhvr>
                                        <p:cTn id="7" dur="500"/>
                                        <p:tgtEl>
                                          <p:spTgt spid="718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8">
                                            <p:txEl>
                                              <p:pRg st="0" end="0"/>
                                            </p:txEl>
                                          </p:spTgt>
                                        </p:tgtEl>
                                        <p:attrNameLst>
                                          <p:attrName>style.visibility</p:attrName>
                                        </p:attrNameLst>
                                      </p:cBhvr>
                                      <p:to>
                                        <p:strVal val="visible"/>
                                      </p:to>
                                    </p:set>
                                    <p:animEffect>
                                      <p:cBhvr>
                                        <p:cTn id="12" dur="500"/>
                                        <p:tgtEl>
                                          <p:spTgt spid="18">
                                            <p:txEl>
                                              <p:pRg st="0" end="0"/>
                                            </p:txEl>
                                          </p:spTgt>
                                        </p:tgtEl>
                                      </p:cBhvr>
                                    </p:animEffect>
                                  </p:childTnLst>
                                </p:cTn>
                              </p:par>
                              <p:par>
                                <p:cTn id="13" presetID="14" presetClass="entr" presetSubtype="10" fill="hold" grpId="0" nodeType="withEffect">
                                  <p:stCondLst>
                                    <p:cond delay="0"/>
                                  </p:stCondLst>
                                  <p:childTnLst>
                                    <p:set>
                                      <p:cBhvr>
                                        <p:cTn id="14" dur="1" fill="hold">
                                          <p:stCondLst>
                                            <p:cond delay="0"/>
                                          </p:stCondLst>
                                        </p:cTn>
                                        <p:tgtEl>
                                          <p:spTgt spid="18">
                                            <p:txEl>
                                              <p:pRg st="1" end="1"/>
                                            </p:txEl>
                                          </p:spTgt>
                                        </p:tgtEl>
                                        <p:attrNameLst>
                                          <p:attrName>style.visibility</p:attrName>
                                        </p:attrNameLst>
                                      </p:cBhvr>
                                      <p:to>
                                        <p:strVal val="visible"/>
                                      </p:to>
                                    </p:set>
                                    <p:animEffect>
                                      <p:cBhvr>
                                        <p:cTn id="15" dur="500"/>
                                        <p:tgtEl>
                                          <p:spTgt spid="1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80" grpId="0" bldLvl="0" autoUpdateAnimBg="0" build="p"/>
      <p:bldP spid="18" grpId="0" bldLvl="0" autoUpdateAnimBg="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descr="C:\Users\iamisis\Desktop\0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6351"/>
            <a:ext cx="12192000" cy="6860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699" name="11 Imag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19267" y="6411384"/>
            <a:ext cx="482600" cy="404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0" name="12 Imag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87617" y="6411384"/>
            <a:ext cx="480483" cy="404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1" name="14 CuadroTexto"/>
          <p:cNvSpPr>
            <a:spLocks noChangeArrowheads="1"/>
          </p:cNvSpPr>
          <p:nvPr/>
        </p:nvSpPr>
        <p:spPr bwMode="auto">
          <a:xfrm>
            <a:off x="10619317" y="6426200"/>
            <a:ext cx="35939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r>
              <a:rPr lang="zh-CN" altLang="zh-CN" sz="1600" b="1" i="1">
                <a:solidFill>
                  <a:srgbClr val="FFFFFF"/>
                </a:solidFill>
                <a:latin typeface="Calibri" panose="020F0502020204030204" pitchFamily="34" charset="0"/>
                <a:ea typeface="MS PGothic" panose="020B0600070205080204" pitchFamily="34" charset="-128"/>
                <a:sym typeface="MS PGothic" panose="020B0600070205080204" pitchFamily="34" charset="-128"/>
              </a:rPr>
              <a:t>of</a:t>
            </a:r>
            <a:endParaRPr lang="zh-CN" altLang="zh-CN" sz="1600" b="1" i="1">
              <a:solidFill>
                <a:srgbClr val="FFFFFF"/>
              </a:solidFill>
              <a:latin typeface="Calibri" panose="020F0502020204030204" pitchFamily="34" charset="0"/>
              <a:ea typeface="MS PGothic" panose="020B0600070205080204" pitchFamily="34" charset="-128"/>
              <a:sym typeface="MS PGothic" panose="020B0600070205080204" pitchFamily="34" charset="-128"/>
            </a:endParaRPr>
          </a:p>
        </p:txBody>
      </p:sp>
      <p:sp>
        <p:nvSpPr>
          <p:cNvPr id="29702" name="15 CuadroTexto"/>
          <p:cNvSpPr>
            <a:spLocks noChangeArrowheads="1"/>
          </p:cNvSpPr>
          <p:nvPr/>
        </p:nvSpPr>
        <p:spPr bwMode="auto">
          <a:xfrm>
            <a:off x="11035565" y="6426200"/>
            <a:ext cx="39305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1600" b="1">
                <a:solidFill>
                  <a:srgbClr val="FFFFFF"/>
                </a:solidFill>
                <a:latin typeface="Calibri" panose="020F0502020204030204" pitchFamily="34" charset="0"/>
                <a:sym typeface="Calibri" panose="020F0502020204030204" pitchFamily="34" charset="0"/>
              </a:rPr>
              <a:t>21</a:t>
            </a:r>
            <a:endParaRPr lang="zh-CN" altLang="zh-CN" sz="1600" b="1">
              <a:solidFill>
                <a:srgbClr val="FFFFFF"/>
              </a:solidFill>
              <a:latin typeface="Calibri" panose="020F0502020204030204" pitchFamily="34" charset="0"/>
              <a:ea typeface="MS PGothic" panose="020B0600070205080204" pitchFamily="34" charset="-128"/>
              <a:sym typeface="MS PGothic" panose="020B0600070205080204" pitchFamily="34" charset="-128"/>
            </a:endParaRPr>
          </a:p>
        </p:txBody>
      </p:sp>
      <p:pic>
        <p:nvPicPr>
          <p:cNvPr id="29703" name="Imagen 6" descr="C:\Users\Design\Documents\Edu\Product Launch\btns.png">
            <a:hlinkClick r:id="" action="ppaction://hlinkshowjump?jump=nex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521018" y="6493933"/>
            <a:ext cx="234949" cy="237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4" name="Imagen 6" descr="C:\Users\Design\Documents\Edu\Product Launch\btns.png">
            <a:hlinkClick r:id="" action="ppaction://hlinkshowjump?jump=previousslid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8118" y="6493933"/>
            <a:ext cx="234949" cy="237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5" name="4 CuadroTexto"/>
          <p:cNvSpPr>
            <a:spLocks noChangeArrowheads="1"/>
          </p:cNvSpPr>
          <p:nvPr/>
        </p:nvSpPr>
        <p:spPr bwMode="auto">
          <a:xfrm>
            <a:off x="5166901" y="6421967"/>
            <a:ext cx="185820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zh-CN" altLang="zh-CN" sz="1600" b="1">
                <a:solidFill>
                  <a:srgbClr val="FFFFFF"/>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z="1600" b="1">
                <a:solidFill>
                  <a:srgbClr val="FFFFFF"/>
                </a:solidFill>
                <a:latin typeface="微软雅黑" panose="020B0503020204020204" pitchFamily="34" charset="-122"/>
                <a:ea typeface="微软雅黑" panose="020B0503020204020204" pitchFamily="34" charset="-122"/>
                <a:sym typeface="宋体" panose="02010600030101010101" pitchFamily="2" charset="-122"/>
              </a:rPr>
              <a:t>软件配置管理</a:t>
            </a:r>
            <a:endParaRPr lang="zh-CN" altLang="zh-CN" sz="1600" b="1">
              <a:solidFill>
                <a:srgbClr val="FFFFFF"/>
              </a:solidFill>
              <a:latin typeface="微软雅黑" panose="020B0503020204020204" pitchFamily="34" charset="-122"/>
              <a:ea typeface="微软雅黑" panose="020B0503020204020204" pitchFamily="34" charset="-122"/>
              <a:sym typeface="MS PGothic" panose="020B0600070205080204" pitchFamily="34" charset="-128"/>
            </a:endParaRPr>
          </a:p>
          <a:p>
            <a:pPr algn="ctr" defTabSz="1219200" fontAlgn="base">
              <a:spcBef>
                <a:spcPct val="0"/>
              </a:spcBef>
              <a:spcAft>
                <a:spcPct val="0"/>
              </a:spcAft>
            </a:pPr>
            <a:endParaRPr lang="zh-CN" altLang="zh-CN" sz="1600" b="1">
              <a:solidFill>
                <a:srgbClr val="FFFFFF"/>
              </a:solidFill>
              <a:latin typeface="微软雅黑" panose="020B0503020204020204" pitchFamily="34" charset="-122"/>
              <a:ea typeface="微软雅黑" panose="020B0503020204020204" pitchFamily="34" charset="-122"/>
              <a:sym typeface="MS PGothic" panose="020B0600070205080204" pitchFamily="34" charset="-128"/>
            </a:endParaRPr>
          </a:p>
        </p:txBody>
      </p:sp>
      <p:sp>
        <p:nvSpPr>
          <p:cNvPr id="19466" name="矩形 8"/>
          <p:cNvSpPr>
            <a:spLocks noChangeArrowheads="1"/>
          </p:cNvSpPr>
          <p:nvPr/>
        </p:nvSpPr>
        <p:spPr bwMode="auto">
          <a:xfrm>
            <a:off x="2159000" y="2334684"/>
            <a:ext cx="431800" cy="431800"/>
          </a:xfrm>
          <a:prstGeom prst="rect">
            <a:avLst/>
          </a:prstGeom>
          <a:noFill/>
          <a:ln w="38100">
            <a:solidFill>
              <a:srgbClr val="04AEDA"/>
            </a:solidFill>
            <a:bevel/>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endParaRPr lang="zh-CN" altLang="zh-CN" sz="2400">
              <a:solidFill>
                <a:srgbClr val="FFFFFF"/>
              </a:solidFill>
              <a:latin typeface="宋体" panose="02010600030101010101" pitchFamily="2" charset="-122"/>
              <a:sym typeface="宋体" panose="02010600030101010101" pitchFamily="2" charset="-122"/>
            </a:endParaRPr>
          </a:p>
        </p:txBody>
      </p:sp>
      <p:sp>
        <p:nvSpPr>
          <p:cNvPr id="19467" name="矩形 9"/>
          <p:cNvSpPr>
            <a:spLocks noChangeArrowheads="1"/>
          </p:cNvSpPr>
          <p:nvPr/>
        </p:nvSpPr>
        <p:spPr bwMode="auto">
          <a:xfrm>
            <a:off x="2159000" y="2995084"/>
            <a:ext cx="431800" cy="431800"/>
          </a:xfrm>
          <a:prstGeom prst="rect">
            <a:avLst/>
          </a:prstGeom>
          <a:noFill/>
          <a:ln w="38100">
            <a:solidFill>
              <a:srgbClr val="04AEDA"/>
            </a:solidFill>
            <a:bevel/>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endParaRPr lang="zh-CN" altLang="zh-CN" sz="2400">
              <a:solidFill>
                <a:srgbClr val="FFFFFF"/>
              </a:solidFill>
              <a:latin typeface="宋体" panose="02010600030101010101" pitchFamily="2" charset="-122"/>
              <a:sym typeface="宋体" panose="02010600030101010101" pitchFamily="2" charset="-122"/>
            </a:endParaRPr>
          </a:p>
        </p:txBody>
      </p:sp>
      <p:sp>
        <p:nvSpPr>
          <p:cNvPr id="19468" name="矩形 10"/>
          <p:cNvSpPr>
            <a:spLocks noChangeArrowheads="1"/>
          </p:cNvSpPr>
          <p:nvPr/>
        </p:nvSpPr>
        <p:spPr bwMode="auto">
          <a:xfrm>
            <a:off x="2159000" y="3685117"/>
            <a:ext cx="431800" cy="431800"/>
          </a:xfrm>
          <a:prstGeom prst="rect">
            <a:avLst/>
          </a:prstGeom>
          <a:noFill/>
          <a:ln w="38100">
            <a:solidFill>
              <a:srgbClr val="04AEDA"/>
            </a:solidFill>
            <a:bevel/>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endParaRPr lang="zh-CN" altLang="zh-CN" sz="2400">
              <a:solidFill>
                <a:srgbClr val="FFFFFF"/>
              </a:solidFill>
              <a:latin typeface="宋体" panose="02010600030101010101" pitchFamily="2" charset="-122"/>
              <a:sym typeface="宋体" panose="02010600030101010101" pitchFamily="2" charset="-122"/>
            </a:endParaRPr>
          </a:p>
        </p:txBody>
      </p:sp>
      <p:sp>
        <p:nvSpPr>
          <p:cNvPr id="19469" name="矩形 11"/>
          <p:cNvSpPr>
            <a:spLocks noChangeArrowheads="1"/>
          </p:cNvSpPr>
          <p:nvPr/>
        </p:nvSpPr>
        <p:spPr bwMode="auto">
          <a:xfrm>
            <a:off x="2159000" y="4326467"/>
            <a:ext cx="431800" cy="431800"/>
          </a:xfrm>
          <a:prstGeom prst="rect">
            <a:avLst/>
          </a:prstGeom>
          <a:noFill/>
          <a:ln w="38100">
            <a:solidFill>
              <a:srgbClr val="04AEDA"/>
            </a:solidFill>
            <a:bevel/>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endParaRPr lang="zh-CN" altLang="zh-CN" sz="2400">
              <a:solidFill>
                <a:srgbClr val="FFFFFF"/>
              </a:solidFill>
              <a:latin typeface="宋体" panose="02010600030101010101" pitchFamily="2" charset="-122"/>
              <a:sym typeface="宋体" panose="02010600030101010101" pitchFamily="2" charset="-122"/>
            </a:endParaRPr>
          </a:p>
        </p:txBody>
      </p:sp>
      <p:sp>
        <p:nvSpPr>
          <p:cNvPr id="19470" name="矩形 12"/>
          <p:cNvSpPr>
            <a:spLocks noChangeArrowheads="1"/>
          </p:cNvSpPr>
          <p:nvPr/>
        </p:nvSpPr>
        <p:spPr bwMode="auto">
          <a:xfrm>
            <a:off x="2163233" y="5027084"/>
            <a:ext cx="431800" cy="431800"/>
          </a:xfrm>
          <a:prstGeom prst="rect">
            <a:avLst/>
          </a:prstGeom>
          <a:noFill/>
          <a:ln w="38100">
            <a:solidFill>
              <a:srgbClr val="04AEDA"/>
            </a:solidFill>
            <a:bevel/>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endParaRPr lang="zh-CN" altLang="zh-CN" sz="2400">
              <a:solidFill>
                <a:srgbClr val="FFFFFF"/>
              </a:solidFill>
              <a:latin typeface="宋体" panose="02010600030101010101" pitchFamily="2" charset="-122"/>
              <a:sym typeface="宋体" panose="02010600030101010101" pitchFamily="2" charset="-122"/>
            </a:endParaRPr>
          </a:p>
        </p:txBody>
      </p:sp>
      <p:pic>
        <p:nvPicPr>
          <p:cNvPr id="19471" name="Picture 2" descr="C:\Users\Administrator\Desktop\对勾.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59000" y="2283885"/>
            <a:ext cx="5842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pic>
      <p:pic>
        <p:nvPicPr>
          <p:cNvPr id="19472" name="Picture 2" descr="C:\Users\Administrator\Desktop\对勾.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59000" y="2921001"/>
            <a:ext cx="5842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pic>
      <p:pic>
        <p:nvPicPr>
          <p:cNvPr id="19473" name="Picture 2" descr="C:\Users\Administrator\Desktop\对勾.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59000" y="3564467"/>
            <a:ext cx="5842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pic>
      <p:pic>
        <p:nvPicPr>
          <p:cNvPr id="19474" name="Picture 2" descr="C:\Users\Administrator\Desktop\对勾.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59000" y="4294718"/>
            <a:ext cx="5842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pic>
      <p:pic>
        <p:nvPicPr>
          <p:cNvPr id="19475" name="Picture 2" descr="C:\Users\Administrator\Desktop\对勾.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50533" y="4942418"/>
            <a:ext cx="5842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pic>
      <p:sp>
        <p:nvSpPr>
          <p:cNvPr id="19476" name="直接连接符 20"/>
          <p:cNvSpPr>
            <a:spLocks noChangeShapeType="1"/>
          </p:cNvSpPr>
          <p:nvPr/>
        </p:nvSpPr>
        <p:spPr bwMode="auto">
          <a:xfrm flipV="1">
            <a:off x="2743201" y="2768600"/>
            <a:ext cx="6136217" cy="19051"/>
          </a:xfrm>
          <a:prstGeom prst="line">
            <a:avLst/>
          </a:prstGeom>
          <a:noFill/>
          <a:ln w="38100">
            <a:solidFill>
              <a:srgbClr val="04AEDA"/>
            </a:solidFill>
            <a:prstDash val="sysDot"/>
            <a:bevel/>
          </a:ln>
          <a:extLst>
            <a:ext uri="{909E8E84-426E-40DD-AFC4-6F175D3DCCD1}">
              <a14:hiddenFill xmlns:a14="http://schemas.microsoft.com/office/drawing/2010/main">
                <a:noFill/>
              </a14:hiddenFill>
            </a:ext>
          </a:extLst>
        </p:spPr>
        <p:txBody>
          <a:bodyPr/>
          <a:lstStyle/>
          <a:p>
            <a:pPr defTabSz="1219200" eaLnBrk="0" fontAlgn="base" hangingPunct="0">
              <a:spcBef>
                <a:spcPct val="0"/>
              </a:spcBef>
              <a:spcAft>
                <a:spcPct val="0"/>
              </a:spcAft>
            </a:pPr>
            <a:endParaRPr lang="zh-CN" altLang="en-US" sz="2400">
              <a:solidFill>
                <a:srgbClr val="000000"/>
              </a:solidFill>
              <a:latin typeface="Arial" panose="020B0604020202020204" pitchFamily="34" charset="0"/>
              <a:ea typeface="宋体" panose="02010600030101010101" pitchFamily="2" charset="-122"/>
            </a:endParaRPr>
          </a:p>
        </p:txBody>
      </p:sp>
      <p:sp>
        <p:nvSpPr>
          <p:cNvPr id="19477" name="TextBox 21"/>
          <p:cNvSpPr>
            <a:spLocks noChangeArrowheads="1"/>
          </p:cNvSpPr>
          <p:nvPr/>
        </p:nvSpPr>
        <p:spPr bwMode="auto">
          <a:xfrm>
            <a:off x="3628815" y="2330451"/>
            <a:ext cx="1816523"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1865"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1865"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发生了什么？</a:t>
            </a:r>
            <a:endParaRPr lang="zh-CN" altLang="en-US" sz="2400" dirty="0">
              <a:solidFill>
                <a:srgbClr val="000000"/>
              </a:solidFill>
              <a:sym typeface="Calibri" panose="020F0502020204030204" pitchFamily="34" charset="0"/>
            </a:endParaRPr>
          </a:p>
        </p:txBody>
      </p:sp>
      <p:sp>
        <p:nvSpPr>
          <p:cNvPr id="19478" name="直接连接符 23"/>
          <p:cNvSpPr>
            <a:spLocks noChangeShapeType="1"/>
          </p:cNvSpPr>
          <p:nvPr/>
        </p:nvSpPr>
        <p:spPr bwMode="auto">
          <a:xfrm flipV="1">
            <a:off x="2743201" y="3426884"/>
            <a:ext cx="6136217" cy="0"/>
          </a:xfrm>
          <a:prstGeom prst="line">
            <a:avLst/>
          </a:prstGeom>
          <a:noFill/>
          <a:ln w="38100">
            <a:solidFill>
              <a:srgbClr val="04AEDA"/>
            </a:solidFill>
            <a:prstDash val="sysDot"/>
            <a:bevel/>
          </a:ln>
          <a:extLst>
            <a:ext uri="{909E8E84-426E-40DD-AFC4-6F175D3DCCD1}">
              <a14:hiddenFill xmlns:a14="http://schemas.microsoft.com/office/drawing/2010/main">
                <a:noFill/>
              </a14:hiddenFill>
            </a:ext>
          </a:extLst>
        </p:spPr>
        <p:txBody>
          <a:bodyPr/>
          <a:lstStyle/>
          <a:p>
            <a:pPr defTabSz="1219200" eaLnBrk="0" fontAlgn="base" hangingPunct="0">
              <a:spcBef>
                <a:spcPct val="0"/>
              </a:spcBef>
              <a:spcAft>
                <a:spcPct val="0"/>
              </a:spcAft>
            </a:pPr>
            <a:endParaRPr lang="zh-CN" altLang="en-US" sz="2400">
              <a:solidFill>
                <a:srgbClr val="000000"/>
              </a:solidFill>
              <a:latin typeface="Arial" panose="020B0604020202020204" pitchFamily="34" charset="0"/>
              <a:ea typeface="宋体" panose="02010600030101010101" pitchFamily="2" charset="-122"/>
            </a:endParaRPr>
          </a:p>
        </p:txBody>
      </p:sp>
      <p:sp>
        <p:nvSpPr>
          <p:cNvPr id="19479" name="TextBox 24"/>
          <p:cNvSpPr>
            <a:spLocks noChangeArrowheads="1"/>
          </p:cNvSpPr>
          <p:nvPr/>
        </p:nvSpPr>
        <p:spPr bwMode="auto">
          <a:xfrm>
            <a:off x="3629149" y="2944284"/>
            <a:ext cx="2294218"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1865"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2.</a:t>
            </a:r>
            <a:r>
              <a:rPr lang="zh-CN" altLang="en-US" sz="1865"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发生于什么时候？</a:t>
            </a:r>
            <a:endParaRPr lang="zh-CN" altLang="en-US" sz="2400" dirty="0">
              <a:solidFill>
                <a:srgbClr val="000000"/>
              </a:solidFill>
              <a:sym typeface="Calibri" panose="020F0502020204030204" pitchFamily="34" charset="0"/>
            </a:endParaRPr>
          </a:p>
        </p:txBody>
      </p:sp>
      <p:sp>
        <p:nvSpPr>
          <p:cNvPr id="19480" name="直接连接符 25"/>
          <p:cNvSpPr>
            <a:spLocks noChangeShapeType="1"/>
          </p:cNvSpPr>
          <p:nvPr/>
        </p:nvSpPr>
        <p:spPr bwMode="auto">
          <a:xfrm>
            <a:off x="2743201" y="4049185"/>
            <a:ext cx="6136217" cy="38100"/>
          </a:xfrm>
          <a:prstGeom prst="line">
            <a:avLst/>
          </a:prstGeom>
          <a:noFill/>
          <a:ln w="38100">
            <a:solidFill>
              <a:srgbClr val="04AEDA"/>
            </a:solidFill>
            <a:prstDash val="sysDot"/>
            <a:bevel/>
          </a:ln>
          <a:extLst>
            <a:ext uri="{909E8E84-426E-40DD-AFC4-6F175D3DCCD1}">
              <a14:hiddenFill xmlns:a14="http://schemas.microsoft.com/office/drawing/2010/main">
                <a:noFill/>
              </a14:hiddenFill>
            </a:ext>
          </a:extLst>
        </p:spPr>
        <p:txBody>
          <a:bodyPr/>
          <a:lstStyle/>
          <a:p>
            <a:pPr defTabSz="1219200" eaLnBrk="0" fontAlgn="base" hangingPunct="0">
              <a:spcBef>
                <a:spcPct val="0"/>
              </a:spcBef>
              <a:spcAft>
                <a:spcPct val="0"/>
              </a:spcAft>
            </a:pPr>
            <a:endParaRPr lang="zh-CN" altLang="en-US" sz="2400">
              <a:solidFill>
                <a:srgbClr val="000000"/>
              </a:solidFill>
              <a:latin typeface="Arial" panose="020B0604020202020204" pitchFamily="34" charset="0"/>
              <a:ea typeface="宋体" panose="02010600030101010101" pitchFamily="2" charset="-122"/>
            </a:endParaRPr>
          </a:p>
        </p:txBody>
      </p:sp>
      <p:sp>
        <p:nvSpPr>
          <p:cNvPr id="19481" name="TextBox 26"/>
          <p:cNvSpPr>
            <a:spLocks noChangeArrowheads="1"/>
          </p:cNvSpPr>
          <p:nvPr/>
        </p:nvSpPr>
        <p:spPr bwMode="auto">
          <a:xfrm>
            <a:off x="3628815" y="3579284"/>
            <a:ext cx="1816523"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1865"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3.</a:t>
            </a:r>
            <a:r>
              <a:rPr lang="zh-CN" altLang="en-US" sz="1865"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起因是什么？</a:t>
            </a:r>
            <a:endParaRPr lang="zh-CN" altLang="en-US" sz="2400" dirty="0">
              <a:solidFill>
                <a:srgbClr val="000000"/>
              </a:solidFill>
              <a:sym typeface="Calibri" panose="020F0502020204030204" pitchFamily="34" charset="0"/>
            </a:endParaRPr>
          </a:p>
        </p:txBody>
      </p:sp>
      <p:sp>
        <p:nvSpPr>
          <p:cNvPr id="19482" name="直接连接符 27"/>
          <p:cNvSpPr>
            <a:spLocks noChangeShapeType="1"/>
          </p:cNvSpPr>
          <p:nvPr/>
        </p:nvSpPr>
        <p:spPr bwMode="auto">
          <a:xfrm>
            <a:off x="2743201" y="4741333"/>
            <a:ext cx="6136217" cy="8467"/>
          </a:xfrm>
          <a:prstGeom prst="line">
            <a:avLst/>
          </a:prstGeom>
          <a:noFill/>
          <a:ln w="38100">
            <a:solidFill>
              <a:srgbClr val="04AEDA"/>
            </a:solidFill>
            <a:prstDash val="sysDot"/>
            <a:bevel/>
          </a:ln>
          <a:extLst>
            <a:ext uri="{909E8E84-426E-40DD-AFC4-6F175D3DCCD1}">
              <a14:hiddenFill xmlns:a14="http://schemas.microsoft.com/office/drawing/2010/main">
                <a:noFill/>
              </a14:hiddenFill>
            </a:ext>
          </a:extLst>
        </p:spPr>
        <p:txBody>
          <a:bodyPr/>
          <a:lstStyle/>
          <a:p>
            <a:pPr defTabSz="1219200" eaLnBrk="0" fontAlgn="base" hangingPunct="0">
              <a:spcBef>
                <a:spcPct val="0"/>
              </a:spcBef>
              <a:spcAft>
                <a:spcPct val="0"/>
              </a:spcAft>
            </a:pPr>
            <a:endParaRPr lang="zh-CN" altLang="en-US" sz="2400">
              <a:solidFill>
                <a:srgbClr val="000000"/>
              </a:solidFill>
              <a:latin typeface="Arial" panose="020B0604020202020204" pitchFamily="34" charset="0"/>
              <a:ea typeface="宋体" panose="02010600030101010101" pitchFamily="2" charset="-122"/>
            </a:endParaRPr>
          </a:p>
        </p:txBody>
      </p:sp>
      <p:sp>
        <p:nvSpPr>
          <p:cNvPr id="19483" name="直接连接符 28"/>
          <p:cNvSpPr>
            <a:spLocks noChangeShapeType="1"/>
          </p:cNvSpPr>
          <p:nvPr/>
        </p:nvSpPr>
        <p:spPr bwMode="auto">
          <a:xfrm flipV="1">
            <a:off x="2734734" y="5410200"/>
            <a:ext cx="6144684" cy="25400"/>
          </a:xfrm>
          <a:prstGeom prst="line">
            <a:avLst/>
          </a:prstGeom>
          <a:noFill/>
          <a:ln w="38100">
            <a:solidFill>
              <a:srgbClr val="04AEDA"/>
            </a:solidFill>
            <a:prstDash val="sysDot"/>
            <a:bevel/>
          </a:ln>
          <a:extLst>
            <a:ext uri="{909E8E84-426E-40DD-AFC4-6F175D3DCCD1}">
              <a14:hiddenFill xmlns:a14="http://schemas.microsoft.com/office/drawing/2010/main">
                <a:noFill/>
              </a14:hiddenFill>
            </a:ext>
          </a:extLst>
        </p:spPr>
        <p:txBody>
          <a:bodyPr/>
          <a:lstStyle/>
          <a:p>
            <a:pPr defTabSz="1219200" eaLnBrk="0" fontAlgn="base" hangingPunct="0">
              <a:spcBef>
                <a:spcPct val="0"/>
              </a:spcBef>
              <a:spcAft>
                <a:spcPct val="0"/>
              </a:spcAft>
            </a:pPr>
            <a:endParaRPr lang="zh-CN" altLang="en-US" sz="2400">
              <a:solidFill>
                <a:srgbClr val="000000"/>
              </a:solidFill>
              <a:latin typeface="Arial" panose="020B0604020202020204" pitchFamily="34" charset="0"/>
              <a:ea typeface="宋体" panose="02010600030101010101" pitchFamily="2" charset="-122"/>
            </a:endParaRPr>
          </a:p>
        </p:txBody>
      </p:sp>
      <p:sp>
        <p:nvSpPr>
          <p:cNvPr id="19484" name="TextBox 29"/>
          <p:cNvSpPr>
            <a:spLocks noChangeArrowheads="1"/>
          </p:cNvSpPr>
          <p:nvPr/>
        </p:nvSpPr>
        <p:spPr bwMode="auto">
          <a:xfrm>
            <a:off x="3596217" y="4284133"/>
            <a:ext cx="4114800"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r>
              <a:rPr lang="en-US" altLang="zh-CN" sz="1865"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4.</a:t>
            </a:r>
            <a:r>
              <a:rPr lang="zh-CN" altLang="zh-CN" sz="1865" dirty="0">
                <a:solidFill>
                  <a:srgbClr val="000000"/>
                </a:solidFill>
                <a:latin typeface="微软雅黑" panose="020B0503020204020204" pitchFamily="34" charset="-122"/>
                <a:ea typeface="微软雅黑" panose="020B0503020204020204" pitchFamily="34" charset="-122"/>
                <a:sym typeface="Calibri" panose="020F0502020204030204" pitchFamily="34" charset="0"/>
              </a:rPr>
              <a:t>谁批准的这个变更？</a:t>
            </a:r>
            <a:endParaRPr lang="zh-CN" altLang="en-US" sz="2400" dirty="0">
              <a:solidFill>
                <a:srgbClr val="000000"/>
              </a:solidFill>
              <a:latin typeface="微软雅黑" panose="020B0503020204020204" pitchFamily="34" charset="-122"/>
              <a:ea typeface="微软雅黑" panose="020B0503020204020204" pitchFamily="34" charset="-122"/>
              <a:sym typeface="Calibri" panose="020F0502020204030204" pitchFamily="34" charset="0"/>
            </a:endParaRPr>
          </a:p>
        </p:txBody>
      </p:sp>
      <p:sp>
        <p:nvSpPr>
          <p:cNvPr id="19485" name="TextBox 30"/>
          <p:cNvSpPr>
            <a:spLocks noChangeArrowheads="1"/>
          </p:cNvSpPr>
          <p:nvPr/>
        </p:nvSpPr>
        <p:spPr bwMode="auto">
          <a:xfrm>
            <a:off x="3596217" y="4961467"/>
            <a:ext cx="3589867"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r>
              <a:rPr lang="en-US" altLang="zh-CN" sz="1865"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5.</a:t>
            </a:r>
            <a:r>
              <a:rPr lang="zh-CN" altLang="en-US" sz="1865"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谁实现了这些变更？</a:t>
            </a:r>
            <a:endParaRPr lang="zh-CN" altLang="en-US" sz="2400" dirty="0">
              <a:solidFill>
                <a:srgbClr val="000000"/>
              </a:solidFill>
              <a:sym typeface="Calibri" panose="020F0502020204030204" pitchFamily="34" charset="0"/>
            </a:endParaRPr>
          </a:p>
        </p:txBody>
      </p:sp>
      <p:sp>
        <p:nvSpPr>
          <p:cNvPr id="29726" name="13 CuadroTexto"/>
          <p:cNvSpPr>
            <a:spLocks noChangeArrowheads="1"/>
          </p:cNvSpPr>
          <p:nvPr/>
        </p:nvSpPr>
        <p:spPr bwMode="auto">
          <a:xfrm>
            <a:off x="10254515" y="6430434"/>
            <a:ext cx="39305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1600" b="1">
                <a:solidFill>
                  <a:srgbClr val="04AEDA"/>
                </a:solidFill>
                <a:latin typeface="Calibri" panose="020F0502020204030204" pitchFamily="34" charset="0"/>
                <a:sym typeface="Calibri" panose="020F0502020204030204" pitchFamily="34" charset="0"/>
              </a:rPr>
              <a:t>13</a:t>
            </a:r>
            <a:endParaRPr lang="zh-CN" altLang="en-US" sz="1600" b="1">
              <a:solidFill>
                <a:srgbClr val="04AEDA"/>
              </a:solidFill>
              <a:latin typeface="Calibri" panose="020F0502020204030204" pitchFamily="34" charset="0"/>
              <a:ea typeface="MS PGothic" panose="020B0600070205080204" pitchFamily="34" charset="-128"/>
              <a:sym typeface="MS PGothic" panose="020B0600070205080204" pitchFamily="34" charset="-128"/>
            </a:endParaRPr>
          </a:p>
        </p:txBody>
      </p:sp>
      <p:sp>
        <p:nvSpPr>
          <p:cNvPr id="29727" name="直接连接符 31"/>
          <p:cNvSpPr>
            <a:spLocks noChangeShapeType="1"/>
          </p:cNvSpPr>
          <p:nvPr/>
        </p:nvSpPr>
        <p:spPr bwMode="auto">
          <a:xfrm flipH="1">
            <a:off x="285751" y="749300"/>
            <a:ext cx="4129616" cy="0"/>
          </a:xfrm>
          <a:prstGeom prst="line">
            <a:avLst/>
          </a:prstGeom>
          <a:noFill/>
          <a:ln w="9525">
            <a:solidFill>
              <a:srgbClr val="00B0F0"/>
            </a:solidFill>
            <a:bevel/>
          </a:ln>
          <a:extLst>
            <a:ext uri="{909E8E84-426E-40DD-AFC4-6F175D3DCCD1}">
              <a14:hiddenFill xmlns:a14="http://schemas.microsoft.com/office/drawing/2010/main">
                <a:noFill/>
              </a14:hiddenFill>
            </a:ext>
          </a:extLst>
        </p:spPr>
        <p:txBody>
          <a:bodyPr/>
          <a:lstStyle/>
          <a:p>
            <a:pPr defTabSz="1219200" eaLnBrk="0" fontAlgn="base" hangingPunct="0">
              <a:spcBef>
                <a:spcPct val="0"/>
              </a:spcBef>
              <a:spcAft>
                <a:spcPct val="0"/>
              </a:spcAft>
            </a:pPr>
            <a:endParaRPr lang="zh-CN" altLang="en-US" sz="2400">
              <a:solidFill>
                <a:srgbClr val="000000"/>
              </a:solidFill>
              <a:latin typeface="Arial" panose="020B0604020202020204" pitchFamily="34" charset="0"/>
              <a:ea typeface="宋体" panose="02010600030101010101" pitchFamily="2" charset="-122"/>
            </a:endParaRPr>
          </a:p>
        </p:txBody>
      </p:sp>
      <p:sp>
        <p:nvSpPr>
          <p:cNvPr id="29728" name="Rectangle 7"/>
          <p:cNvSpPr>
            <a:spLocks noChangeArrowheads="1"/>
          </p:cNvSpPr>
          <p:nvPr/>
        </p:nvSpPr>
        <p:spPr bwMode="auto">
          <a:xfrm>
            <a:off x="0" y="698500"/>
            <a:ext cx="287867" cy="95251"/>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endParaRPr lang="zh-CN" altLang="zh-CN" sz="2400">
              <a:solidFill>
                <a:srgbClr val="000000"/>
              </a:solidFill>
              <a:latin typeface="Calibri" panose="020F0502020204030204" pitchFamily="34" charset="0"/>
              <a:sym typeface="宋体" panose="02010600030101010101" pitchFamily="2" charset="-122"/>
            </a:endParaRPr>
          </a:p>
        </p:txBody>
      </p:sp>
      <p:sp>
        <p:nvSpPr>
          <p:cNvPr id="29729" name="TextBox 5"/>
          <p:cNvSpPr>
            <a:spLocks noChangeArrowheads="1"/>
          </p:cNvSpPr>
          <p:nvPr/>
        </p:nvSpPr>
        <p:spPr bwMode="auto">
          <a:xfrm>
            <a:off x="747185" y="258233"/>
            <a:ext cx="3407833" cy="52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lnSpc>
                <a:spcPts val="3415"/>
              </a:lnSpc>
              <a:spcBef>
                <a:spcPct val="0"/>
              </a:spcBef>
              <a:spcAft>
                <a:spcPct val="0"/>
              </a:spcAft>
            </a:pPr>
            <a:r>
              <a:rPr lang="zh-CN" altLang="en-US" sz="2665">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三、状态报告</a:t>
            </a:r>
            <a:endParaRPr lang="en-US" altLang="zh-CN" sz="2665">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466" name="文本框 33"/>
          <p:cNvSpPr txBox="1">
            <a:spLocks noChangeArrowheads="1"/>
          </p:cNvSpPr>
          <p:nvPr/>
        </p:nvSpPr>
        <p:spPr bwMode="auto">
          <a:xfrm>
            <a:off x="709085" y="980018"/>
            <a:ext cx="10570633" cy="1323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81000" indent="-381000" defTabSz="1219200" fontAlgn="base">
              <a:spcBef>
                <a:spcPct val="20000"/>
              </a:spcBef>
              <a:spcAft>
                <a:spcPct val="0"/>
              </a:spcAft>
              <a:buFont typeface="Arial" panose="020B0604020202020204" pitchFamily="34" charset="0"/>
              <a:buChar char="•"/>
            </a:pPr>
            <a:r>
              <a:rPr lang="zh-CN" altLang="en-US" sz="2665" dirty="0">
                <a:solidFill>
                  <a:srgbClr val="000000"/>
                </a:solidFill>
                <a:latin typeface="微软雅黑" panose="020B0503020204020204" pitchFamily="34" charset="-122"/>
                <a:ea typeface="微软雅黑" panose="020B0503020204020204" pitchFamily="34" charset="-122"/>
                <a:sym typeface="Calibri" panose="020F0502020204030204" pitchFamily="34" charset="0"/>
              </a:rPr>
              <a:t>从根本上讲软件配置管理是对项目及其组成成分状态所有信息的获取和维护。然后这些状态信息必须可以通知给不同层次的负责方。因此需要考虑这些问题：</a:t>
            </a:r>
            <a:endParaRPr lang="zh-CN" altLang="zh-CN" sz="2665" dirty="0">
              <a:solidFill>
                <a:srgbClr val="000000"/>
              </a:solidFill>
              <a:latin typeface="Calibri" panose="020F0502020204030204" pitchFamily="34" charset="0"/>
              <a:sym typeface="Calibri" panose="020F0502020204030204" pitchFamily="34" charset="0"/>
            </a:endParaRPr>
          </a:p>
        </p:txBody>
      </p:sp>
      <p:pic>
        <p:nvPicPr>
          <p:cNvPr id="35" name="Picture 2" descr="C:\Users\Administrator\Desktop\对勾.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94984" y="5530851"/>
            <a:ext cx="5842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pic>
      <p:sp>
        <p:nvSpPr>
          <p:cNvPr id="36" name="矩形 12"/>
          <p:cNvSpPr>
            <a:spLocks noChangeArrowheads="1"/>
          </p:cNvSpPr>
          <p:nvPr/>
        </p:nvSpPr>
        <p:spPr bwMode="auto">
          <a:xfrm>
            <a:off x="2159000" y="5613400"/>
            <a:ext cx="431800" cy="431800"/>
          </a:xfrm>
          <a:prstGeom prst="rect">
            <a:avLst/>
          </a:prstGeom>
          <a:noFill/>
          <a:ln w="38100">
            <a:solidFill>
              <a:srgbClr val="04AEDA"/>
            </a:solidFill>
            <a:bevel/>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endParaRPr lang="zh-CN" altLang="zh-CN" sz="2400">
              <a:solidFill>
                <a:srgbClr val="FFFFFF"/>
              </a:solidFill>
              <a:latin typeface="宋体" panose="02010600030101010101" pitchFamily="2" charset="-122"/>
              <a:sym typeface="宋体" panose="02010600030101010101" pitchFamily="2" charset="-122"/>
            </a:endParaRPr>
          </a:p>
        </p:txBody>
      </p:sp>
      <p:sp>
        <p:nvSpPr>
          <p:cNvPr id="37" name="直接连接符 28"/>
          <p:cNvSpPr>
            <a:spLocks noChangeShapeType="1"/>
          </p:cNvSpPr>
          <p:nvPr/>
        </p:nvSpPr>
        <p:spPr bwMode="auto">
          <a:xfrm>
            <a:off x="2743200" y="5985934"/>
            <a:ext cx="6138333" cy="46567"/>
          </a:xfrm>
          <a:prstGeom prst="line">
            <a:avLst/>
          </a:prstGeom>
          <a:noFill/>
          <a:ln w="38100">
            <a:solidFill>
              <a:srgbClr val="04AEDA"/>
            </a:solidFill>
            <a:prstDash val="sysDot"/>
            <a:bevel/>
          </a:ln>
          <a:extLst>
            <a:ext uri="{909E8E84-426E-40DD-AFC4-6F175D3DCCD1}">
              <a14:hiddenFill xmlns:a14="http://schemas.microsoft.com/office/drawing/2010/main">
                <a:noFill/>
              </a14:hiddenFill>
            </a:ext>
          </a:extLst>
        </p:spPr>
        <p:txBody>
          <a:bodyPr/>
          <a:lstStyle/>
          <a:p>
            <a:pPr defTabSz="1219200" eaLnBrk="0" fontAlgn="base" hangingPunct="0">
              <a:spcBef>
                <a:spcPct val="0"/>
              </a:spcBef>
              <a:spcAft>
                <a:spcPct val="0"/>
              </a:spcAft>
            </a:pPr>
            <a:endParaRPr lang="zh-CN" altLang="en-US" sz="2400">
              <a:solidFill>
                <a:srgbClr val="000000"/>
              </a:solidFill>
              <a:latin typeface="Arial" panose="020B0604020202020204" pitchFamily="34" charset="0"/>
              <a:ea typeface="宋体" panose="02010600030101010101" pitchFamily="2" charset="-122"/>
            </a:endParaRPr>
          </a:p>
        </p:txBody>
      </p:sp>
      <p:sp>
        <p:nvSpPr>
          <p:cNvPr id="38" name="TextBox 30"/>
          <p:cNvSpPr>
            <a:spLocks noChangeArrowheads="1"/>
          </p:cNvSpPr>
          <p:nvPr/>
        </p:nvSpPr>
        <p:spPr bwMode="auto">
          <a:xfrm>
            <a:off x="3596218" y="5547784"/>
            <a:ext cx="3458633"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r>
              <a:rPr lang="en-US" altLang="zh-CN" sz="1865"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6.</a:t>
            </a:r>
            <a:r>
              <a:rPr lang="zh-CN" altLang="en-US" sz="1865"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哪些项受到了影响？</a:t>
            </a:r>
            <a:endParaRPr lang="zh-CN" altLang="en-US" sz="2400" dirty="0">
              <a:solidFill>
                <a:srgbClr val="000000"/>
              </a:solidFill>
              <a:sym typeface="Calibri" panose="020F0502020204030204" pitchFamily="34" charset="0"/>
            </a:endParaRPr>
          </a:p>
        </p:txBody>
      </p:sp>
    </p:spTree>
  </p:cSld>
  <p:clrMapOvr>
    <a:masterClrMapping/>
  </p:clrMapOvr>
  <p:transition spd="slow">
    <p:push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8466"/>
                                        </p:tgtEl>
                                        <p:attrNameLst>
                                          <p:attrName>style.visibility</p:attrName>
                                        </p:attrNameLst>
                                      </p:cBhvr>
                                      <p:to>
                                        <p:strVal val="visible"/>
                                      </p:to>
                                    </p:se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19466"/>
                                        </p:tgtEl>
                                        <p:attrNameLst>
                                          <p:attrName>style.visibility</p:attrName>
                                        </p:attrNameLst>
                                      </p:cBhvr>
                                      <p:to>
                                        <p:strVal val="visible"/>
                                      </p:to>
                                    </p:set>
                                    <p:animEffect>
                                      <p:cBhvr>
                                        <p:cTn id="10" dur="500"/>
                                        <p:tgtEl>
                                          <p:spTgt spid="19466"/>
                                        </p:tgtEl>
                                      </p:cBhvr>
                                    </p:animEffect>
                                  </p:childTnLst>
                                </p:cTn>
                              </p:par>
                            </p:childTnLst>
                          </p:cTn>
                        </p:par>
                        <p:par>
                          <p:cTn id="11" fill="hold">
                            <p:stCondLst>
                              <p:cond delay="500"/>
                            </p:stCondLst>
                            <p:childTnLst>
                              <p:par>
                                <p:cTn id="12" presetID="22" presetClass="entr" presetSubtype="8" fill="hold" nodeType="afterEffect">
                                  <p:stCondLst>
                                    <p:cond delay="0"/>
                                  </p:stCondLst>
                                  <p:childTnLst>
                                    <p:set>
                                      <p:cBhvr>
                                        <p:cTn id="13" dur="1" fill="hold">
                                          <p:stCondLst>
                                            <p:cond delay="0"/>
                                          </p:stCondLst>
                                        </p:cTn>
                                        <p:tgtEl>
                                          <p:spTgt spid="19476"/>
                                        </p:tgtEl>
                                        <p:attrNameLst>
                                          <p:attrName>style.visibility</p:attrName>
                                        </p:attrNameLst>
                                      </p:cBhvr>
                                      <p:to>
                                        <p:strVal val="visible"/>
                                      </p:to>
                                    </p:set>
                                    <p:animEffect>
                                      <p:cBhvr>
                                        <p:cTn id="14" dur="500"/>
                                        <p:tgtEl>
                                          <p:spTgt spid="19476"/>
                                        </p:tgtEl>
                                      </p:cBhvr>
                                    </p:animEffect>
                                  </p:childTnLst>
                                </p:cTn>
                              </p:par>
                            </p:childTnLst>
                          </p:cTn>
                        </p:par>
                        <p:par>
                          <p:cTn id="15" fill="hold">
                            <p:stCondLst>
                              <p:cond delay="1000"/>
                            </p:stCondLst>
                            <p:childTnLst>
                              <p:par>
                                <p:cTn id="16" presetID="14" presetClass="entr" presetSubtype="10" fill="hold" grpId="0" nodeType="afterEffect">
                                  <p:stCondLst>
                                    <p:cond delay="0"/>
                                  </p:stCondLst>
                                  <p:childTnLst>
                                    <p:set>
                                      <p:cBhvr>
                                        <p:cTn id="17" dur="1" fill="hold">
                                          <p:stCondLst>
                                            <p:cond delay="0"/>
                                          </p:stCondLst>
                                        </p:cTn>
                                        <p:tgtEl>
                                          <p:spTgt spid="19477"/>
                                        </p:tgtEl>
                                        <p:attrNameLst>
                                          <p:attrName>style.visibility</p:attrName>
                                        </p:attrNameLst>
                                      </p:cBhvr>
                                      <p:to>
                                        <p:strVal val="visible"/>
                                      </p:to>
                                    </p:set>
                                    <p:animEffect>
                                      <p:cBhvr>
                                        <p:cTn id="18" dur="500"/>
                                        <p:tgtEl>
                                          <p:spTgt spid="1947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9471"/>
                                        </p:tgtEl>
                                        <p:attrNameLst>
                                          <p:attrName>style.visibility</p:attrName>
                                        </p:attrNameLst>
                                      </p:cBhvr>
                                      <p:to>
                                        <p:strVal val="visible"/>
                                      </p:to>
                                    </p:set>
                                    <p:animEffect>
                                      <p:cBhvr>
                                        <p:cTn id="23" dur="1000"/>
                                        <p:tgtEl>
                                          <p:spTgt spid="19471"/>
                                        </p:tgtEl>
                                      </p:cBhvr>
                                    </p:animEffect>
                                  </p:childTnLst>
                                </p:cTn>
                              </p:par>
                            </p:childTnLst>
                          </p:cTn>
                        </p:par>
                        <p:par>
                          <p:cTn id="24" fill="hold">
                            <p:stCondLst>
                              <p:cond delay="1000"/>
                            </p:stCondLst>
                            <p:childTnLst>
                              <p:par>
                                <p:cTn id="25" presetID="10" presetClass="entr" presetSubtype="0" fill="hold" grpId="0" nodeType="afterEffect">
                                  <p:stCondLst>
                                    <p:cond delay="0"/>
                                  </p:stCondLst>
                                  <p:childTnLst>
                                    <p:set>
                                      <p:cBhvr>
                                        <p:cTn id="26" dur="1" fill="hold">
                                          <p:stCondLst>
                                            <p:cond delay="0"/>
                                          </p:stCondLst>
                                        </p:cTn>
                                        <p:tgtEl>
                                          <p:spTgt spid="19467"/>
                                        </p:tgtEl>
                                        <p:attrNameLst>
                                          <p:attrName>style.visibility</p:attrName>
                                        </p:attrNameLst>
                                      </p:cBhvr>
                                      <p:to>
                                        <p:strVal val="visible"/>
                                      </p:to>
                                    </p:set>
                                    <p:animEffect>
                                      <p:cBhvr>
                                        <p:cTn id="27" dur="500"/>
                                        <p:tgtEl>
                                          <p:spTgt spid="19467"/>
                                        </p:tgtEl>
                                      </p:cBhvr>
                                    </p:animEffect>
                                  </p:childTnLst>
                                </p:cTn>
                              </p:par>
                            </p:childTnLst>
                          </p:cTn>
                        </p:par>
                        <p:par>
                          <p:cTn id="28" fill="hold">
                            <p:stCondLst>
                              <p:cond delay="1500"/>
                            </p:stCondLst>
                            <p:childTnLst>
                              <p:par>
                                <p:cTn id="29" presetID="22" presetClass="entr" presetSubtype="8" fill="hold" nodeType="afterEffect">
                                  <p:stCondLst>
                                    <p:cond delay="0"/>
                                  </p:stCondLst>
                                  <p:childTnLst>
                                    <p:set>
                                      <p:cBhvr>
                                        <p:cTn id="30" dur="1" fill="hold">
                                          <p:stCondLst>
                                            <p:cond delay="0"/>
                                          </p:stCondLst>
                                        </p:cTn>
                                        <p:tgtEl>
                                          <p:spTgt spid="19478"/>
                                        </p:tgtEl>
                                        <p:attrNameLst>
                                          <p:attrName>style.visibility</p:attrName>
                                        </p:attrNameLst>
                                      </p:cBhvr>
                                      <p:to>
                                        <p:strVal val="visible"/>
                                      </p:to>
                                    </p:set>
                                    <p:animEffect>
                                      <p:cBhvr>
                                        <p:cTn id="31" dur="500"/>
                                        <p:tgtEl>
                                          <p:spTgt spid="19478"/>
                                        </p:tgtEl>
                                      </p:cBhvr>
                                    </p:animEffect>
                                  </p:childTnLst>
                                </p:cTn>
                              </p:par>
                            </p:childTnLst>
                          </p:cTn>
                        </p:par>
                        <p:par>
                          <p:cTn id="32" fill="hold">
                            <p:stCondLst>
                              <p:cond delay="2000"/>
                            </p:stCondLst>
                            <p:childTnLst>
                              <p:par>
                                <p:cTn id="33" presetID="14" presetClass="entr" presetSubtype="10" fill="hold" grpId="0" nodeType="afterEffect">
                                  <p:stCondLst>
                                    <p:cond delay="0"/>
                                  </p:stCondLst>
                                  <p:childTnLst>
                                    <p:set>
                                      <p:cBhvr>
                                        <p:cTn id="34" dur="1" fill="hold">
                                          <p:stCondLst>
                                            <p:cond delay="0"/>
                                          </p:stCondLst>
                                        </p:cTn>
                                        <p:tgtEl>
                                          <p:spTgt spid="19479"/>
                                        </p:tgtEl>
                                        <p:attrNameLst>
                                          <p:attrName>style.visibility</p:attrName>
                                        </p:attrNameLst>
                                      </p:cBhvr>
                                      <p:to>
                                        <p:strVal val="visible"/>
                                      </p:to>
                                    </p:set>
                                    <p:animEffect>
                                      <p:cBhvr>
                                        <p:cTn id="35" dur="500"/>
                                        <p:tgtEl>
                                          <p:spTgt spid="1947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9472"/>
                                        </p:tgtEl>
                                        <p:attrNameLst>
                                          <p:attrName>style.visibility</p:attrName>
                                        </p:attrNameLst>
                                      </p:cBhvr>
                                      <p:to>
                                        <p:strVal val="visible"/>
                                      </p:to>
                                    </p:set>
                                    <p:animEffect>
                                      <p:cBhvr>
                                        <p:cTn id="40" dur="1000"/>
                                        <p:tgtEl>
                                          <p:spTgt spid="19472"/>
                                        </p:tgtEl>
                                      </p:cBhvr>
                                    </p:animEffect>
                                  </p:childTnLst>
                                </p:cTn>
                              </p:par>
                            </p:childTnLst>
                          </p:cTn>
                        </p:par>
                        <p:par>
                          <p:cTn id="41" fill="hold">
                            <p:stCondLst>
                              <p:cond delay="1000"/>
                            </p:stCondLst>
                            <p:childTnLst>
                              <p:par>
                                <p:cTn id="42" presetID="10" presetClass="entr" presetSubtype="0" fill="hold" grpId="0" nodeType="afterEffect">
                                  <p:stCondLst>
                                    <p:cond delay="0"/>
                                  </p:stCondLst>
                                  <p:childTnLst>
                                    <p:set>
                                      <p:cBhvr>
                                        <p:cTn id="43" dur="1" fill="hold">
                                          <p:stCondLst>
                                            <p:cond delay="0"/>
                                          </p:stCondLst>
                                        </p:cTn>
                                        <p:tgtEl>
                                          <p:spTgt spid="19468"/>
                                        </p:tgtEl>
                                        <p:attrNameLst>
                                          <p:attrName>style.visibility</p:attrName>
                                        </p:attrNameLst>
                                      </p:cBhvr>
                                      <p:to>
                                        <p:strVal val="visible"/>
                                      </p:to>
                                    </p:set>
                                    <p:animEffect>
                                      <p:cBhvr>
                                        <p:cTn id="44" dur="500"/>
                                        <p:tgtEl>
                                          <p:spTgt spid="19468"/>
                                        </p:tgtEl>
                                      </p:cBhvr>
                                    </p:animEffect>
                                  </p:childTnLst>
                                </p:cTn>
                              </p:par>
                            </p:childTnLst>
                          </p:cTn>
                        </p:par>
                        <p:par>
                          <p:cTn id="45" fill="hold">
                            <p:stCondLst>
                              <p:cond delay="1500"/>
                            </p:stCondLst>
                            <p:childTnLst>
                              <p:par>
                                <p:cTn id="46" presetID="22" presetClass="entr" presetSubtype="8" fill="hold" nodeType="afterEffect">
                                  <p:stCondLst>
                                    <p:cond delay="0"/>
                                  </p:stCondLst>
                                  <p:childTnLst>
                                    <p:set>
                                      <p:cBhvr>
                                        <p:cTn id="47" dur="1" fill="hold">
                                          <p:stCondLst>
                                            <p:cond delay="0"/>
                                          </p:stCondLst>
                                        </p:cTn>
                                        <p:tgtEl>
                                          <p:spTgt spid="19480"/>
                                        </p:tgtEl>
                                        <p:attrNameLst>
                                          <p:attrName>style.visibility</p:attrName>
                                        </p:attrNameLst>
                                      </p:cBhvr>
                                      <p:to>
                                        <p:strVal val="visible"/>
                                      </p:to>
                                    </p:set>
                                    <p:animEffect>
                                      <p:cBhvr>
                                        <p:cTn id="48" dur="500"/>
                                        <p:tgtEl>
                                          <p:spTgt spid="19480"/>
                                        </p:tgtEl>
                                      </p:cBhvr>
                                    </p:animEffect>
                                  </p:childTnLst>
                                </p:cTn>
                              </p:par>
                            </p:childTnLst>
                          </p:cTn>
                        </p:par>
                        <p:par>
                          <p:cTn id="49" fill="hold">
                            <p:stCondLst>
                              <p:cond delay="2000"/>
                            </p:stCondLst>
                            <p:childTnLst>
                              <p:par>
                                <p:cTn id="50" presetID="14" presetClass="entr" presetSubtype="10" fill="hold" grpId="0" nodeType="afterEffect">
                                  <p:stCondLst>
                                    <p:cond delay="0"/>
                                  </p:stCondLst>
                                  <p:childTnLst>
                                    <p:set>
                                      <p:cBhvr>
                                        <p:cTn id="51" dur="1" fill="hold">
                                          <p:stCondLst>
                                            <p:cond delay="0"/>
                                          </p:stCondLst>
                                        </p:cTn>
                                        <p:tgtEl>
                                          <p:spTgt spid="19481"/>
                                        </p:tgtEl>
                                        <p:attrNameLst>
                                          <p:attrName>style.visibility</p:attrName>
                                        </p:attrNameLst>
                                      </p:cBhvr>
                                      <p:to>
                                        <p:strVal val="visible"/>
                                      </p:to>
                                    </p:set>
                                    <p:animEffect>
                                      <p:cBhvr>
                                        <p:cTn id="52" dur="500"/>
                                        <p:tgtEl>
                                          <p:spTgt spid="19481"/>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9473"/>
                                        </p:tgtEl>
                                        <p:attrNameLst>
                                          <p:attrName>style.visibility</p:attrName>
                                        </p:attrNameLst>
                                      </p:cBhvr>
                                      <p:to>
                                        <p:strVal val="visible"/>
                                      </p:to>
                                    </p:set>
                                    <p:animEffect>
                                      <p:cBhvr>
                                        <p:cTn id="57" dur="1000"/>
                                        <p:tgtEl>
                                          <p:spTgt spid="19473"/>
                                        </p:tgtEl>
                                      </p:cBhvr>
                                    </p:animEffect>
                                  </p:childTnLst>
                                </p:cTn>
                              </p:par>
                            </p:childTnLst>
                          </p:cTn>
                        </p:par>
                        <p:par>
                          <p:cTn id="58" fill="hold">
                            <p:stCondLst>
                              <p:cond delay="1000"/>
                            </p:stCondLst>
                            <p:childTnLst>
                              <p:par>
                                <p:cTn id="59" presetID="10" presetClass="entr" presetSubtype="0" fill="hold" grpId="0" nodeType="afterEffect">
                                  <p:stCondLst>
                                    <p:cond delay="0"/>
                                  </p:stCondLst>
                                  <p:childTnLst>
                                    <p:set>
                                      <p:cBhvr>
                                        <p:cTn id="60" dur="1" fill="hold">
                                          <p:stCondLst>
                                            <p:cond delay="0"/>
                                          </p:stCondLst>
                                        </p:cTn>
                                        <p:tgtEl>
                                          <p:spTgt spid="19469"/>
                                        </p:tgtEl>
                                        <p:attrNameLst>
                                          <p:attrName>style.visibility</p:attrName>
                                        </p:attrNameLst>
                                      </p:cBhvr>
                                      <p:to>
                                        <p:strVal val="visible"/>
                                      </p:to>
                                    </p:set>
                                    <p:animEffect>
                                      <p:cBhvr>
                                        <p:cTn id="61" dur="500"/>
                                        <p:tgtEl>
                                          <p:spTgt spid="19469"/>
                                        </p:tgtEl>
                                      </p:cBhvr>
                                    </p:animEffect>
                                  </p:childTnLst>
                                </p:cTn>
                              </p:par>
                            </p:childTnLst>
                          </p:cTn>
                        </p:par>
                        <p:par>
                          <p:cTn id="62" fill="hold">
                            <p:stCondLst>
                              <p:cond delay="1500"/>
                            </p:stCondLst>
                            <p:childTnLst>
                              <p:par>
                                <p:cTn id="63" presetID="22" presetClass="entr" presetSubtype="8" fill="hold" nodeType="afterEffect">
                                  <p:stCondLst>
                                    <p:cond delay="0"/>
                                  </p:stCondLst>
                                  <p:childTnLst>
                                    <p:set>
                                      <p:cBhvr>
                                        <p:cTn id="64" dur="1" fill="hold">
                                          <p:stCondLst>
                                            <p:cond delay="0"/>
                                          </p:stCondLst>
                                        </p:cTn>
                                        <p:tgtEl>
                                          <p:spTgt spid="19482"/>
                                        </p:tgtEl>
                                        <p:attrNameLst>
                                          <p:attrName>style.visibility</p:attrName>
                                        </p:attrNameLst>
                                      </p:cBhvr>
                                      <p:to>
                                        <p:strVal val="visible"/>
                                      </p:to>
                                    </p:set>
                                    <p:animEffect>
                                      <p:cBhvr>
                                        <p:cTn id="65" dur="500"/>
                                        <p:tgtEl>
                                          <p:spTgt spid="19482"/>
                                        </p:tgtEl>
                                      </p:cBhvr>
                                    </p:animEffect>
                                  </p:childTnLst>
                                </p:cTn>
                              </p:par>
                            </p:childTnLst>
                          </p:cTn>
                        </p:par>
                        <p:par>
                          <p:cTn id="66" fill="hold">
                            <p:stCondLst>
                              <p:cond delay="2000"/>
                            </p:stCondLst>
                            <p:childTnLst>
                              <p:par>
                                <p:cTn id="67" presetID="14" presetClass="entr" presetSubtype="10" fill="hold" grpId="0" nodeType="afterEffect">
                                  <p:stCondLst>
                                    <p:cond delay="0"/>
                                  </p:stCondLst>
                                  <p:childTnLst>
                                    <p:set>
                                      <p:cBhvr>
                                        <p:cTn id="68" dur="1" fill="hold">
                                          <p:stCondLst>
                                            <p:cond delay="0"/>
                                          </p:stCondLst>
                                        </p:cTn>
                                        <p:tgtEl>
                                          <p:spTgt spid="19484"/>
                                        </p:tgtEl>
                                        <p:attrNameLst>
                                          <p:attrName>style.visibility</p:attrName>
                                        </p:attrNameLst>
                                      </p:cBhvr>
                                      <p:to>
                                        <p:strVal val="visible"/>
                                      </p:to>
                                    </p:set>
                                    <p:animEffect>
                                      <p:cBhvr>
                                        <p:cTn id="69" dur="500"/>
                                        <p:tgtEl>
                                          <p:spTgt spid="19484"/>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19474"/>
                                        </p:tgtEl>
                                        <p:attrNameLst>
                                          <p:attrName>style.visibility</p:attrName>
                                        </p:attrNameLst>
                                      </p:cBhvr>
                                      <p:to>
                                        <p:strVal val="visible"/>
                                      </p:to>
                                    </p:set>
                                    <p:animEffect>
                                      <p:cBhvr>
                                        <p:cTn id="74" dur="1000"/>
                                        <p:tgtEl>
                                          <p:spTgt spid="19474"/>
                                        </p:tgtEl>
                                      </p:cBhvr>
                                    </p:animEffect>
                                  </p:childTnLst>
                                </p:cTn>
                              </p:par>
                            </p:childTnLst>
                          </p:cTn>
                        </p:par>
                        <p:par>
                          <p:cTn id="75" fill="hold">
                            <p:stCondLst>
                              <p:cond delay="1000"/>
                            </p:stCondLst>
                            <p:childTnLst>
                              <p:par>
                                <p:cTn id="76" presetID="10" presetClass="entr" presetSubtype="0" fill="hold" grpId="0" nodeType="afterEffect">
                                  <p:stCondLst>
                                    <p:cond delay="0"/>
                                  </p:stCondLst>
                                  <p:childTnLst>
                                    <p:set>
                                      <p:cBhvr>
                                        <p:cTn id="77" dur="1" fill="hold">
                                          <p:stCondLst>
                                            <p:cond delay="0"/>
                                          </p:stCondLst>
                                        </p:cTn>
                                        <p:tgtEl>
                                          <p:spTgt spid="19470"/>
                                        </p:tgtEl>
                                        <p:attrNameLst>
                                          <p:attrName>style.visibility</p:attrName>
                                        </p:attrNameLst>
                                      </p:cBhvr>
                                      <p:to>
                                        <p:strVal val="visible"/>
                                      </p:to>
                                    </p:set>
                                    <p:animEffect>
                                      <p:cBhvr>
                                        <p:cTn id="78" dur="500"/>
                                        <p:tgtEl>
                                          <p:spTgt spid="19470"/>
                                        </p:tgtEl>
                                      </p:cBhvr>
                                    </p:animEffect>
                                  </p:childTnLst>
                                </p:cTn>
                              </p:par>
                            </p:childTnLst>
                          </p:cTn>
                        </p:par>
                        <p:par>
                          <p:cTn id="79" fill="hold">
                            <p:stCondLst>
                              <p:cond delay="1500"/>
                            </p:stCondLst>
                            <p:childTnLst>
                              <p:par>
                                <p:cTn id="80" presetID="22" presetClass="entr" presetSubtype="8" fill="hold" nodeType="afterEffect">
                                  <p:stCondLst>
                                    <p:cond delay="0"/>
                                  </p:stCondLst>
                                  <p:childTnLst>
                                    <p:set>
                                      <p:cBhvr>
                                        <p:cTn id="81" dur="1" fill="hold">
                                          <p:stCondLst>
                                            <p:cond delay="0"/>
                                          </p:stCondLst>
                                        </p:cTn>
                                        <p:tgtEl>
                                          <p:spTgt spid="19483"/>
                                        </p:tgtEl>
                                        <p:attrNameLst>
                                          <p:attrName>style.visibility</p:attrName>
                                        </p:attrNameLst>
                                      </p:cBhvr>
                                      <p:to>
                                        <p:strVal val="visible"/>
                                      </p:to>
                                    </p:set>
                                    <p:animEffect>
                                      <p:cBhvr>
                                        <p:cTn id="82" dur="500"/>
                                        <p:tgtEl>
                                          <p:spTgt spid="19483"/>
                                        </p:tgtEl>
                                      </p:cBhvr>
                                    </p:animEffect>
                                  </p:childTnLst>
                                </p:cTn>
                              </p:par>
                            </p:childTnLst>
                          </p:cTn>
                        </p:par>
                        <p:par>
                          <p:cTn id="83" fill="hold">
                            <p:stCondLst>
                              <p:cond delay="2000"/>
                            </p:stCondLst>
                            <p:childTnLst>
                              <p:par>
                                <p:cTn id="84" presetID="14" presetClass="entr" presetSubtype="10" fill="hold" grpId="0" nodeType="afterEffect">
                                  <p:stCondLst>
                                    <p:cond delay="0"/>
                                  </p:stCondLst>
                                  <p:childTnLst>
                                    <p:set>
                                      <p:cBhvr>
                                        <p:cTn id="85" dur="1" fill="hold">
                                          <p:stCondLst>
                                            <p:cond delay="0"/>
                                          </p:stCondLst>
                                        </p:cTn>
                                        <p:tgtEl>
                                          <p:spTgt spid="19485"/>
                                        </p:tgtEl>
                                        <p:attrNameLst>
                                          <p:attrName>style.visibility</p:attrName>
                                        </p:attrNameLst>
                                      </p:cBhvr>
                                      <p:to>
                                        <p:strVal val="visible"/>
                                      </p:to>
                                    </p:set>
                                    <p:animEffect>
                                      <p:cBhvr>
                                        <p:cTn id="86" dur="500"/>
                                        <p:tgtEl>
                                          <p:spTgt spid="19485"/>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19475"/>
                                        </p:tgtEl>
                                        <p:attrNameLst>
                                          <p:attrName>style.visibility</p:attrName>
                                        </p:attrNameLst>
                                      </p:cBhvr>
                                      <p:to>
                                        <p:strVal val="visible"/>
                                      </p:to>
                                    </p:set>
                                    <p:animEffect>
                                      <p:cBhvr>
                                        <p:cTn id="91" dur="1000"/>
                                        <p:tgtEl>
                                          <p:spTgt spid="19475"/>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6"/>
                                        </p:tgtEl>
                                        <p:attrNameLst>
                                          <p:attrName>style.visibility</p:attrName>
                                        </p:attrNameLst>
                                      </p:cBhvr>
                                      <p:to>
                                        <p:strVal val="visible"/>
                                      </p:to>
                                    </p:set>
                                    <p:animEffect>
                                      <p:cBhvr>
                                        <p:cTn id="94" dur="500"/>
                                        <p:tgtEl>
                                          <p:spTgt spid="36"/>
                                        </p:tgtEl>
                                      </p:cBhvr>
                                    </p:animEffect>
                                  </p:childTnLst>
                                </p:cTn>
                              </p:par>
                            </p:childTnLst>
                          </p:cTn>
                        </p:par>
                        <p:par>
                          <p:cTn id="95" fill="hold">
                            <p:stCondLst>
                              <p:cond delay="1000"/>
                            </p:stCondLst>
                            <p:childTnLst>
                              <p:par>
                                <p:cTn id="96" presetID="22" presetClass="entr" presetSubtype="8" fill="hold" nodeType="afterEffect">
                                  <p:stCondLst>
                                    <p:cond delay="0"/>
                                  </p:stCondLst>
                                  <p:childTnLst>
                                    <p:set>
                                      <p:cBhvr>
                                        <p:cTn id="97" dur="1" fill="hold">
                                          <p:stCondLst>
                                            <p:cond delay="0"/>
                                          </p:stCondLst>
                                        </p:cTn>
                                        <p:tgtEl>
                                          <p:spTgt spid="37"/>
                                        </p:tgtEl>
                                        <p:attrNameLst>
                                          <p:attrName>style.visibility</p:attrName>
                                        </p:attrNameLst>
                                      </p:cBhvr>
                                      <p:to>
                                        <p:strVal val="visible"/>
                                      </p:to>
                                    </p:set>
                                    <p:animEffect>
                                      <p:cBhvr>
                                        <p:cTn id="98" dur="500"/>
                                        <p:tgtEl>
                                          <p:spTgt spid="37"/>
                                        </p:tgtEl>
                                      </p:cBhvr>
                                    </p:animEffect>
                                  </p:childTnLst>
                                </p:cTn>
                              </p:par>
                              <p:par>
                                <p:cTn id="99" presetID="14" presetClass="entr" presetSubtype="10" fill="hold" grpId="0" nodeType="withEffect">
                                  <p:stCondLst>
                                    <p:cond delay="0"/>
                                  </p:stCondLst>
                                  <p:childTnLst>
                                    <p:set>
                                      <p:cBhvr>
                                        <p:cTn id="100" dur="1" fill="hold">
                                          <p:stCondLst>
                                            <p:cond delay="0"/>
                                          </p:stCondLst>
                                        </p:cTn>
                                        <p:tgtEl>
                                          <p:spTgt spid="38"/>
                                        </p:tgtEl>
                                        <p:attrNameLst>
                                          <p:attrName>style.visibility</p:attrName>
                                        </p:attrNameLst>
                                      </p:cBhvr>
                                      <p:to>
                                        <p:strVal val="visible"/>
                                      </p:to>
                                    </p:set>
                                    <p:animEffect>
                                      <p:cBhvr>
                                        <p:cTn id="101" dur="500"/>
                                        <p:tgtEl>
                                          <p:spTgt spid="38"/>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nodeType="clickEffect">
                                  <p:stCondLst>
                                    <p:cond delay="0"/>
                                  </p:stCondLst>
                                  <p:childTnLst>
                                    <p:set>
                                      <p:cBhvr>
                                        <p:cTn id="105" dur="1" fill="hold">
                                          <p:stCondLst>
                                            <p:cond delay="0"/>
                                          </p:stCondLst>
                                        </p:cTn>
                                        <p:tgtEl>
                                          <p:spTgt spid="35"/>
                                        </p:tgtEl>
                                        <p:attrNameLst>
                                          <p:attrName>style.visibility</p:attrName>
                                        </p:attrNameLst>
                                      </p:cBhvr>
                                      <p:to>
                                        <p:strVal val="visible"/>
                                      </p:to>
                                    </p:set>
                                    <p:animEffect>
                                      <p:cBhvr>
                                        <p:cTn id="106" dur="10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6" grpId="0" bldLvl="0" animBg="1" autoUpdateAnimBg="0"/>
      <p:bldP spid="19467" grpId="0" bldLvl="0" animBg="1" autoUpdateAnimBg="0"/>
      <p:bldP spid="19468" grpId="0" bldLvl="0" animBg="1" autoUpdateAnimBg="0"/>
      <p:bldP spid="19469" grpId="0" bldLvl="0" animBg="1" autoUpdateAnimBg="0"/>
      <p:bldP spid="19470" grpId="0" bldLvl="0" animBg="1" autoUpdateAnimBg="0"/>
      <p:bldP spid="19477" grpId="0" bldLvl="0" autoUpdateAnimBg="0"/>
      <p:bldP spid="19479" grpId="0" bldLvl="0" autoUpdateAnimBg="0"/>
      <p:bldP spid="19481" grpId="0" bldLvl="0" autoUpdateAnimBg="0"/>
      <p:bldP spid="19484" grpId="0" bldLvl="0" autoUpdateAnimBg="0"/>
      <p:bldP spid="19485" grpId="0" bldLvl="0" autoUpdateAnimBg="0"/>
      <p:bldP spid="18466" grpId="0"/>
      <p:bldP spid="36" grpId="0" bldLvl="0" animBg="1" autoUpdateAnimBg="0"/>
      <p:bldP spid="38" grpId="0" bldLvl="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descr="C:\Users\iamisis\Desktop\0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2192000" cy="6860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3" name="11 Imag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19267" y="6411384"/>
            <a:ext cx="482600" cy="404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4" name="12 Imag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87617" y="6411384"/>
            <a:ext cx="480483" cy="404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5" name="14 CuadroTexto"/>
          <p:cNvSpPr>
            <a:spLocks noChangeArrowheads="1"/>
          </p:cNvSpPr>
          <p:nvPr/>
        </p:nvSpPr>
        <p:spPr bwMode="auto">
          <a:xfrm>
            <a:off x="10619317" y="6426200"/>
            <a:ext cx="35939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r>
              <a:rPr lang="zh-CN" altLang="zh-CN" sz="1600" b="1" i="1">
                <a:solidFill>
                  <a:srgbClr val="FFFFFF"/>
                </a:solidFill>
                <a:latin typeface="Calibri" panose="020F0502020204030204" pitchFamily="34" charset="0"/>
                <a:ea typeface="MS PGothic" panose="020B0600070205080204" pitchFamily="34" charset="-128"/>
                <a:sym typeface="MS PGothic" panose="020B0600070205080204" pitchFamily="34" charset="-128"/>
              </a:rPr>
              <a:t>of</a:t>
            </a:r>
            <a:endParaRPr lang="zh-CN" altLang="zh-CN" sz="1600" b="1" i="1">
              <a:solidFill>
                <a:srgbClr val="FFFFFF"/>
              </a:solidFill>
              <a:latin typeface="Calibri" panose="020F0502020204030204" pitchFamily="34" charset="0"/>
              <a:ea typeface="MS PGothic" panose="020B0600070205080204" pitchFamily="34" charset="-128"/>
              <a:sym typeface="MS PGothic" panose="020B0600070205080204" pitchFamily="34" charset="-128"/>
            </a:endParaRPr>
          </a:p>
        </p:txBody>
      </p:sp>
      <p:sp>
        <p:nvSpPr>
          <p:cNvPr id="30726" name="15 CuadroTexto"/>
          <p:cNvSpPr>
            <a:spLocks noChangeArrowheads="1"/>
          </p:cNvSpPr>
          <p:nvPr/>
        </p:nvSpPr>
        <p:spPr bwMode="auto">
          <a:xfrm>
            <a:off x="11035565" y="6426200"/>
            <a:ext cx="39305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1600" b="1">
                <a:solidFill>
                  <a:srgbClr val="FFFFFF"/>
                </a:solidFill>
                <a:latin typeface="Calibri" panose="020F0502020204030204" pitchFamily="34" charset="0"/>
                <a:sym typeface="Calibri" panose="020F0502020204030204" pitchFamily="34" charset="0"/>
              </a:rPr>
              <a:t>21</a:t>
            </a:r>
            <a:endParaRPr lang="zh-CN" altLang="zh-CN" sz="1600" b="1">
              <a:solidFill>
                <a:srgbClr val="FFFFFF"/>
              </a:solidFill>
              <a:latin typeface="Calibri" panose="020F0502020204030204" pitchFamily="34" charset="0"/>
              <a:ea typeface="MS PGothic" panose="020B0600070205080204" pitchFamily="34" charset="-128"/>
              <a:sym typeface="MS PGothic" panose="020B0600070205080204" pitchFamily="34" charset="-128"/>
            </a:endParaRPr>
          </a:p>
        </p:txBody>
      </p:sp>
      <p:pic>
        <p:nvPicPr>
          <p:cNvPr id="30727" name="Imagen 6" descr="C:\Users\Design\Documents\Edu\Product Launch\btns.png">
            <a:hlinkClick r:id="" action="ppaction://hlinkshowjump?jump=nex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521018" y="6493933"/>
            <a:ext cx="234949" cy="237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8" name="Imagen 6" descr="C:\Users\Design\Documents\Edu\Product Launch\btns.png">
            <a:hlinkClick r:id="" action="ppaction://hlinkshowjump?jump=previousslid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8118" y="6493933"/>
            <a:ext cx="234949" cy="237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9" name="4 CuadroTexto"/>
          <p:cNvSpPr>
            <a:spLocks noChangeArrowheads="1"/>
          </p:cNvSpPr>
          <p:nvPr/>
        </p:nvSpPr>
        <p:spPr bwMode="auto">
          <a:xfrm>
            <a:off x="5166901" y="6421967"/>
            <a:ext cx="185820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zh-CN" altLang="zh-CN" sz="1600" b="1">
                <a:solidFill>
                  <a:srgbClr val="FFFFFF"/>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z="1600" b="1">
                <a:solidFill>
                  <a:srgbClr val="FFFFFF"/>
                </a:solidFill>
                <a:latin typeface="微软雅黑" panose="020B0503020204020204" pitchFamily="34" charset="-122"/>
                <a:ea typeface="微软雅黑" panose="020B0503020204020204" pitchFamily="34" charset="-122"/>
                <a:sym typeface="宋体" panose="02010600030101010101" pitchFamily="2" charset="-122"/>
              </a:rPr>
              <a:t>软件配置管理</a:t>
            </a:r>
            <a:endParaRPr lang="zh-CN" altLang="zh-CN" sz="1600" b="1">
              <a:solidFill>
                <a:srgbClr val="FFFFFF"/>
              </a:solidFill>
              <a:latin typeface="微软雅黑" panose="020B0503020204020204" pitchFamily="34" charset="-122"/>
              <a:ea typeface="微软雅黑" panose="020B0503020204020204" pitchFamily="34" charset="-122"/>
              <a:sym typeface="MS PGothic" panose="020B0600070205080204" pitchFamily="34" charset="-128"/>
            </a:endParaRPr>
          </a:p>
        </p:txBody>
      </p:sp>
      <p:sp>
        <p:nvSpPr>
          <p:cNvPr id="7180" name="内容占位符 2"/>
          <p:cNvSpPr>
            <a:spLocks noGrp="1" noChangeArrowheads="1"/>
          </p:cNvSpPr>
          <p:nvPr>
            <p:ph idx="4294967295"/>
          </p:nvPr>
        </p:nvSpPr>
        <p:spPr>
          <a:xfrm>
            <a:off x="609600" y="1553634"/>
            <a:ext cx="10972800" cy="2275417"/>
          </a:xfrm>
        </p:spPr>
        <p:txBody>
          <a:bodyPr/>
          <a:lstStyle/>
          <a:p>
            <a:pPr eaLnBrk="1" hangingPunct="1">
              <a:defRPr/>
            </a:pPr>
            <a:r>
              <a:rPr lang="zh-CN" altLang="en-US" sz="2665" dirty="0">
                <a:latin typeface="微软雅黑" panose="020B0503020204020204" pitchFamily="34" charset="-122"/>
                <a:ea typeface="微软雅黑" panose="020B0503020204020204" pitchFamily="34" charset="-122"/>
              </a:rPr>
              <a:t>对于每个配置项，无论它是简单项还是聚集项，都必须维护一个独立的逻辑账目并记录其事务。除事务之外，实际的编程信息也被记录在配置项的档案中。</a:t>
            </a:r>
            <a:endParaRPr lang="en-US" altLang="zh-CN" sz="2665" dirty="0">
              <a:latin typeface="微软雅黑" panose="020B0503020204020204" pitchFamily="34" charset="-122"/>
              <a:ea typeface="微软雅黑" panose="020B0503020204020204" pitchFamily="34" charset="-122"/>
            </a:endParaRPr>
          </a:p>
          <a:p>
            <a:pPr marL="0" indent="0" eaLnBrk="1" hangingPunct="1">
              <a:buNone/>
              <a:defRPr/>
            </a:pPr>
            <a:endParaRPr lang="en-US" altLang="zh-CN" sz="2665" dirty="0">
              <a:latin typeface="微软雅黑" panose="020B0503020204020204" pitchFamily="34" charset="-122"/>
              <a:ea typeface="微软雅黑" panose="020B0503020204020204" pitchFamily="34" charset="-122"/>
            </a:endParaRPr>
          </a:p>
          <a:p>
            <a:pPr eaLnBrk="1" hangingPunct="1">
              <a:defRPr/>
            </a:pPr>
            <a:r>
              <a:rPr lang="zh-CN" altLang="en-US" sz="2665" dirty="0">
                <a:solidFill>
                  <a:srgbClr val="03AEDA"/>
                </a:solidFill>
                <a:latin typeface="微软雅黑" panose="020B0503020204020204" pitchFamily="34" charset="-122"/>
                <a:ea typeface="微软雅黑" panose="020B0503020204020204" pitchFamily="34" charset="-122"/>
              </a:rPr>
              <a:t>状态报告由事务日志、档案或者二者结合起来生成。</a:t>
            </a:r>
            <a:endParaRPr lang="zh-CN" altLang="zh-CN" dirty="0" smtClean="0">
              <a:solidFill>
                <a:srgbClr val="03AEDA"/>
              </a:solidFill>
            </a:endParaRPr>
          </a:p>
        </p:txBody>
      </p:sp>
      <p:sp>
        <p:nvSpPr>
          <p:cNvPr id="30731" name="13 CuadroTexto"/>
          <p:cNvSpPr>
            <a:spLocks noChangeArrowheads="1"/>
          </p:cNvSpPr>
          <p:nvPr/>
        </p:nvSpPr>
        <p:spPr bwMode="auto">
          <a:xfrm>
            <a:off x="10253457" y="6430434"/>
            <a:ext cx="39305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1600" b="1">
                <a:solidFill>
                  <a:srgbClr val="04AEDA"/>
                </a:solidFill>
                <a:latin typeface="Calibri" panose="020F0502020204030204" pitchFamily="34" charset="0"/>
                <a:sym typeface="Calibri" panose="020F0502020204030204" pitchFamily="34" charset="0"/>
              </a:rPr>
              <a:t>14</a:t>
            </a:r>
            <a:endParaRPr lang="zh-CN" altLang="en-US" sz="1600" b="1">
              <a:solidFill>
                <a:srgbClr val="04AEDA"/>
              </a:solidFill>
              <a:latin typeface="Calibri" panose="020F0502020204030204" pitchFamily="34" charset="0"/>
              <a:ea typeface="MS PGothic" panose="020B0600070205080204" pitchFamily="34" charset="-128"/>
              <a:sym typeface="MS PGothic" panose="020B0600070205080204" pitchFamily="34" charset="-128"/>
            </a:endParaRPr>
          </a:p>
        </p:txBody>
      </p:sp>
      <p:sp>
        <p:nvSpPr>
          <p:cNvPr id="30732" name="直接连接符 9"/>
          <p:cNvSpPr>
            <a:spLocks noChangeShapeType="1"/>
          </p:cNvSpPr>
          <p:nvPr/>
        </p:nvSpPr>
        <p:spPr bwMode="auto">
          <a:xfrm flipH="1">
            <a:off x="285751" y="749300"/>
            <a:ext cx="4129616" cy="0"/>
          </a:xfrm>
          <a:prstGeom prst="line">
            <a:avLst/>
          </a:prstGeom>
          <a:noFill/>
          <a:ln w="9525">
            <a:solidFill>
              <a:srgbClr val="00B0F0"/>
            </a:solidFill>
            <a:bevel/>
          </a:ln>
          <a:extLst>
            <a:ext uri="{909E8E84-426E-40DD-AFC4-6F175D3DCCD1}">
              <a14:hiddenFill xmlns:a14="http://schemas.microsoft.com/office/drawing/2010/main">
                <a:noFill/>
              </a14:hiddenFill>
            </a:ext>
          </a:extLst>
        </p:spPr>
        <p:txBody>
          <a:bodyPr/>
          <a:lstStyle/>
          <a:p>
            <a:pPr defTabSz="1219200" eaLnBrk="0" fontAlgn="base" hangingPunct="0">
              <a:spcBef>
                <a:spcPct val="0"/>
              </a:spcBef>
              <a:spcAft>
                <a:spcPct val="0"/>
              </a:spcAft>
            </a:pPr>
            <a:endParaRPr lang="zh-CN" altLang="en-US" sz="2400">
              <a:solidFill>
                <a:srgbClr val="000000"/>
              </a:solidFill>
              <a:latin typeface="Arial" panose="020B0604020202020204" pitchFamily="34" charset="0"/>
              <a:ea typeface="宋体" panose="02010600030101010101" pitchFamily="2" charset="-122"/>
            </a:endParaRPr>
          </a:p>
        </p:txBody>
      </p:sp>
      <p:sp>
        <p:nvSpPr>
          <p:cNvPr id="30733" name="Rectangle 7"/>
          <p:cNvSpPr>
            <a:spLocks noChangeArrowheads="1"/>
          </p:cNvSpPr>
          <p:nvPr/>
        </p:nvSpPr>
        <p:spPr bwMode="auto">
          <a:xfrm>
            <a:off x="0" y="698500"/>
            <a:ext cx="287867" cy="95251"/>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endParaRPr lang="zh-CN" altLang="zh-CN" sz="2400">
              <a:solidFill>
                <a:srgbClr val="000000"/>
              </a:solidFill>
              <a:latin typeface="Calibri" panose="020F0502020204030204" pitchFamily="34" charset="0"/>
              <a:sym typeface="宋体" panose="02010600030101010101" pitchFamily="2" charset="-122"/>
            </a:endParaRPr>
          </a:p>
        </p:txBody>
      </p:sp>
      <p:sp>
        <p:nvSpPr>
          <p:cNvPr id="30734" name="TextBox 5"/>
          <p:cNvSpPr>
            <a:spLocks noChangeArrowheads="1"/>
          </p:cNvSpPr>
          <p:nvPr/>
        </p:nvSpPr>
        <p:spPr bwMode="auto">
          <a:xfrm>
            <a:off x="747185" y="258233"/>
            <a:ext cx="3407833" cy="52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lnSpc>
                <a:spcPts val="3415"/>
              </a:lnSpc>
              <a:spcBef>
                <a:spcPct val="0"/>
              </a:spcBef>
              <a:spcAft>
                <a:spcPct val="0"/>
              </a:spcAft>
            </a:pPr>
            <a:r>
              <a:rPr lang="zh-CN" altLang="en-US" sz="2665">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三、状态报告</a:t>
            </a:r>
            <a:endParaRPr lang="en-US" altLang="zh-CN" sz="2665">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7180">
                                            <p:txEl>
                                              <p:pRg st="0" end="0"/>
                                            </p:txEl>
                                          </p:spTgt>
                                        </p:tgtEl>
                                        <p:attrNameLst>
                                          <p:attrName>style.visibility</p:attrName>
                                        </p:attrNameLst>
                                      </p:cBhvr>
                                      <p:to>
                                        <p:strVal val="visible"/>
                                      </p:to>
                                    </p:set>
                                    <p:animEffect>
                                      <p:cBhvr>
                                        <p:cTn id="7" dur="500"/>
                                        <p:tgtEl>
                                          <p:spTgt spid="718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7180">
                                            <p:txEl>
                                              <p:pRg st="2" end="2"/>
                                            </p:txEl>
                                          </p:spTgt>
                                        </p:tgtEl>
                                        <p:attrNameLst>
                                          <p:attrName>style.visibility</p:attrName>
                                        </p:attrNameLst>
                                      </p:cBhvr>
                                      <p:to>
                                        <p:strVal val="visible"/>
                                      </p:to>
                                    </p:set>
                                    <p:animEffect>
                                      <p:cBhvr>
                                        <p:cTn id="12" dur="500"/>
                                        <p:tgtEl>
                                          <p:spTgt spid="718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80" grpId="0" bldLvl="0" autoUpdateAnimBg="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descr="C:\Users\iamisis\Desktop\0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2192000" cy="6860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47" name="11 Imag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19267" y="6411384"/>
            <a:ext cx="482600" cy="404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48" name="12 Imag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87617" y="6411384"/>
            <a:ext cx="480483" cy="404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9" name="14 CuadroTexto"/>
          <p:cNvSpPr>
            <a:spLocks noChangeArrowheads="1"/>
          </p:cNvSpPr>
          <p:nvPr/>
        </p:nvSpPr>
        <p:spPr bwMode="auto">
          <a:xfrm>
            <a:off x="10619317" y="6426200"/>
            <a:ext cx="35939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r>
              <a:rPr lang="zh-CN" altLang="zh-CN" sz="1600" b="1" i="1">
                <a:solidFill>
                  <a:srgbClr val="FFFFFF"/>
                </a:solidFill>
                <a:latin typeface="Calibri" panose="020F0502020204030204" pitchFamily="34" charset="0"/>
                <a:ea typeface="MS PGothic" panose="020B0600070205080204" pitchFamily="34" charset="-128"/>
                <a:sym typeface="MS PGothic" panose="020B0600070205080204" pitchFamily="34" charset="-128"/>
              </a:rPr>
              <a:t>of</a:t>
            </a:r>
            <a:endParaRPr lang="zh-CN" altLang="zh-CN" sz="1600" b="1" i="1">
              <a:solidFill>
                <a:srgbClr val="FFFFFF"/>
              </a:solidFill>
              <a:latin typeface="Calibri" panose="020F0502020204030204" pitchFamily="34" charset="0"/>
              <a:ea typeface="MS PGothic" panose="020B0600070205080204" pitchFamily="34" charset="-128"/>
              <a:sym typeface="MS PGothic" panose="020B0600070205080204" pitchFamily="34" charset="-128"/>
            </a:endParaRPr>
          </a:p>
        </p:txBody>
      </p:sp>
      <p:sp>
        <p:nvSpPr>
          <p:cNvPr id="31750" name="15 CuadroTexto"/>
          <p:cNvSpPr>
            <a:spLocks noChangeArrowheads="1"/>
          </p:cNvSpPr>
          <p:nvPr/>
        </p:nvSpPr>
        <p:spPr bwMode="auto">
          <a:xfrm>
            <a:off x="11035565" y="6426200"/>
            <a:ext cx="39305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1600" b="1">
                <a:solidFill>
                  <a:srgbClr val="FFFFFF"/>
                </a:solidFill>
                <a:latin typeface="Calibri" panose="020F0502020204030204" pitchFamily="34" charset="0"/>
                <a:sym typeface="Calibri" panose="020F0502020204030204" pitchFamily="34" charset="0"/>
              </a:rPr>
              <a:t>21</a:t>
            </a:r>
            <a:endParaRPr lang="zh-CN" altLang="zh-CN" sz="1600" b="1">
              <a:solidFill>
                <a:srgbClr val="FFFFFF"/>
              </a:solidFill>
              <a:latin typeface="Calibri" panose="020F0502020204030204" pitchFamily="34" charset="0"/>
              <a:ea typeface="MS PGothic" panose="020B0600070205080204" pitchFamily="34" charset="-128"/>
              <a:sym typeface="MS PGothic" panose="020B0600070205080204" pitchFamily="34" charset="-128"/>
            </a:endParaRPr>
          </a:p>
        </p:txBody>
      </p:sp>
      <p:pic>
        <p:nvPicPr>
          <p:cNvPr id="31751" name="Imagen 6" descr="C:\Users\Design\Documents\Edu\Product Launch\btns.png">
            <a:hlinkClick r:id="" action="ppaction://hlinkshowjump?jump=nex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521018" y="6493933"/>
            <a:ext cx="234949" cy="237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2" name="Imagen 6" descr="C:\Users\Design\Documents\Edu\Product Launch\btns.png">
            <a:hlinkClick r:id="" action="ppaction://hlinkshowjump?jump=previousslid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8118" y="6493933"/>
            <a:ext cx="234949" cy="237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3" name="4 CuadroTexto"/>
          <p:cNvSpPr>
            <a:spLocks noChangeArrowheads="1"/>
          </p:cNvSpPr>
          <p:nvPr/>
        </p:nvSpPr>
        <p:spPr bwMode="auto">
          <a:xfrm>
            <a:off x="5166901" y="6421967"/>
            <a:ext cx="185820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zh-CN" altLang="zh-CN" sz="1600" b="1">
                <a:solidFill>
                  <a:srgbClr val="FFFFFF"/>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z="1600" b="1">
                <a:solidFill>
                  <a:srgbClr val="FFFFFF"/>
                </a:solidFill>
                <a:latin typeface="微软雅黑" panose="020B0503020204020204" pitchFamily="34" charset="-122"/>
                <a:ea typeface="微软雅黑" panose="020B0503020204020204" pitchFamily="34" charset="-122"/>
                <a:sym typeface="宋体" panose="02010600030101010101" pitchFamily="2" charset="-122"/>
              </a:rPr>
              <a:t>软件配置管理</a:t>
            </a:r>
            <a:endParaRPr lang="zh-CN" altLang="zh-CN" sz="1600" b="1">
              <a:solidFill>
                <a:srgbClr val="FFFFFF"/>
              </a:solidFill>
              <a:latin typeface="微软雅黑" panose="020B0503020204020204" pitchFamily="34" charset="-122"/>
              <a:ea typeface="微软雅黑" panose="020B0503020204020204" pitchFamily="34" charset="-122"/>
              <a:sym typeface="MS PGothic" panose="020B0600070205080204" pitchFamily="34" charset="-128"/>
            </a:endParaRPr>
          </a:p>
        </p:txBody>
      </p:sp>
      <p:sp>
        <p:nvSpPr>
          <p:cNvPr id="7180" name="内容占位符 2"/>
          <p:cNvSpPr>
            <a:spLocks noGrp="1" noChangeArrowheads="1"/>
          </p:cNvSpPr>
          <p:nvPr>
            <p:ph idx="4294967295"/>
          </p:nvPr>
        </p:nvSpPr>
        <p:spPr>
          <a:xfrm>
            <a:off x="609600" y="1553634"/>
            <a:ext cx="10972800" cy="626533"/>
          </a:xfrm>
        </p:spPr>
        <p:txBody>
          <a:bodyPr/>
          <a:lstStyle/>
          <a:p>
            <a:pPr eaLnBrk="1" hangingPunct="1"/>
            <a:r>
              <a:rPr lang="zh-CN" altLang="en-US" sz="2665">
                <a:latin typeface="微软雅黑" panose="020B0503020204020204" pitchFamily="34" charset="-122"/>
                <a:ea typeface="微软雅黑" panose="020B0503020204020204" pitchFamily="34" charset="-122"/>
              </a:rPr>
              <a:t>应该定期进行软件配置审计以确保</a:t>
            </a:r>
            <a:r>
              <a:rPr lang="en-US" altLang="zh-CN" sz="2665">
                <a:latin typeface="微软雅黑" panose="020B0503020204020204" pitchFamily="34" charset="-122"/>
                <a:ea typeface="微软雅黑" panose="020B0503020204020204" pitchFamily="34" charset="-122"/>
              </a:rPr>
              <a:t>SCM</a:t>
            </a:r>
            <a:r>
              <a:rPr lang="zh-CN" altLang="en-US" sz="2665">
                <a:latin typeface="微软雅黑" panose="020B0503020204020204" pitchFamily="34" charset="-122"/>
                <a:ea typeface="微软雅黑" panose="020B0503020204020204" pitchFamily="34" charset="-122"/>
              </a:rPr>
              <a:t>管理和过程得到严格遵守。</a:t>
            </a:r>
            <a:endParaRPr lang="zh-CN" altLang="zh-CN" smtClean="0">
              <a:solidFill>
                <a:srgbClr val="03AEDA"/>
              </a:solidFill>
            </a:endParaRPr>
          </a:p>
        </p:txBody>
      </p:sp>
      <p:sp>
        <p:nvSpPr>
          <p:cNvPr id="31755" name="13 CuadroTexto"/>
          <p:cNvSpPr>
            <a:spLocks noChangeArrowheads="1"/>
          </p:cNvSpPr>
          <p:nvPr/>
        </p:nvSpPr>
        <p:spPr bwMode="auto">
          <a:xfrm>
            <a:off x="10253457" y="6430434"/>
            <a:ext cx="39305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1600" b="1">
                <a:solidFill>
                  <a:srgbClr val="04AEDA"/>
                </a:solidFill>
                <a:latin typeface="Calibri" panose="020F0502020204030204" pitchFamily="34" charset="0"/>
                <a:sym typeface="Calibri" panose="020F0502020204030204" pitchFamily="34" charset="0"/>
              </a:rPr>
              <a:t>15</a:t>
            </a:r>
            <a:endParaRPr lang="zh-CN" altLang="en-US" sz="1600" b="1">
              <a:solidFill>
                <a:srgbClr val="04AEDA"/>
              </a:solidFill>
              <a:latin typeface="Calibri" panose="020F0502020204030204" pitchFamily="34" charset="0"/>
              <a:ea typeface="MS PGothic" panose="020B0600070205080204" pitchFamily="34" charset="-128"/>
              <a:sym typeface="MS PGothic" panose="020B0600070205080204" pitchFamily="34" charset="-128"/>
            </a:endParaRPr>
          </a:p>
        </p:txBody>
      </p:sp>
      <p:sp>
        <p:nvSpPr>
          <p:cNvPr id="31756" name="直接连接符 9"/>
          <p:cNvSpPr>
            <a:spLocks noChangeShapeType="1"/>
          </p:cNvSpPr>
          <p:nvPr/>
        </p:nvSpPr>
        <p:spPr bwMode="auto">
          <a:xfrm flipH="1">
            <a:off x="285751" y="749300"/>
            <a:ext cx="4129616" cy="0"/>
          </a:xfrm>
          <a:prstGeom prst="line">
            <a:avLst/>
          </a:prstGeom>
          <a:noFill/>
          <a:ln w="9525">
            <a:solidFill>
              <a:srgbClr val="00B0F0"/>
            </a:solidFill>
            <a:bevel/>
          </a:ln>
          <a:extLst>
            <a:ext uri="{909E8E84-426E-40DD-AFC4-6F175D3DCCD1}">
              <a14:hiddenFill xmlns:a14="http://schemas.microsoft.com/office/drawing/2010/main">
                <a:noFill/>
              </a14:hiddenFill>
            </a:ext>
          </a:extLst>
        </p:spPr>
        <p:txBody>
          <a:bodyPr/>
          <a:lstStyle/>
          <a:p>
            <a:pPr defTabSz="1219200" eaLnBrk="0" fontAlgn="base" hangingPunct="0">
              <a:spcBef>
                <a:spcPct val="0"/>
              </a:spcBef>
              <a:spcAft>
                <a:spcPct val="0"/>
              </a:spcAft>
            </a:pPr>
            <a:endParaRPr lang="zh-CN" altLang="en-US" sz="2400">
              <a:solidFill>
                <a:srgbClr val="000000"/>
              </a:solidFill>
              <a:latin typeface="Arial" panose="020B0604020202020204" pitchFamily="34" charset="0"/>
              <a:ea typeface="宋体" panose="02010600030101010101" pitchFamily="2" charset="-122"/>
            </a:endParaRPr>
          </a:p>
        </p:txBody>
      </p:sp>
      <p:sp>
        <p:nvSpPr>
          <p:cNvPr id="31757" name="Rectangle 7"/>
          <p:cNvSpPr>
            <a:spLocks noChangeArrowheads="1"/>
          </p:cNvSpPr>
          <p:nvPr/>
        </p:nvSpPr>
        <p:spPr bwMode="auto">
          <a:xfrm>
            <a:off x="0" y="698500"/>
            <a:ext cx="287867" cy="95251"/>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endParaRPr lang="zh-CN" altLang="zh-CN" sz="2400">
              <a:solidFill>
                <a:srgbClr val="000000"/>
              </a:solidFill>
              <a:latin typeface="Calibri" panose="020F0502020204030204" pitchFamily="34" charset="0"/>
              <a:sym typeface="宋体" panose="02010600030101010101" pitchFamily="2" charset="-122"/>
            </a:endParaRPr>
          </a:p>
        </p:txBody>
      </p:sp>
      <p:sp>
        <p:nvSpPr>
          <p:cNvPr id="31758" name="TextBox 5"/>
          <p:cNvSpPr>
            <a:spLocks noChangeArrowheads="1"/>
          </p:cNvSpPr>
          <p:nvPr/>
        </p:nvSpPr>
        <p:spPr bwMode="auto">
          <a:xfrm>
            <a:off x="747185" y="258233"/>
            <a:ext cx="3407833" cy="52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lnSpc>
                <a:spcPts val="3415"/>
              </a:lnSpc>
              <a:spcBef>
                <a:spcPct val="0"/>
              </a:spcBef>
              <a:spcAft>
                <a:spcPct val="0"/>
              </a:spcAft>
            </a:pPr>
            <a:r>
              <a:rPr lang="zh-CN" altLang="en-US" sz="2665">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四、配置审计</a:t>
            </a:r>
            <a:endParaRPr lang="en-US" altLang="zh-CN" sz="2665">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 name="内容占位符 2"/>
          <p:cNvSpPr txBox="1">
            <a:spLocks noChangeArrowheads="1"/>
          </p:cNvSpPr>
          <p:nvPr/>
        </p:nvSpPr>
        <p:spPr bwMode="auto">
          <a:xfrm>
            <a:off x="747184" y="2929467"/>
            <a:ext cx="5156200" cy="759884"/>
          </a:xfrm>
          <a:prstGeom prst="rect">
            <a:avLst/>
          </a:prstGeom>
          <a:solidFill>
            <a:srgbClr val="03AED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20000"/>
              </a:spcBef>
              <a:spcAft>
                <a:spcPct val="0"/>
              </a:spcAft>
            </a:pPr>
            <a:r>
              <a:rPr lang="zh-CN" altLang="en-US" sz="4265">
                <a:solidFill>
                  <a:srgbClr val="FFFFFF"/>
                </a:solidFill>
                <a:latin typeface="微软雅黑" panose="020B0503020204020204" pitchFamily="34" charset="-122"/>
                <a:ea typeface="微软雅黑" panose="020B0503020204020204" pitchFamily="34" charset="-122"/>
                <a:sym typeface="Calibri" panose="020F0502020204030204" pitchFamily="34" charset="0"/>
              </a:rPr>
              <a:t>如何进行配置审计？</a:t>
            </a:r>
            <a:endParaRPr lang="zh-CN" altLang="zh-CN" sz="5865">
              <a:solidFill>
                <a:srgbClr val="FFFFFF"/>
              </a:solidFill>
              <a:latin typeface="Calibri" panose="020F0502020204030204" pitchFamily="34" charset="0"/>
              <a:sym typeface="Calibri" panose="020F0502020204030204" pitchFamily="34" charset="0"/>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7180">
                                            <p:txEl>
                                              <p:pRg st="0" end="0"/>
                                            </p:txEl>
                                          </p:spTgt>
                                        </p:tgtEl>
                                        <p:attrNameLst>
                                          <p:attrName>style.visibility</p:attrName>
                                        </p:attrNameLst>
                                      </p:cBhvr>
                                      <p:to>
                                        <p:strVal val="visible"/>
                                      </p:to>
                                    </p:set>
                                    <p:animEffect>
                                      <p:cBhvr>
                                        <p:cTn id="7" dur="500"/>
                                        <p:tgtEl>
                                          <p:spTgt spid="718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80" grpId="0" bldLvl="0" autoUpdateAnimBg="0" build="p"/>
      <p:bldP spid="15"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descr="C:\Users\iamisis\Desktop\0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2192000" cy="6860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1" name="11 Imag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19267" y="6411384"/>
            <a:ext cx="482600" cy="404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2" name="12 Imag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87617" y="6411384"/>
            <a:ext cx="480483" cy="404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3" name="14 CuadroTexto"/>
          <p:cNvSpPr>
            <a:spLocks noChangeArrowheads="1"/>
          </p:cNvSpPr>
          <p:nvPr/>
        </p:nvSpPr>
        <p:spPr bwMode="auto">
          <a:xfrm>
            <a:off x="10619317" y="6426200"/>
            <a:ext cx="35939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r>
              <a:rPr lang="zh-CN" altLang="zh-CN" sz="1600" b="1" i="1">
                <a:solidFill>
                  <a:srgbClr val="FFFFFF"/>
                </a:solidFill>
                <a:latin typeface="Calibri" panose="020F0502020204030204" pitchFamily="34" charset="0"/>
                <a:ea typeface="MS PGothic" panose="020B0600070205080204" pitchFamily="34" charset="-128"/>
                <a:sym typeface="MS PGothic" panose="020B0600070205080204" pitchFamily="34" charset="-128"/>
              </a:rPr>
              <a:t>of</a:t>
            </a:r>
            <a:endParaRPr lang="zh-CN" altLang="zh-CN" sz="1600" b="1" i="1">
              <a:solidFill>
                <a:srgbClr val="FFFFFF"/>
              </a:solidFill>
              <a:latin typeface="Calibri" panose="020F0502020204030204" pitchFamily="34" charset="0"/>
              <a:ea typeface="MS PGothic" panose="020B0600070205080204" pitchFamily="34" charset="-128"/>
              <a:sym typeface="MS PGothic" panose="020B0600070205080204" pitchFamily="34" charset="-128"/>
            </a:endParaRPr>
          </a:p>
        </p:txBody>
      </p:sp>
      <p:sp>
        <p:nvSpPr>
          <p:cNvPr id="32774" name="15 CuadroTexto"/>
          <p:cNvSpPr>
            <a:spLocks noChangeArrowheads="1"/>
          </p:cNvSpPr>
          <p:nvPr/>
        </p:nvSpPr>
        <p:spPr bwMode="auto">
          <a:xfrm>
            <a:off x="11035565" y="6426200"/>
            <a:ext cx="39305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1600" b="1">
                <a:solidFill>
                  <a:srgbClr val="FFFFFF"/>
                </a:solidFill>
                <a:latin typeface="Calibri" panose="020F0502020204030204" pitchFamily="34" charset="0"/>
                <a:sym typeface="Calibri" panose="020F0502020204030204" pitchFamily="34" charset="0"/>
              </a:rPr>
              <a:t>21</a:t>
            </a:r>
            <a:endParaRPr lang="zh-CN" altLang="zh-CN" sz="1600" b="1">
              <a:solidFill>
                <a:srgbClr val="FFFFFF"/>
              </a:solidFill>
              <a:latin typeface="Calibri" panose="020F0502020204030204" pitchFamily="34" charset="0"/>
              <a:ea typeface="MS PGothic" panose="020B0600070205080204" pitchFamily="34" charset="-128"/>
              <a:sym typeface="MS PGothic" panose="020B0600070205080204" pitchFamily="34" charset="-128"/>
            </a:endParaRPr>
          </a:p>
        </p:txBody>
      </p:sp>
      <p:pic>
        <p:nvPicPr>
          <p:cNvPr id="32775" name="Imagen 6" descr="C:\Users\Design\Documents\Edu\Product Launch\btns.png">
            <a:hlinkClick r:id="" action="ppaction://hlinkshowjump?jump=nex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521018" y="6493933"/>
            <a:ext cx="234949" cy="237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6" name="Imagen 6" descr="C:\Users\Design\Documents\Edu\Product Launch\btns.png">
            <a:hlinkClick r:id="" action="ppaction://hlinkshowjump?jump=previousslid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8118" y="6493933"/>
            <a:ext cx="234949" cy="237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7" name="4 CuadroTexto"/>
          <p:cNvSpPr>
            <a:spLocks noChangeArrowheads="1"/>
          </p:cNvSpPr>
          <p:nvPr/>
        </p:nvSpPr>
        <p:spPr bwMode="auto">
          <a:xfrm>
            <a:off x="5166901" y="6421967"/>
            <a:ext cx="185820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zh-CN" altLang="zh-CN" sz="1600" b="1">
                <a:solidFill>
                  <a:srgbClr val="FFFFFF"/>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z="1600" b="1">
                <a:solidFill>
                  <a:srgbClr val="FFFFFF"/>
                </a:solidFill>
                <a:latin typeface="微软雅黑" panose="020B0503020204020204" pitchFamily="34" charset="-122"/>
                <a:ea typeface="微软雅黑" panose="020B0503020204020204" pitchFamily="34" charset="-122"/>
                <a:sym typeface="宋体" panose="02010600030101010101" pitchFamily="2" charset="-122"/>
              </a:rPr>
              <a:t>软件配置管理</a:t>
            </a:r>
            <a:endParaRPr lang="zh-CN" altLang="zh-CN" sz="1600" b="1">
              <a:solidFill>
                <a:srgbClr val="FFFFFF"/>
              </a:solidFill>
              <a:latin typeface="微软雅黑" panose="020B0503020204020204" pitchFamily="34" charset="-122"/>
              <a:ea typeface="微软雅黑" panose="020B0503020204020204" pitchFamily="34" charset="-122"/>
              <a:sym typeface="MS PGothic" panose="020B0600070205080204" pitchFamily="34" charset="-128"/>
            </a:endParaRPr>
          </a:p>
        </p:txBody>
      </p:sp>
      <p:sp>
        <p:nvSpPr>
          <p:cNvPr id="7180" name="内容占位符 2"/>
          <p:cNvSpPr>
            <a:spLocks noGrp="1" noChangeArrowheads="1"/>
          </p:cNvSpPr>
          <p:nvPr>
            <p:ph idx="4294967295"/>
          </p:nvPr>
        </p:nvSpPr>
        <p:spPr>
          <a:xfrm>
            <a:off x="609601" y="1153584"/>
            <a:ext cx="4525433" cy="548216"/>
          </a:xfrm>
          <a:solidFill>
            <a:srgbClr val="03AEDA"/>
          </a:solidFill>
        </p:spPr>
        <p:txBody>
          <a:bodyPr/>
          <a:lstStyle/>
          <a:p>
            <a:pPr eaLnBrk="1" hangingPunct="1"/>
            <a:r>
              <a:rPr lang="zh-CN" altLang="en-US" sz="2665" dirty="0">
                <a:solidFill>
                  <a:schemeClr val="bg1"/>
                </a:solidFill>
                <a:latin typeface="微软雅黑" panose="020B0503020204020204" pitchFamily="34" charset="-122"/>
                <a:ea typeface="微软雅黑" panose="020B0503020204020204" pitchFamily="34" charset="-122"/>
              </a:rPr>
              <a:t>部分配置审计清单如下：</a:t>
            </a:r>
            <a:endParaRPr lang="zh-CN" altLang="zh-CN" dirty="0" smtClean="0">
              <a:solidFill>
                <a:schemeClr val="bg1"/>
              </a:solidFill>
            </a:endParaRPr>
          </a:p>
        </p:txBody>
      </p:sp>
      <p:sp>
        <p:nvSpPr>
          <p:cNvPr id="32779" name="13 CuadroTexto"/>
          <p:cNvSpPr>
            <a:spLocks noChangeArrowheads="1"/>
          </p:cNvSpPr>
          <p:nvPr/>
        </p:nvSpPr>
        <p:spPr bwMode="auto">
          <a:xfrm>
            <a:off x="10253457" y="6430434"/>
            <a:ext cx="39305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1600" b="1">
                <a:solidFill>
                  <a:srgbClr val="04AEDA"/>
                </a:solidFill>
                <a:latin typeface="Calibri" panose="020F0502020204030204" pitchFamily="34" charset="0"/>
                <a:sym typeface="Calibri" panose="020F0502020204030204" pitchFamily="34" charset="0"/>
              </a:rPr>
              <a:t>16</a:t>
            </a:r>
            <a:endParaRPr lang="zh-CN" altLang="en-US" sz="1600" b="1">
              <a:solidFill>
                <a:srgbClr val="04AEDA"/>
              </a:solidFill>
              <a:latin typeface="Calibri" panose="020F0502020204030204" pitchFamily="34" charset="0"/>
              <a:ea typeface="MS PGothic" panose="020B0600070205080204" pitchFamily="34" charset="-128"/>
              <a:sym typeface="MS PGothic" panose="020B0600070205080204" pitchFamily="34" charset="-128"/>
            </a:endParaRPr>
          </a:p>
        </p:txBody>
      </p:sp>
      <p:sp>
        <p:nvSpPr>
          <p:cNvPr id="32780" name="直接连接符 9"/>
          <p:cNvSpPr>
            <a:spLocks noChangeShapeType="1"/>
          </p:cNvSpPr>
          <p:nvPr/>
        </p:nvSpPr>
        <p:spPr bwMode="auto">
          <a:xfrm flipH="1">
            <a:off x="285751" y="749300"/>
            <a:ext cx="4129616" cy="0"/>
          </a:xfrm>
          <a:prstGeom prst="line">
            <a:avLst/>
          </a:prstGeom>
          <a:noFill/>
          <a:ln w="9525">
            <a:solidFill>
              <a:srgbClr val="00B0F0"/>
            </a:solidFill>
            <a:bevel/>
          </a:ln>
          <a:extLst>
            <a:ext uri="{909E8E84-426E-40DD-AFC4-6F175D3DCCD1}">
              <a14:hiddenFill xmlns:a14="http://schemas.microsoft.com/office/drawing/2010/main">
                <a:noFill/>
              </a14:hiddenFill>
            </a:ext>
          </a:extLst>
        </p:spPr>
        <p:txBody>
          <a:bodyPr/>
          <a:lstStyle/>
          <a:p>
            <a:pPr defTabSz="1219200" eaLnBrk="0" fontAlgn="base" hangingPunct="0">
              <a:spcBef>
                <a:spcPct val="0"/>
              </a:spcBef>
              <a:spcAft>
                <a:spcPct val="0"/>
              </a:spcAft>
            </a:pPr>
            <a:endParaRPr lang="zh-CN" altLang="en-US" sz="2400">
              <a:solidFill>
                <a:srgbClr val="000000"/>
              </a:solidFill>
              <a:latin typeface="Arial" panose="020B0604020202020204" pitchFamily="34" charset="0"/>
              <a:ea typeface="宋体" panose="02010600030101010101" pitchFamily="2" charset="-122"/>
            </a:endParaRPr>
          </a:p>
        </p:txBody>
      </p:sp>
      <p:sp>
        <p:nvSpPr>
          <p:cNvPr id="32781" name="Rectangle 7"/>
          <p:cNvSpPr>
            <a:spLocks noChangeArrowheads="1"/>
          </p:cNvSpPr>
          <p:nvPr/>
        </p:nvSpPr>
        <p:spPr bwMode="auto">
          <a:xfrm>
            <a:off x="0" y="698500"/>
            <a:ext cx="287867" cy="95251"/>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endParaRPr lang="zh-CN" altLang="zh-CN" sz="2400">
              <a:solidFill>
                <a:srgbClr val="000000"/>
              </a:solidFill>
              <a:latin typeface="Calibri" panose="020F0502020204030204" pitchFamily="34" charset="0"/>
              <a:sym typeface="宋体" panose="02010600030101010101" pitchFamily="2" charset="-122"/>
            </a:endParaRPr>
          </a:p>
        </p:txBody>
      </p:sp>
      <p:sp>
        <p:nvSpPr>
          <p:cNvPr id="32782" name="TextBox 5"/>
          <p:cNvSpPr>
            <a:spLocks noChangeArrowheads="1"/>
          </p:cNvSpPr>
          <p:nvPr/>
        </p:nvSpPr>
        <p:spPr bwMode="auto">
          <a:xfrm>
            <a:off x="747185" y="258233"/>
            <a:ext cx="3407833" cy="52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lnSpc>
                <a:spcPts val="3415"/>
              </a:lnSpc>
              <a:spcBef>
                <a:spcPct val="0"/>
              </a:spcBef>
              <a:spcAft>
                <a:spcPct val="0"/>
              </a:spcAft>
            </a:pPr>
            <a:r>
              <a:rPr lang="zh-CN" altLang="en-US" sz="2665">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四、配置审计</a:t>
            </a:r>
            <a:endParaRPr lang="en-US" altLang="zh-CN" sz="2665">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 name="内容占位符 2"/>
          <p:cNvSpPr txBox="1">
            <a:spLocks noChangeArrowheads="1"/>
          </p:cNvSpPr>
          <p:nvPr/>
        </p:nvSpPr>
        <p:spPr bwMode="auto">
          <a:xfrm>
            <a:off x="1885952" y="1725085"/>
            <a:ext cx="8030633" cy="4455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20000"/>
              </a:spcBef>
              <a:spcAft>
                <a:spcPct val="0"/>
              </a:spcAft>
            </a:pPr>
            <a:r>
              <a:rPr lang="zh-CN" altLang="en-US" sz="2135" dirty="0">
                <a:solidFill>
                  <a:srgbClr val="03AEDA"/>
                </a:solidFill>
                <a:latin typeface="微软雅黑" panose="020B0503020204020204" pitchFamily="34" charset="-122"/>
                <a:ea typeface="微软雅黑" panose="020B0503020204020204" pitchFamily="34" charset="-122"/>
                <a:sym typeface="Calibri" panose="020F0502020204030204" pitchFamily="34" charset="0"/>
              </a:rPr>
              <a:t>配置项</a:t>
            </a:r>
            <a:endParaRPr lang="zh-CN" altLang="en-US" sz="2135" dirty="0">
              <a:solidFill>
                <a:srgbClr val="03AEDA"/>
              </a:solidFill>
              <a:latin typeface="微软雅黑" panose="020B0503020204020204" pitchFamily="34" charset="-122"/>
              <a:ea typeface="微软雅黑" panose="020B0503020204020204" pitchFamily="34" charset="-122"/>
              <a:sym typeface="Calibri" panose="020F0502020204030204" pitchFamily="34" charset="0"/>
            </a:endParaRPr>
          </a:p>
          <a:p>
            <a:pPr defTabSz="1219200" fontAlgn="base">
              <a:spcBef>
                <a:spcPct val="20000"/>
              </a:spcBef>
              <a:spcAft>
                <a:spcPct val="0"/>
              </a:spcAft>
            </a:pPr>
            <a:r>
              <a:rPr lang="zh-CN" altLang="en-US" sz="2135" dirty="0">
                <a:solidFill>
                  <a:srgbClr val="000000"/>
                </a:solidFill>
                <a:latin typeface="微软雅黑" panose="020B0503020204020204" pitchFamily="34" charset="-122"/>
                <a:ea typeface="微软雅黑" panose="020B0503020204020204" pitchFamily="34" charset="-122"/>
                <a:sym typeface="Calibri" panose="020F0502020204030204" pitchFamily="34" charset="0"/>
              </a:rPr>
              <a:t>（</a:t>
            </a:r>
            <a:r>
              <a:rPr lang="en-US" altLang="zh-CN" sz="2135" dirty="0">
                <a:solidFill>
                  <a:srgbClr val="000000"/>
                </a:solidFill>
                <a:latin typeface="微软雅黑" panose="020B0503020204020204" pitchFamily="34" charset="-122"/>
                <a:ea typeface="微软雅黑" panose="020B0503020204020204" pitchFamily="34" charset="-122"/>
                <a:sym typeface="Calibri" panose="020F0502020204030204" pitchFamily="34" charset="0"/>
              </a:rPr>
              <a:t>1</a:t>
            </a:r>
            <a:r>
              <a:rPr lang="zh-CN" altLang="en-US" sz="2135" dirty="0">
                <a:solidFill>
                  <a:srgbClr val="000000"/>
                </a:solidFill>
                <a:latin typeface="微软雅黑" panose="020B0503020204020204" pitchFamily="34" charset="-122"/>
                <a:ea typeface="微软雅黑" panose="020B0503020204020204" pitchFamily="34" charset="-122"/>
                <a:sym typeface="Calibri" panose="020F0502020204030204" pitchFamily="34" charset="0"/>
              </a:rPr>
              <a:t>）	项目的配置项是否已被识别？</a:t>
            </a:r>
            <a:endParaRPr lang="zh-CN" altLang="en-US" sz="2135" dirty="0">
              <a:solidFill>
                <a:srgbClr val="000000"/>
              </a:solidFill>
              <a:latin typeface="微软雅黑" panose="020B0503020204020204" pitchFamily="34" charset="-122"/>
              <a:ea typeface="微软雅黑" panose="020B0503020204020204" pitchFamily="34" charset="-122"/>
              <a:sym typeface="Calibri" panose="020F0502020204030204" pitchFamily="34" charset="0"/>
            </a:endParaRPr>
          </a:p>
          <a:p>
            <a:pPr defTabSz="1219200" fontAlgn="base">
              <a:spcBef>
                <a:spcPct val="20000"/>
              </a:spcBef>
              <a:spcAft>
                <a:spcPct val="0"/>
              </a:spcAft>
            </a:pPr>
            <a:r>
              <a:rPr lang="zh-CN" altLang="en-US" sz="2135" dirty="0">
                <a:solidFill>
                  <a:srgbClr val="000000"/>
                </a:solidFill>
                <a:latin typeface="微软雅黑" panose="020B0503020204020204" pitchFamily="34" charset="-122"/>
                <a:ea typeface="微软雅黑" panose="020B0503020204020204" pitchFamily="34" charset="-122"/>
                <a:sym typeface="Calibri" panose="020F0502020204030204" pitchFamily="34" charset="0"/>
              </a:rPr>
              <a:t>（</a:t>
            </a:r>
            <a:r>
              <a:rPr lang="en-US" altLang="zh-CN" sz="2135" dirty="0">
                <a:solidFill>
                  <a:srgbClr val="000000"/>
                </a:solidFill>
                <a:latin typeface="微软雅黑" panose="020B0503020204020204" pitchFamily="34" charset="-122"/>
                <a:ea typeface="微软雅黑" panose="020B0503020204020204" pitchFamily="34" charset="-122"/>
                <a:sym typeface="Calibri" panose="020F0502020204030204" pitchFamily="34" charset="0"/>
              </a:rPr>
              <a:t>2</a:t>
            </a:r>
            <a:r>
              <a:rPr lang="zh-CN" altLang="en-US" sz="2135" dirty="0">
                <a:solidFill>
                  <a:srgbClr val="000000"/>
                </a:solidFill>
                <a:latin typeface="微软雅黑" panose="020B0503020204020204" pitchFamily="34" charset="-122"/>
                <a:ea typeface="微软雅黑" panose="020B0503020204020204" pitchFamily="34" charset="-122"/>
                <a:sym typeface="Calibri" panose="020F0502020204030204" pitchFamily="34" charset="0"/>
              </a:rPr>
              <a:t>）	每个配置项的责任人是否已被识别？</a:t>
            </a:r>
            <a:endParaRPr lang="zh-CN" altLang="en-US" sz="2135" dirty="0">
              <a:solidFill>
                <a:srgbClr val="000000"/>
              </a:solidFill>
              <a:latin typeface="微软雅黑" panose="020B0503020204020204" pitchFamily="34" charset="-122"/>
              <a:ea typeface="微软雅黑" panose="020B0503020204020204" pitchFamily="34" charset="-122"/>
              <a:sym typeface="Calibri" panose="020F0502020204030204" pitchFamily="34" charset="0"/>
            </a:endParaRPr>
          </a:p>
          <a:p>
            <a:pPr defTabSz="1219200" fontAlgn="base">
              <a:spcBef>
                <a:spcPct val="20000"/>
              </a:spcBef>
              <a:spcAft>
                <a:spcPct val="0"/>
              </a:spcAft>
            </a:pPr>
            <a:r>
              <a:rPr lang="zh-CN" altLang="en-US" sz="2135" dirty="0">
                <a:solidFill>
                  <a:srgbClr val="000000"/>
                </a:solidFill>
                <a:latin typeface="微软雅黑" panose="020B0503020204020204" pitchFamily="34" charset="-122"/>
                <a:ea typeface="微软雅黑" panose="020B0503020204020204" pitchFamily="34" charset="-122"/>
                <a:sym typeface="Calibri" panose="020F0502020204030204" pitchFamily="34" charset="0"/>
              </a:rPr>
              <a:t>（</a:t>
            </a:r>
            <a:r>
              <a:rPr lang="en-US" altLang="zh-CN" sz="2135" dirty="0">
                <a:solidFill>
                  <a:srgbClr val="000000"/>
                </a:solidFill>
                <a:latin typeface="微软雅黑" panose="020B0503020204020204" pitchFamily="34" charset="-122"/>
                <a:ea typeface="微软雅黑" panose="020B0503020204020204" pitchFamily="34" charset="-122"/>
                <a:sym typeface="Calibri" panose="020F0502020204030204" pitchFamily="34" charset="0"/>
              </a:rPr>
              <a:t>3</a:t>
            </a:r>
            <a:r>
              <a:rPr lang="zh-CN" altLang="en-US" sz="2135" dirty="0">
                <a:solidFill>
                  <a:srgbClr val="000000"/>
                </a:solidFill>
                <a:latin typeface="微软雅黑" panose="020B0503020204020204" pitchFamily="34" charset="-122"/>
                <a:ea typeface="微软雅黑" panose="020B0503020204020204" pitchFamily="34" charset="-122"/>
                <a:sym typeface="Calibri" panose="020F0502020204030204" pitchFamily="34" charset="0"/>
              </a:rPr>
              <a:t>）	配置项是否被唯一识别？</a:t>
            </a:r>
            <a:endParaRPr lang="zh-CN" altLang="en-US" sz="2135" dirty="0">
              <a:solidFill>
                <a:srgbClr val="000000"/>
              </a:solidFill>
              <a:latin typeface="微软雅黑" panose="020B0503020204020204" pitchFamily="34" charset="-122"/>
              <a:ea typeface="微软雅黑" panose="020B0503020204020204" pitchFamily="34" charset="-122"/>
              <a:sym typeface="Calibri" panose="020F0502020204030204" pitchFamily="34" charset="0"/>
            </a:endParaRPr>
          </a:p>
          <a:p>
            <a:pPr defTabSz="1219200" fontAlgn="base">
              <a:spcBef>
                <a:spcPct val="20000"/>
              </a:spcBef>
              <a:spcAft>
                <a:spcPct val="0"/>
              </a:spcAft>
            </a:pPr>
            <a:r>
              <a:rPr lang="zh-CN" altLang="en-US" sz="2135" dirty="0">
                <a:solidFill>
                  <a:srgbClr val="000000"/>
                </a:solidFill>
                <a:latin typeface="微软雅黑" panose="020B0503020204020204" pitchFamily="34" charset="-122"/>
                <a:ea typeface="微软雅黑" panose="020B0503020204020204" pitchFamily="34" charset="-122"/>
                <a:sym typeface="Calibri" panose="020F0502020204030204" pitchFamily="34" charset="0"/>
              </a:rPr>
              <a:t>（</a:t>
            </a:r>
            <a:r>
              <a:rPr lang="en-US" altLang="zh-CN" sz="2135" dirty="0">
                <a:solidFill>
                  <a:srgbClr val="000000"/>
                </a:solidFill>
                <a:latin typeface="微软雅黑" panose="020B0503020204020204" pitchFamily="34" charset="-122"/>
                <a:ea typeface="微软雅黑" panose="020B0503020204020204" pitchFamily="34" charset="-122"/>
                <a:sym typeface="Calibri" panose="020F0502020204030204" pitchFamily="34" charset="0"/>
              </a:rPr>
              <a:t>4</a:t>
            </a:r>
            <a:r>
              <a:rPr lang="zh-CN" altLang="en-US" sz="2135" dirty="0">
                <a:solidFill>
                  <a:srgbClr val="000000"/>
                </a:solidFill>
                <a:latin typeface="微软雅黑" panose="020B0503020204020204" pitchFamily="34" charset="-122"/>
                <a:ea typeface="微软雅黑" panose="020B0503020204020204" pitchFamily="34" charset="-122"/>
                <a:sym typeface="Calibri" panose="020F0502020204030204" pitchFamily="34" charset="0"/>
              </a:rPr>
              <a:t>）	每个配置项的变更是否被追踪</a:t>
            </a:r>
            <a:endParaRPr lang="en-US" altLang="zh-CN" sz="2135" dirty="0">
              <a:solidFill>
                <a:srgbClr val="000000"/>
              </a:solidFill>
              <a:latin typeface="微软雅黑" panose="020B0503020204020204" pitchFamily="34" charset="-122"/>
              <a:ea typeface="微软雅黑" panose="020B0503020204020204" pitchFamily="34" charset="-122"/>
              <a:sym typeface="Calibri" panose="020F0502020204030204" pitchFamily="34" charset="0"/>
            </a:endParaRPr>
          </a:p>
          <a:p>
            <a:pPr defTabSz="1219200" fontAlgn="base">
              <a:spcBef>
                <a:spcPct val="20000"/>
              </a:spcBef>
              <a:spcAft>
                <a:spcPct val="0"/>
              </a:spcAft>
            </a:pPr>
            <a:r>
              <a:rPr lang="zh-CN" altLang="en-US" sz="2135" dirty="0">
                <a:solidFill>
                  <a:srgbClr val="03AEDA"/>
                </a:solidFill>
                <a:latin typeface="微软雅黑" panose="020B0503020204020204" pitchFamily="34" charset="-122"/>
                <a:ea typeface="微软雅黑" panose="020B0503020204020204" pitchFamily="34" charset="-122"/>
                <a:sym typeface="Calibri" panose="020F0502020204030204" pitchFamily="34" charset="0"/>
              </a:rPr>
              <a:t>配置状态报告</a:t>
            </a:r>
            <a:endParaRPr lang="zh-CN" altLang="en-US" sz="2135" dirty="0">
              <a:solidFill>
                <a:srgbClr val="03AEDA"/>
              </a:solidFill>
              <a:latin typeface="微软雅黑" panose="020B0503020204020204" pitchFamily="34" charset="-122"/>
              <a:ea typeface="微软雅黑" panose="020B0503020204020204" pitchFamily="34" charset="-122"/>
              <a:sym typeface="Calibri" panose="020F0502020204030204" pitchFamily="34" charset="0"/>
            </a:endParaRPr>
          </a:p>
          <a:p>
            <a:pPr defTabSz="1219200" fontAlgn="base">
              <a:spcBef>
                <a:spcPct val="20000"/>
              </a:spcBef>
              <a:spcAft>
                <a:spcPct val="0"/>
              </a:spcAft>
            </a:pPr>
            <a:r>
              <a:rPr lang="zh-CN" altLang="en-US" sz="2135" dirty="0">
                <a:solidFill>
                  <a:srgbClr val="000000"/>
                </a:solidFill>
                <a:latin typeface="微软雅黑" panose="020B0503020204020204" pitchFamily="34" charset="-122"/>
                <a:ea typeface="微软雅黑" panose="020B0503020204020204" pitchFamily="34" charset="-122"/>
                <a:sym typeface="Calibri" panose="020F0502020204030204" pitchFamily="34" charset="0"/>
              </a:rPr>
              <a:t>（</a:t>
            </a:r>
            <a:r>
              <a:rPr lang="en-US" altLang="zh-CN" sz="2135" dirty="0">
                <a:solidFill>
                  <a:srgbClr val="000000"/>
                </a:solidFill>
                <a:latin typeface="微软雅黑" panose="020B0503020204020204" pitchFamily="34" charset="-122"/>
                <a:ea typeface="微软雅黑" panose="020B0503020204020204" pitchFamily="34" charset="-122"/>
                <a:sym typeface="Calibri" panose="020F0502020204030204" pitchFamily="34" charset="0"/>
              </a:rPr>
              <a:t>1</a:t>
            </a:r>
            <a:r>
              <a:rPr lang="zh-CN" altLang="en-US" sz="2135" dirty="0">
                <a:solidFill>
                  <a:srgbClr val="000000"/>
                </a:solidFill>
                <a:latin typeface="微软雅黑" panose="020B0503020204020204" pitchFamily="34" charset="-122"/>
                <a:ea typeface="微软雅黑" panose="020B0503020204020204" pitchFamily="34" charset="-122"/>
                <a:sym typeface="Calibri" panose="020F0502020204030204" pitchFamily="34" charset="0"/>
              </a:rPr>
              <a:t>）	状态报告是否按照计划生成？</a:t>
            </a:r>
            <a:endParaRPr lang="zh-CN" altLang="en-US" sz="2135" dirty="0">
              <a:solidFill>
                <a:srgbClr val="000000"/>
              </a:solidFill>
              <a:latin typeface="微软雅黑" panose="020B0503020204020204" pitchFamily="34" charset="-122"/>
              <a:ea typeface="微软雅黑" panose="020B0503020204020204" pitchFamily="34" charset="-122"/>
              <a:sym typeface="Calibri" panose="020F0502020204030204" pitchFamily="34" charset="0"/>
            </a:endParaRPr>
          </a:p>
          <a:p>
            <a:pPr defTabSz="1219200" fontAlgn="base">
              <a:spcBef>
                <a:spcPct val="20000"/>
              </a:spcBef>
              <a:spcAft>
                <a:spcPct val="0"/>
              </a:spcAft>
            </a:pPr>
            <a:r>
              <a:rPr lang="zh-CN" altLang="en-US" sz="2135" dirty="0">
                <a:solidFill>
                  <a:srgbClr val="000000"/>
                </a:solidFill>
                <a:latin typeface="微软雅黑" panose="020B0503020204020204" pitchFamily="34" charset="-122"/>
                <a:ea typeface="微软雅黑" panose="020B0503020204020204" pitchFamily="34" charset="-122"/>
                <a:sym typeface="Calibri" panose="020F0502020204030204" pitchFamily="34" charset="0"/>
              </a:rPr>
              <a:t>（</a:t>
            </a:r>
            <a:r>
              <a:rPr lang="en-US" altLang="zh-CN" sz="2135" dirty="0">
                <a:solidFill>
                  <a:srgbClr val="000000"/>
                </a:solidFill>
                <a:latin typeface="微软雅黑" panose="020B0503020204020204" pitchFamily="34" charset="-122"/>
                <a:ea typeface="微软雅黑" panose="020B0503020204020204" pitchFamily="34" charset="-122"/>
                <a:sym typeface="Calibri" panose="020F0502020204030204" pitchFamily="34" charset="0"/>
              </a:rPr>
              <a:t>2</a:t>
            </a:r>
            <a:r>
              <a:rPr lang="zh-CN" altLang="en-US" sz="2135" dirty="0">
                <a:solidFill>
                  <a:srgbClr val="000000"/>
                </a:solidFill>
                <a:latin typeface="微软雅黑" panose="020B0503020204020204" pitchFamily="34" charset="-122"/>
                <a:ea typeface="微软雅黑" panose="020B0503020204020204" pitchFamily="34" charset="-122"/>
                <a:sym typeface="Calibri" panose="020F0502020204030204" pitchFamily="34" charset="0"/>
              </a:rPr>
              <a:t>）	状态报告是否按照计划发送给适当的人员？</a:t>
            </a:r>
            <a:endParaRPr lang="zh-CN" altLang="en-US" sz="2135" dirty="0">
              <a:solidFill>
                <a:srgbClr val="000000"/>
              </a:solidFill>
              <a:latin typeface="微软雅黑" panose="020B0503020204020204" pitchFamily="34" charset="-122"/>
              <a:ea typeface="微软雅黑" panose="020B0503020204020204" pitchFamily="34" charset="-122"/>
              <a:sym typeface="Calibri" panose="020F0502020204030204" pitchFamily="34" charset="0"/>
            </a:endParaRPr>
          </a:p>
          <a:p>
            <a:pPr defTabSz="1219200" fontAlgn="base">
              <a:spcBef>
                <a:spcPct val="20000"/>
              </a:spcBef>
              <a:spcAft>
                <a:spcPct val="0"/>
              </a:spcAft>
            </a:pPr>
            <a:r>
              <a:rPr lang="zh-CN" altLang="en-US" sz="2135" dirty="0">
                <a:solidFill>
                  <a:srgbClr val="000000"/>
                </a:solidFill>
                <a:latin typeface="微软雅黑" panose="020B0503020204020204" pitchFamily="34" charset="-122"/>
                <a:ea typeface="微软雅黑" panose="020B0503020204020204" pitchFamily="34" charset="-122"/>
                <a:sym typeface="Calibri" panose="020F0502020204030204" pitchFamily="34" charset="0"/>
              </a:rPr>
              <a:t>（</a:t>
            </a:r>
            <a:r>
              <a:rPr lang="en-US" altLang="zh-CN" sz="2135" dirty="0">
                <a:solidFill>
                  <a:srgbClr val="000000"/>
                </a:solidFill>
                <a:latin typeface="微软雅黑" panose="020B0503020204020204" pitchFamily="34" charset="-122"/>
                <a:ea typeface="微软雅黑" panose="020B0503020204020204" pitchFamily="34" charset="-122"/>
                <a:sym typeface="Calibri" panose="020F0502020204030204" pitchFamily="34" charset="0"/>
              </a:rPr>
              <a:t>3</a:t>
            </a:r>
            <a:r>
              <a:rPr lang="zh-CN" altLang="en-US" sz="2135" dirty="0">
                <a:solidFill>
                  <a:srgbClr val="000000"/>
                </a:solidFill>
                <a:latin typeface="微软雅黑" panose="020B0503020204020204" pitchFamily="34" charset="-122"/>
                <a:ea typeface="微软雅黑" panose="020B0503020204020204" pitchFamily="34" charset="-122"/>
                <a:sym typeface="Calibri" panose="020F0502020204030204" pitchFamily="34" charset="0"/>
              </a:rPr>
              <a:t>）	对每个受影响人员的状态报告是否都可获取？</a:t>
            </a:r>
            <a:endParaRPr lang="zh-CN" altLang="en-US" sz="2135" dirty="0">
              <a:solidFill>
                <a:srgbClr val="000000"/>
              </a:solidFill>
              <a:latin typeface="微软雅黑" panose="020B0503020204020204" pitchFamily="34" charset="-122"/>
              <a:ea typeface="微软雅黑" panose="020B0503020204020204" pitchFamily="34" charset="-122"/>
              <a:sym typeface="Calibri" panose="020F0502020204030204" pitchFamily="34" charset="0"/>
            </a:endParaRPr>
          </a:p>
          <a:p>
            <a:pPr defTabSz="1219200" fontAlgn="base">
              <a:spcBef>
                <a:spcPct val="20000"/>
              </a:spcBef>
              <a:spcAft>
                <a:spcPct val="0"/>
              </a:spcAft>
            </a:pPr>
            <a:r>
              <a:rPr lang="zh-CN" altLang="en-US" sz="2135" dirty="0">
                <a:solidFill>
                  <a:srgbClr val="000000"/>
                </a:solidFill>
                <a:latin typeface="微软雅黑" panose="020B0503020204020204" pitchFamily="34" charset="-122"/>
                <a:ea typeface="微软雅黑" panose="020B0503020204020204" pitchFamily="34" charset="-122"/>
                <a:sym typeface="Calibri" panose="020F0502020204030204" pitchFamily="34" charset="0"/>
              </a:rPr>
              <a:t>（</a:t>
            </a:r>
            <a:r>
              <a:rPr lang="en-US" altLang="zh-CN" sz="2135" dirty="0">
                <a:solidFill>
                  <a:srgbClr val="000000"/>
                </a:solidFill>
                <a:latin typeface="微软雅黑" panose="020B0503020204020204" pitchFamily="34" charset="-122"/>
                <a:ea typeface="微软雅黑" panose="020B0503020204020204" pitchFamily="34" charset="-122"/>
                <a:sym typeface="Calibri" panose="020F0502020204030204" pitchFamily="34" charset="0"/>
              </a:rPr>
              <a:t>4</a:t>
            </a:r>
            <a:r>
              <a:rPr lang="zh-CN" altLang="en-US" sz="2135" dirty="0">
                <a:solidFill>
                  <a:srgbClr val="000000"/>
                </a:solidFill>
                <a:latin typeface="微软雅黑" panose="020B0503020204020204" pitchFamily="34" charset="-122"/>
                <a:ea typeface="微软雅黑" panose="020B0503020204020204" pitchFamily="34" charset="-122"/>
                <a:sym typeface="Calibri" panose="020F0502020204030204" pitchFamily="34" charset="0"/>
              </a:rPr>
              <a:t>）	报告是否给出了系统的正确状态？</a:t>
            </a:r>
            <a:endParaRPr lang="en-US" altLang="zh-CN" sz="2135" dirty="0">
              <a:solidFill>
                <a:srgbClr val="000000"/>
              </a:solidFill>
              <a:latin typeface="微软雅黑" panose="020B0503020204020204" pitchFamily="34" charset="-122"/>
              <a:ea typeface="微软雅黑" panose="020B0503020204020204" pitchFamily="34" charset="-122"/>
              <a:sym typeface="Calibri" panose="020F0502020204030204" pitchFamily="34" charset="0"/>
            </a:endParaRPr>
          </a:p>
          <a:p>
            <a:pPr defTabSz="1219200" fontAlgn="base">
              <a:spcBef>
                <a:spcPct val="20000"/>
              </a:spcBef>
              <a:spcAft>
                <a:spcPct val="0"/>
              </a:spcAft>
            </a:pPr>
            <a:r>
              <a:rPr lang="zh-CN" altLang="en-US" sz="2135" dirty="0">
                <a:solidFill>
                  <a:srgbClr val="03AEDA"/>
                </a:solidFill>
                <a:latin typeface="微软雅黑" panose="020B0503020204020204" pitchFamily="34" charset="-122"/>
                <a:ea typeface="微软雅黑" panose="020B0503020204020204" pitchFamily="34" charset="-122"/>
                <a:sym typeface="Calibri" panose="020F0502020204030204" pitchFamily="34" charset="0"/>
              </a:rPr>
              <a:t>。。。。。。</a:t>
            </a:r>
            <a:endParaRPr lang="zh-CN" altLang="en-US" sz="2135" dirty="0">
              <a:solidFill>
                <a:srgbClr val="03AEDA"/>
              </a:solidFill>
              <a:latin typeface="微软雅黑" panose="020B0503020204020204" pitchFamily="34" charset="-122"/>
              <a:ea typeface="微软雅黑" panose="020B0503020204020204" pitchFamily="34" charset="-122"/>
              <a:sym typeface="Calibri" panose="020F0502020204030204" pitchFamily="34" charset="0"/>
            </a:endParaRPr>
          </a:p>
          <a:p>
            <a:pPr defTabSz="1219200" fontAlgn="base">
              <a:spcBef>
                <a:spcPct val="20000"/>
              </a:spcBef>
              <a:spcAft>
                <a:spcPct val="0"/>
              </a:spcAft>
            </a:pPr>
            <a:endParaRPr lang="zh-CN" altLang="en-US" sz="2135" dirty="0">
              <a:solidFill>
                <a:srgbClr val="000000"/>
              </a:solidFill>
              <a:latin typeface="微软雅黑" panose="020B0503020204020204" pitchFamily="34" charset="-122"/>
              <a:ea typeface="微软雅黑" panose="020B0503020204020204" pitchFamily="34" charset="-122"/>
              <a:sym typeface="Calibri" panose="020F0502020204030204" pitchFamily="34" charset="0"/>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718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grpId="0" nodeType="click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animEffect>
                                      <p:cBhvr>
                                        <p:cTn id="11" dur="500"/>
                                        <p:tgtEl>
                                          <p:spTgt spid="18">
                                            <p:txEl>
                                              <p:pRg st="0" end="0"/>
                                            </p:txEl>
                                          </p:spTgt>
                                        </p:tgtEl>
                                      </p:cBhvr>
                                    </p:animEffect>
                                  </p:childTnLst>
                                </p:cTn>
                              </p:par>
                              <p:par>
                                <p:cTn id="12" presetID="14" presetClass="entr" presetSubtype="10" fill="hold" grpId="0" nodeType="withEffect">
                                  <p:stCondLst>
                                    <p:cond delay="0"/>
                                  </p:stCondLst>
                                  <p:childTnLst>
                                    <p:set>
                                      <p:cBhvr>
                                        <p:cTn id="13" dur="1" fill="hold">
                                          <p:stCondLst>
                                            <p:cond delay="0"/>
                                          </p:stCondLst>
                                        </p:cTn>
                                        <p:tgtEl>
                                          <p:spTgt spid="18">
                                            <p:txEl>
                                              <p:pRg st="1" end="1"/>
                                            </p:txEl>
                                          </p:spTgt>
                                        </p:tgtEl>
                                        <p:attrNameLst>
                                          <p:attrName>style.visibility</p:attrName>
                                        </p:attrNameLst>
                                      </p:cBhvr>
                                      <p:to>
                                        <p:strVal val="visible"/>
                                      </p:to>
                                    </p:set>
                                    <p:animEffect>
                                      <p:cBhvr>
                                        <p:cTn id="14" dur="500"/>
                                        <p:tgtEl>
                                          <p:spTgt spid="18">
                                            <p:txEl>
                                              <p:pRg st="1" end="1"/>
                                            </p:txEl>
                                          </p:spTgt>
                                        </p:tgtEl>
                                      </p:cBhvr>
                                    </p:animEffect>
                                  </p:childTnLst>
                                </p:cTn>
                              </p:par>
                              <p:par>
                                <p:cTn id="15" presetID="14" presetClass="entr" presetSubtype="10" fill="hold" grpId="0" nodeType="withEffect">
                                  <p:stCondLst>
                                    <p:cond delay="0"/>
                                  </p:stCondLst>
                                  <p:childTnLst>
                                    <p:set>
                                      <p:cBhvr>
                                        <p:cTn id="16" dur="1" fill="hold">
                                          <p:stCondLst>
                                            <p:cond delay="0"/>
                                          </p:stCondLst>
                                        </p:cTn>
                                        <p:tgtEl>
                                          <p:spTgt spid="18">
                                            <p:txEl>
                                              <p:pRg st="2" end="2"/>
                                            </p:txEl>
                                          </p:spTgt>
                                        </p:tgtEl>
                                        <p:attrNameLst>
                                          <p:attrName>style.visibility</p:attrName>
                                        </p:attrNameLst>
                                      </p:cBhvr>
                                      <p:to>
                                        <p:strVal val="visible"/>
                                      </p:to>
                                    </p:set>
                                    <p:animEffect>
                                      <p:cBhvr>
                                        <p:cTn id="17" dur="500"/>
                                        <p:tgtEl>
                                          <p:spTgt spid="18">
                                            <p:txEl>
                                              <p:pRg st="2" end="2"/>
                                            </p:txEl>
                                          </p:spTgt>
                                        </p:tgtEl>
                                      </p:cBhvr>
                                    </p:animEffect>
                                  </p:childTnLst>
                                </p:cTn>
                              </p:par>
                              <p:par>
                                <p:cTn id="18" presetID="14" presetClass="entr" presetSubtype="10" fill="hold" grpId="0" nodeType="withEffect">
                                  <p:stCondLst>
                                    <p:cond delay="0"/>
                                  </p:stCondLst>
                                  <p:childTnLst>
                                    <p:set>
                                      <p:cBhvr>
                                        <p:cTn id="19" dur="1" fill="hold">
                                          <p:stCondLst>
                                            <p:cond delay="0"/>
                                          </p:stCondLst>
                                        </p:cTn>
                                        <p:tgtEl>
                                          <p:spTgt spid="18">
                                            <p:txEl>
                                              <p:pRg st="3" end="3"/>
                                            </p:txEl>
                                          </p:spTgt>
                                        </p:tgtEl>
                                        <p:attrNameLst>
                                          <p:attrName>style.visibility</p:attrName>
                                        </p:attrNameLst>
                                      </p:cBhvr>
                                      <p:to>
                                        <p:strVal val="visible"/>
                                      </p:to>
                                    </p:set>
                                    <p:animEffect>
                                      <p:cBhvr>
                                        <p:cTn id="20" dur="500"/>
                                        <p:tgtEl>
                                          <p:spTgt spid="18">
                                            <p:txEl>
                                              <p:pRg st="3" end="3"/>
                                            </p:txEl>
                                          </p:spTgt>
                                        </p:tgtEl>
                                      </p:cBhvr>
                                    </p:animEffect>
                                  </p:childTnLst>
                                </p:cTn>
                              </p:par>
                              <p:par>
                                <p:cTn id="21" presetID="14" presetClass="entr" presetSubtype="10" fill="hold" grpId="0" nodeType="withEffect">
                                  <p:stCondLst>
                                    <p:cond delay="0"/>
                                  </p:stCondLst>
                                  <p:childTnLst>
                                    <p:set>
                                      <p:cBhvr>
                                        <p:cTn id="22" dur="1" fill="hold">
                                          <p:stCondLst>
                                            <p:cond delay="0"/>
                                          </p:stCondLst>
                                        </p:cTn>
                                        <p:tgtEl>
                                          <p:spTgt spid="18">
                                            <p:txEl>
                                              <p:pRg st="4" end="4"/>
                                            </p:txEl>
                                          </p:spTgt>
                                        </p:tgtEl>
                                        <p:attrNameLst>
                                          <p:attrName>style.visibility</p:attrName>
                                        </p:attrNameLst>
                                      </p:cBhvr>
                                      <p:to>
                                        <p:strVal val="visible"/>
                                      </p:to>
                                    </p:set>
                                    <p:animEffect>
                                      <p:cBhvr>
                                        <p:cTn id="23" dur="500"/>
                                        <p:tgtEl>
                                          <p:spTgt spid="18">
                                            <p:txEl>
                                              <p:pRg st="4" end="4"/>
                                            </p:txEl>
                                          </p:spTgt>
                                        </p:tgtEl>
                                      </p:cBhvr>
                                    </p:animEffect>
                                  </p:childTnLst>
                                </p:cTn>
                              </p:par>
                              <p:par>
                                <p:cTn id="24" presetID="14" presetClass="entr" presetSubtype="10" fill="hold" grpId="0" nodeType="withEffect">
                                  <p:stCondLst>
                                    <p:cond delay="0"/>
                                  </p:stCondLst>
                                  <p:childTnLst>
                                    <p:set>
                                      <p:cBhvr>
                                        <p:cTn id="25" dur="1" fill="hold">
                                          <p:stCondLst>
                                            <p:cond delay="0"/>
                                          </p:stCondLst>
                                        </p:cTn>
                                        <p:tgtEl>
                                          <p:spTgt spid="18">
                                            <p:txEl>
                                              <p:pRg st="5" end="5"/>
                                            </p:txEl>
                                          </p:spTgt>
                                        </p:tgtEl>
                                        <p:attrNameLst>
                                          <p:attrName>style.visibility</p:attrName>
                                        </p:attrNameLst>
                                      </p:cBhvr>
                                      <p:to>
                                        <p:strVal val="visible"/>
                                      </p:to>
                                    </p:set>
                                    <p:animEffect>
                                      <p:cBhvr>
                                        <p:cTn id="26" dur="500"/>
                                        <p:tgtEl>
                                          <p:spTgt spid="18">
                                            <p:txEl>
                                              <p:pRg st="5" end="5"/>
                                            </p:txEl>
                                          </p:spTgt>
                                        </p:tgtEl>
                                      </p:cBhvr>
                                    </p:animEffect>
                                  </p:childTnLst>
                                </p:cTn>
                              </p:par>
                              <p:par>
                                <p:cTn id="27" presetID="14" presetClass="entr" presetSubtype="10" fill="hold" grpId="0" nodeType="withEffect">
                                  <p:stCondLst>
                                    <p:cond delay="0"/>
                                  </p:stCondLst>
                                  <p:childTnLst>
                                    <p:set>
                                      <p:cBhvr>
                                        <p:cTn id="28" dur="1" fill="hold">
                                          <p:stCondLst>
                                            <p:cond delay="0"/>
                                          </p:stCondLst>
                                        </p:cTn>
                                        <p:tgtEl>
                                          <p:spTgt spid="18">
                                            <p:txEl>
                                              <p:pRg st="6" end="6"/>
                                            </p:txEl>
                                          </p:spTgt>
                                        </p:tgtEl>
                                        <p:attrNameLst>
                                          <p:attrName>style.visibility</p:attrName>
                                        </p:attrNameLst>
                                      </p:cBhvr>
                                      <p:to>
                                        <p:strVal val="visible"/>
                                      </p:to>
                                    </p:set>
                                    <p:animEffect>
                                      <p:cBhvr>
                                        <p:cTn id="29" dur="500"/>
                                        <p:tgtEl>
                                          <p:spTgt spid="18">
                                            <p:txEl>
                                              <p:pRg st="6" end="6"/>
                                            </p:txEl>
                                          </p:spTgt>
                                        </p:tgtEl>
                                      </p:cBhvr>
                                    </p:animEffect>
                                  </p:childTnLst>
                                </p:cTn>
                              </p:par>
                              <p:par>
                                <p:cTn id="30" presetID="14" presetClass="entr" presetSubtype="10" fill="hold" grpId="0" nodeType="withEffect">
                                  <p:stCondLst>
                                    <p:cond delay="0"/>
                                  </p:stCondLst>
                                  <p:childTnLst>
                                    <p:set>
                                      <p:cBhvr>
                                        <p:cTn id="31" dur="1" fill="hold">
                                          <p:stCondLst>
                                            <p:cond delay="0"/>
                                          </p:stCondLst>
                                        </p:cTn>
                                        <p:tgtEl>
                                          <p:spTgt spid="18">
                                            <p:txEl>
                                              <p:pRg st="7" end="7"/>
                                            </p:txEl>
                                          </p:spTgt>
                                        </p:tgtEl>
                                        <p:attrNameLst>
                                          <p:attrName>style.visibility</p:attrName>
                                        </p:attrNameLst>
                                      </p:cBhvr>
                                      <p:to>
                                        <p:strVal val="visible"/>
                                      </p:to>
                                    </p:set>
                                    <p:animEffect>
                                      <p:cBhvr>
                                        <p:cTn id="32" dur="500"/>
                                        <p:tgtEl>
                                          <p:spTgt spid="18">
                                            <p:txEl>
                                              <p:pRg st="7" end="7"/>
                                            </p:txEl>
                                          </p:spTgt>
                                        </p:tgtEl>
                                      </p:cBhvr>
                                    </p:animEffect>
                                  </p:childTnLst>
                                </p:cTn>
                              </p:par>
                              <p:par>
                                <p:cTn id="33" presetID="14" presetClass="entr" presetSubtype="10" fill="hold" grpId="0" nodeType="withEffect">
                                  <p:stCondLst>
                                    <p:cond delay="0"/>
                                  </p:stCondLst>
                                  <p:childTnLst>
                                    <p:set>
                                      <p:cBhvr>
                                        <p:cTn id="34" dur="1" fill="hold">
                                          <p:stCondLst>
                                            <p:cond delay="0"/>
                                          </p:stCondLst>
                                        </p:cTn>
                                        <p:tgtEl>
                                          <p:spTgt spid="18">
                                            <p:txEl>
                                              <p:pRg st="8" end="8"/>
                                            </p:txEl>
                                          </p:spTgt>
                                        </p:tgtEl>
                                        <p:attrNameLst>
                                          <p:attrName>style.visibility</p:attrName>
                                        </p:attrNameLst>
                                      </p:cBhvr>
                                      <p:to>
                                        <p:strVal val="visible"/>
                                      </p:to>
                                    </p:set>
                                    <p:animEffect>
                                      <p:cBhvr>
                                        <p:cTn id="35" dur="500"/>
                                        <p:tgtEl>
                                          <p:spTgt spid="18">
                                            <p:txEl>
                                              <p:pRg st="8" end="8"/>
                                            </p:txEl>
                                          </p:spTgt>
                                        </p:tgtEl>
                                      </p:cBhvr>
                                    </p:animEffect>
                                  </p:childTnLst>
                                </p:cTn>
                              </p:par>
                              <p:par>
                                <p:cTn id="36" presetID="14" presetClass="entr" presetSubtype="10" fill="hold" grpId="0" nodeType="withEffect">
                                  <p:stCondLst>
                                    <p:cond delay="0"/>
                                  </p:stCondLst>
                                  <p:childTnLst>
                                    <p:set>
                                      <p:cBhvr>
                                        <p:cTn id="37" dur="1" fill="hold">
                                          <p:stCondLst>
                                            <p:cond delay="0"/>
                                          </p:stCondLst>
                                        </p:cTn>
                                        <p:tgtEl>
                                          <p:spTgt spid="18">
                                            <p:txEl>
                                              <p:pRg st="9" end="9"/>
                                            </p:txEl>
                                          </p:spTgt>
                                        </p:tgtEl>
                                        <p:attrNameLst>
                                          <p:attrName>style.visibility</p:attrName>
                                        </p:attrNameLst>
                                      </p:cBhvr>
                                      <p:to>
                                        <p:strVal val="visible"/>
                                      </p:to>
                                    </p:set>
                                    <p:animEffect>
                                      <p:cBhvr>
                                        <p:cTn id="38" dur="500"/>
                                        <p:tgtEl>
                                          <p:spTgt spid="18">
                                            <p:txEl>
                                              <p:pRg st="9" end="9"/>
                                            </p:txEl>
                                          </p:spTgt>
                                        </p:tgtEl>
                                      </p:cBhvr>
                                    </p:animEffect>
                                  </p:childTnLst>
                                </p:cTn>
                              </p:par>
                              <p:par>
                                <p:cTn id="39" presetID="14" presetClass="entr" presetSubtype="10" fill="hold" grpId="0" nodeType="withEffect">
                                  <p:stCondLst>
                                    <p:cond delay="0"/>
                                  </p:stCondLst>
                                  <p:childTnLst>
                                    <p:set>
                                      <p:cBhvr>
                                        <p:cTn id="40" dur="1" fill="hold">
                                          <p:stCondLst>
                                            <p:cond delay="0"/>
                                          </p:stCondLst>
                                        </p:cTn>
                                        <p:tgtEl>
                                          <p:spTgt spid="18">
                                            <p:txEl>
                                              <p:pRg st="10" end="10"/>
                                            </p:txEl>
                                          </p:spTgt>
                                        </p:tgtEl>
                                        <p:attrNameLst>
                                          <p:attrName>style.visibility</p:attrName>
                                        </p:attrNameLst>
                                      </p:cBhvr>
                                      <p:to>
                                        <p:strVal val="visible"/>
                                      </p:to>
                                    </p:set>
                                    <p:animEffect>
                                      <p:cBhvr>
                                        <p:cTn id="41" dur="500"/>
                                        <p:tgtEl>
                                          <p:spTgt spid="18">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80" grpId="0" bldLvl="0" autoUpdateAnimBg="0" build="p"/>
      <p:bldP spid="18" grpId="0" bldLvl="0" autoUpdateAnimBg="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2" descr="C:\Users\iamisis\Desktop\0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2192000" cy="6860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5" name="Picture 7" descr="C:\Users\iamisis\Desktop\MetroStation_2.0_XiaZaiBa\metrostation_by_yankoa-d312tty\PNG\Suites\Blue\MB_0029_program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8217" y="1866900"/>
            <a:ext cx="3251200" cy="325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6" name="矩形 3"/>
          <p:cNvSpPr>
            <a:spLocks noChangeArrowheads="1"/>
          </p:cNvSpPr>
          <p:nvPr/>
        </p:nvSpPr>
        <p:spPr bwMode="auto">
          <a:xfrm>
            <a:off x="6220885" y="1028700"/>
            <a:ext cx="670983" cy="668867"/>
          </a:xfrm>
          <a:prstGeom prst="rect">
            <a:avLst/>
          </a:prstGeom>
          <a:gradFill rotWithShape="1">
            <a:gsLst>
              <a:gs pos="0">
                <a:srgbClr val="04AEDA"/>
              </a:gs>
              <a:gs pos="79999">
                <a:srgbClr val="36B0D0"/>
              </a:gs>
              <a:gs pos="100000">
                <a:srgbClr val="33B3D5"/>
              </a:gs>
            </a:gsLst>
            <a:lin ang="16200000" scaled="1"/>
          </a:gradFill>
          <a:ln>
            <a:noFill/>
          </a:ln>
          <a:extLst>
            <a:ext uri="{91240B29-F687-4F45-9708-019B960494DF}">
              <a14:hiddenLine xmlns:a14="http://schemas.microsoft.com/office/drawing/2010/main" w="9525">
                <a:solidFill>
                  <a:srgbClr val="000000"/>
                </a:solidFill>
                <a:bevel/>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rPr>
              <a:t>1</a:t>
            </a:r>
            <a:endParaRPr lang="zh-CN" altLang="en-US"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3797" name="矩形 42"/>
          <p:cNvSpPr>
            <a:spLocks noChangeArrowheads="1"/>
          </p:cNvSpPr>
          <p:nvPr/>
        </p:nvSpPr>
        <p:spPr bwMode="auto">
          <a:xfrm>
            <a:off x="6220885" y="1892300"/>
            <a:ext cx="670983" cy="670984"/>
          </a:xfrm>
          <a:prstGeom prst="rect">
            <a:avLst/>
          </a:prstGeom>
          <a:gradFill rotWithShape="1">
            <a:gsLst>
              <a:gs pos="0">
                <a:srgbClr val="04AEDA"/>
              </a:gs>
              <a:gs pos="79999">
                <a:srgbClr val="36B0D0"/>
              </a:gs>
              <a:gs pos="100000">
                <a:srgbClr val="33B3D5"/>
              </a:gs>
            </a:gsLst>
            <a:lin ang="16200000" scaled="1"/>
          </a:gradFill>
          <a:ln>
            <a:noFill/>
          </a:ln>
          <a:extLst>
            <a:ext uri="{91240B29-F687-4F45-9708-019B960494DF}">
              <a14:hiddenLine xmlns:a14="http://schemas.microsoft.com/office/drawing/2010/main" w="9525">
                <a:solidFill>
                  <a:srgbClr val="000000"/>
                </a:solidFill>
                <a:bevel/>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rPr>
              <a:t>2</a:t>
            </a:r>
            <a:endParaRPr lang="zh-CN" altLang="en-US"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404" name="矩形 26"/>
          <p:cNvSpPr>
            <a:spLocks noChangeArrowheads="1"/>
          </p:cNvSpPr>
          <p:nvPr/>
        </p:nvSpPr>
        <p:spPr bwMode="auto">
          <a:xfrm>
            <a:off x="6220885" y="2755900"/>
            <a:ext cx="670983" cy="670984"/>
          </a:xfrm>
          <a:prstGeom prst="rect">
            <a:avLst/>
          </a:prstGeom>
          <a:gradFill rotWithShape="1">
            <a:gsLst>
              <a:gs pos="0">
                <a:srgbClr val="04AEDA"/>
              </a:gs>
              <a:gs pos="79999">
                <a:srgbClr val="36B0D0"/>
              </a:gs>
              <a:gs pos="100000">
                <a:srgbClr val="33B3D5"/>
              </a:gs>
            </a:gsLst>
            <a:lin ang="16200000" scaled="1"/>
          </a:gradFill>
          <a:ln>
            <a:noFill/>
          </a:ln>
          <a:extLst>
            <a:ext uri="{91240B29-F687-4F45-9708-019B960494DF}">
              <a14:hiddenLine xmlns:a14="http://schemas.microsoft.com/office/drawing/2010/main" w="9525">
                <a:solidFill>
                  <a:srgbClr val="000000"/>
                </a:solidFill>
                <a:bevel/>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rPr>
              <a:t>3</a:t>
            </a:r>
            <a:endParaRPr lang="zh-CN" altLang="en-US"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3799" name="矩形 3"/>
          <p:cNvSpPr>
            <a:spLocks noChangeArrowheads="1"/>
          </p:cNvSpPr>
          <p:nvPr/>
        </p:nvSpPr>
        <p:spPr bwMode="auto">
          <a:xfrm>
            <a:off x="7128934" y="1028700"/>
            <a:ext cx="3060700" cy="668867"/>
          </a:xfrm>
          <a:prstGeom prst="rect">
            <a:avLst/>
          </a:prstGeom>
          <a:gradFill rotWithShape="1">
            <a:gsLst>
              <a:gs pos="0">
                <a:srgbClr val="04AEDA"/>
              </a:gs>
              <a:gs pos="79999">
                <a:srgbClr val="36B0D0"/>
              </a:gs>
              <a:gs pos="100000">
                <a:srgbClr val="33B3D5"/>
              </a:gs>
            </a:gsLst>
            <a:lin ang="16200000" scaled="1"/>
          </a:gradFill>
          <a:ln>
            <a:noFill/>
          </a:ln>
          <a:extLst>
            <a:ext uri="{91240B29-F687-4F45-9708-019B960494DF}">
              <a14:hiddenLine xmlns:a14="http://schemas.microsoft.com/office/drawing/2010/main" w="9525">
                <a:solidFill>
                  <a:srgbClr val="000000"/>
                </a:solidFill>
                <a:bevel/>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zh-CN" altLang="en-US"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rPr>
              <a:t>为什么与是什么</a:t>
            </a:r>
            <a:endParaRPr lang="zh-CN" altLang="en-US"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3800" name="矩形 3"/>
          <p:cNvSpPr>
            <a:spLocks noChangeArrowheads="1"/>
          </p:cNvSpPr>
          <p:nvPr/>
        </p:nvSpPr>
        <p:spPr bwMode="auto">
          <a:xfrm>
            <a:off x="7128934" y="1894417"/>
            <a:ext cx="3060700" cy="668867"/>
          </a:xfrm>
          <a:prstGeom prst="rect">
            <a:avLst/>
          </a:prstGeom>
          <a:gradFill rotWithShape="1">
            <a:gsLst>
              <a:gs pos="0">
                <a:srgbClr val="04AEDA"/>
              </a:gs>
              <a:gs pos="79999">
                <a:srgbClr val="36B0D0"/>
              </a:gs>
              <a:gs pos="100000">
                <a:srgbClr val="33B3D5"/>
              </a:gs>
            </a:gsLst>
            <a:lin ang="16200000" scaled="1"/>
          </a:gradFill>
          <a:ln>
            <a:noFill/>
          </a:ln>
          <a:extLst>
            <a:ext uri="{91240B29-F687-4F45-9708-019B960494DF}">
              <a14:hiddenLine xmlns:a14="http://schemas.microsoft.com/office/drawing/2010/main" w="9525">
                <a:solidFill>
                  <a:srgbClr val="000000"/>
                </a:solidFill>
                <a:bevel/>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zh-CN" altLang="en-US"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rPr>
              <a:t>软件配置管理活动</a:t>
            </a:r>
            <a:endParaRPr lang="zh-CN" altLang="en-US"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7" name="矩形 3"/>
          <p:cNvSpPr>
            <a:spLocks noChangeArrowheads="1"/>
          </p:cNvSpPr>
          <p:nvPr/>
        </p:nvSpPr>
        <p:spPr bwMode="auto">
          <a:xfrm>
            <a:off x="7128934" y="2751667"/>
            <a:ext cx="3060700" cy="668867"/>
          </a:xfrm>
          <a:prstGeom prst="rect">
            <a:avLst/>
          </a:prstGeom>
          <a:gradFill rotWithShape="1">
            <a:gsLst>
              <a:gs pos="0">
                <a:srgbClr val="04AEDA"/>
              </a:gs>
              <a:gs pos="79999">
                <a:srgbClr val="36B0D0"/>
              </a:gs>
              <a:gs pos="100000">
                <a:srgbClr val="33B3D5"/>
              </a:gs>
            </a:gsLst>
            <a:lin ang="16200000" scaled="1"/>
          </a:gradFill>
          <a:ln>
            <a:noFill/>
          </a:ln>
          <a:extLst>
            <a:ext uri="{91240B29-F687-4F45-9708-019B960494DF}">
              <a14:hiddenLine xmlns:a14="http://schemas.microsoft.com/office/drawing/2010/main" w="9525">
                <a:solidFill>
                  <a:srgbClr val="000000"/>
                </a:solidFill>
                <a:bevel/>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rPr>
              <a:t>SCM</a:t>
            </a:r>
            <a:r>
              <a:rPr lang="zh-CN" altLang="en-US"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rPr>
              <a:t>活动中的人员</a:t>
            </a:r>
            <a:endParaRPr lang="zh-CN" altLang="en-US"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6404"/>
                                        </p:tgtEl>
                                        <p:attrNameLst>
                                          <p:attrName>style.visibility</p:attrName>
                                        </p:attrNameLst>
                                      </p:cBhvr>
                                      <p:to>
                                        <p:strVal val="visible"/>
                                      </p:to>
                                    </p:set>
                                    <p:animEffect>
                                      <p:cBhvr>
                                        <p:cTn id="7" dur="500"/>
                                        <p:tgtEl>
                                          <p:spTgt spid="1640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7"/>
                                        </p:tgtEl>
                                        <p:attrNameLst>
                                          <p:attrName>style.visibility</p:attrName>
                                        </p:attrNameLst>
                                      </p:cBhvr>
                                      <p:to>
                                        <p:strVal val="visible"/>
                                      </p:to>
                                    </p:set>
                                    <p:animEffect>
                                      <p:cBhvr>
                                        <p:cTn id="11"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04" grpId="0" bldLvl="0" animBg="1" autoUpdateAnimBg="0"/>
      <p:bldP spid="37" grpId="0" bldLvl="0" animBg="1"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descr="C:\Users\iamisis\Desktop\0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2192000" cy="6860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3" name="11 Imag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19267" y="6411384"/>
            <a:ext cx="482600" cy="404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4" name="12 Imag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87617" y="6411384"/>
            <a:ext cx="480483" cy="404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5" name="14 CuadroTexto"/>
          <p:cNvSpPr>
            <a:spLocks noChangeArrowheads="1"/>
          </p:cNvSpPr>
          <p:nvPr/>
        </p:nvSpPr>
        <p:spPr bwMode="auto">
          <a:xfrm>
            <a:off x="10619317" y="6426200"/>
            <a:ext cx="35939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r>
              <a:rPr lang="zh-CN" altLang="zh-CN" sz="1600" b="1" i="1">
                <a:solidFill>
                  <a:srgbClr val="FFFFFF"/>
                </a:solidFill>
                <a:latin typeface="Calibri" panose="020F0502020204030204" pitchFamily="34" charset="0"/>
                <a:ea typeface="MS PGothic" panose="020B0600070205080204" pitchFamily="34" charset="-128"/>
                <a:sym typeface="MS PGothic" panose="020B0600070205080204" pitchFamily="34" charset="-128"/>
              </a:rPr>
              <a:t>of</a:t>
            </a:r>
            <a:endParaRPr lang="zh-CN" altLang="zh-CN" sz="1600" b="1" i="1">
              <a:solidFill>
                <a:srgbClr val="FFFFFF"/>
              </a:solidFill>
              <a:latin typeface="Calibri" panose="020F0502020204030204" pitchFamily="34" charset="0"/>
              <a:ea typeface="MS PGothic" panose="020B0600070205080204" pitchFamily="34" charset="-128"/>
              <a:sym typeface="MS PGothic" panose="020B0600070205080204" pitchFamily="34" charset="-128"/>
            </a:endParaRPr>
          </a:p>
        </p:txBody>
      </p:sp>
      <p:sp>
        <p:nvSpPr>
          <p:cNvPr id="35846" name="15 CuadroTexto"/>
          <p:cNvSpPr>
            <a:spLocks noChangeArrowheads="1"/>
          </p:cNvSpPr>
          <p:nvPr/>
        </p:nvSpPr>
        <p:spPr bwMode="auto">
          <a:xfrm>
            <a:off x="11035565" y="6426200"/>
            <a:ext cx="39305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1600" b="1">
                <a:solidFill>
                  <a:srgbClr val="FFFFFF"/>
                </a:solidFill>
                <a:latin typeface="Calibri" panose="020F0502020204030204" pitchFamily="34" charset="0"/>
                <a:sym typeface="Calibri" panose="020F0502020204030204" pitchFamily="34" charset="0"/>
              </a:rPr>
              <a:t>21</a:t>
            </a:r>
            <a:endParaRPr lang="zh-CN" altLang="zh-CN" sz="1600" b="1">
              <a:solidFill>
                <a:srgbClr val="FFFFFF"/>
              </a:solidFill>
              <a:latin typeface="Calibri" panose="020F0502020204030204" pitchFamily="34" charset="0"/>
              <a:ea typeface="MS PGothic" panose="020B0600070205080204" pitchFamily="34" charset="-128"/>
              <a:sym typeface="MS PGothic" panose="020B0600070205080204" pitchFamily="34" charset="-128"/>
            </a:endParaRPr>
          </a:p>
        </p:txBody>
      </p:sp>
      <p:pic>
        <p:nvPicPr>
          <p:cNvPr id="35847" name="Imagen 6" descr="C:\Users\Design\Documents\Edu\Product Launch\btns.png">
            <a:hlinkClick r:id="" action="ppaction://hlinkshowjump?jump=nex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521018" y="6493933"/>
            <a:ext cx="234949" cy="237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8" name="Imagen 6" descr="C:\Users\Design\Documents\Edu\Product Launch\btns.png">
            <a:hlinkClick r:id="" action="ppaction://hlinkshowjump?jump=previousslid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8118" y="6493933"/>
            <a:ext cx="234949" cy="237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9" name="4 CuadroTexto"/>
          <p:cNvSpPr>
            <a:spLocks noChangeArrowheads="1"/>
          </p:cNvSpPr>
          <p:nvPr/>
        </p:nvSpPr>
        <p:spPr bwMode="auto">
          <a:xfrm>
            <a:off x="5166901" y="6421967"/>
            <a:ext cx="185820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zh-CN" altLang="zh-CN" sz="1600" b="1">
                <a:solidFill>
                  <a:srgbClr val="FFFFFF"/>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z="1600" b="1">
                <a:solidFill>
                  <a:srgbClr val="FFFFFF"/>
                </a:solidFill>
                <a:latin typeface="微软雅黑" panose="020B0503020204020204" pitchFamily="34" charset="-122"/>
                <a:ea typeface="微软雅黑" panose="020B0503020204020204" pitchFamily="34" charset="-122"/>
                <a:sym typeface="宋体" panose="02010600030101010101" pitchFamily="2" charset="-122"/>
              </a:rPr>
              <a:t>软件配置管理</a:t>
            </a:r>
            <a:endParaRPr lang="zh-CN" altLang="zh-CN" sz="1600" b="1">
              <a:solidFill>
                <a:srgbClr val="FFFFFF"/>
              </a:solidFill>
              <a:latin typeface="微软雅黑" panose="020B0503020204020204" pitchFamily="34" charset="-122"/>
              <a:ea typeface="微软雅黑" panose="020B0503020204020204" pitchFamily="34" charset="-122"/>
              <a:sym typeface="MS PGothic" panose="020B0600070205080204" pitchFamily="34" charset="-128"/>
            </a:endParaRPr>
          </a:p>
        </p:txBody>
      </p:sp>
      <p:sp>
        <p:nvSpPr>
          <p:cNvPr id="7180" name="内容占位符 2"/>
          <p:cNvSpPr>
            <a:spLocks noGrp="1" noChangeArrowheads="1"/>
          </p:cNvSpPr>
          <p:nvPr>
            <p:ph idx="4294967295"/>
          </p:nvPr>
        </p:nvSpPr>
        <p:spPr>
          <a:xfrm>
            <a:off x="609600" y="1206501"/>
            <a:ext cx="10972800" cy="2224617"/>
          </a:xfrm>
        </p:spPr>
        <p:txBody>
          <a:bodyPr/>
          <a:lstStyle/>
          <a:p>
            <a:pPr eaLnBrk="1" hangingPunct="1">
              <a:defRPr/>
            </a:pPr>
            <a:r>
              <a:rPr lang="zh-CN" altLang="en-US" sz="2665" dirty="0">
                <a:latin typeface="微软雅黑" panose="020B0503020204020204" pitchFamily="34" charset="-122"/>
                <a:ea typeface="微软雅黑" panose="020B0503020204020204" pitchFamily="34" charset="-122"/>
              </a:rPr>
              <a:t>和任何管理学科一样，弄清谁去执行配置管理任务是至关重要的。因为软件有效执行所需要的人员特性。</a:t>
            </a:r>
            <a:endParaRPr lang="zh-CN" altLang="en-US" sz="2665" dirty="0">
              <a:latin typeface="微软雅黑" panose="020B0503020204020204" pitchFamily="34" charset="-122"/>
              <a:ea typeface="微软雅黑" panose="020B0503020204020204" pitchFamily="34" charset="-122"/>
            </a:endParaRPr>
          </a:p>
          <a:p>
            <a:pPr eaLnBrk="1" hangingPunct="1">
              <a:defRPr/>
            </a:pPr>
            <a:r>
              <a:rPr lang="zh-CN" altLang="en-US" sz="2665" dirty="0">
                <a:latin typeface="微软雅黑" panose="020B0503020204020204" pitchFamily="34" charset="-122"/>
                <a:ea typeface="微软雅黑" panose="020B0503020204020204" pitchFamily="34" charset="-122"/>
              </a:rPr>
              <a:t>组织必须密切关注配置管理任务。</a:t>
            </a:r>
            <a:endParaRPr lang="en-US" altLang="zh-CN" sz="2665" dirty="0">
              <a:latin typeface="微软雅黑" panose="020B0503020204020204" pitchFamily="34" charset="-122"/>
              <a:ea typeface="微软雅黑" panose="020B0503020204020204" pitchFamily="34" charset="-122"/>
            </a:endParaRPr>
          </a:p>
          <a:p>
            <a:pPr marL="0" indent="0" eaLnBrk="1" hangingPunct="1">
              <a:buNone/>
              <a:defRPr/>
            </a:pPr>
            <a:r>
              <a:rPr lang="zh-CN" altLang="en-US" sz="2665" dirty="0">
                <a:solidFill>
                  <a:srgbClr val="03AEDA"/>
                </a:solidFill>
                <a:latin typeface="微软雅黑" panose="020B0503020204020204" pitchFamily="34" charset="-122"/>
                <a:ea typeface="微软雅黑" panose="020B0503020204020204" pitchFamily="34" charset="-122"/>
              </a:rPr>
              <a:t>    原则上，应该仔细研究五个关于人件（</a:t>
            </a:r>
            <a:r>
              <a:rPr lang="en-US" altLang="zh-CN" sz="2665" dirty="0">
                <a:solidFill>
                  <a:srgbClr val="03AEDA"/>
                </a:solidFill>
                <a:latin typeface="微软雅黑" panose="020B0503020204020204" pitchFamily="34" charset="-122"/>
                <a:ea typeface="微软雅黑" panose="020B0503020204020204" pitchFamily="34" charset="-122"/>
              </a:rPr>
              <a:t>people-ware</a:t>
            </a:r>
            <a:r>
              <a:rPr lang="zh-CN" altLang="en-US" sz="2665" dirty="0">
                <a:solidFill>
                  <a:srgbClr val="03AEDA"/>
                </a:solidFill>
                <a:latin typeface="微软雅黑" panose="020B0503020204020204" pitchFamily="34" charset="-122"/>
                <a:ea typeface="微软雅黑" panose="020B0503020204020204" pitchFamily="34" charset="-122"/>
              </a:rPr>
              <a:t>）的信息项：</a:t>
            </a:r>
            <a:endParaRPr lang="zh-CN" altLang="en-US" sz="2665" dirty="0">
              <a:solidFill>
                <a:srgbClr val="03AEDA"/>
              </a:solidFill>
              <a:latin typeface="微软雅黑" panose="020B0503020204020204" pitchFamily="34" charset="-122"/>
              <a:ea typeface="微软雅黑" panose="020B0503020204020204" pitchFamily="34" charset="-122"/>
            </a:endParaRPr>
          </a:p>
        </p:txBody>
      </p:sp>
      <p:sp>
        <p:nvSpPr>
          <p:cNvPr id="35851" name="13 CuadroTexto"/>
          <p:cNvSpPr>
            <a:spLocks noChangeArrowheads="1"/>
          </p:cNvSpPr>
          <p:nvPr/>
        </p:nvSpPr>
        <p:spPr bwMode="auto">
          <a:xfrm>
            <a:off x="10253457" y="6430434"/>
            <a:ext cx="39305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1600" b="1">
                <a:solidFill>
                  <a:srgbClr val="04AEDA"/>
                </a:solidFill>
                <a:latin typeface="Calibri" panose="020F0502020204030204" pitchFamily="34" charset="0"/>
                <a:sym typeface="Calibri" panose="020F0502020204030204" pitchFamily="34" charset="0"/>
              </a:rPr>
              <a:t>18</a:t>
            </a:r>
            <a:endParaRPr lang="zh-CN" altLang="en-US" sz="1600" b="1">
              <a:solidFill>
                <a:srgbClr val="04AEDA"/>
              </a:solidFill>
              <a:latin typeface="Calibri" panose="020F0502020204030204" pitchFamily="34" charset="0"/>
              <a:ea typeface="MS PGothic" panose="020B0600070205080204" pitchFamily="34" charset="-128"/>
              <a:sym typeface="MS PGothic" panose="020B0600070205080204" pitchFamily="34" charset="-128"/>
            </a:endParaRPr>
          </a:p>
        </p:txBody>
      </p:sp>
      <p:sp>
        <p:nvSpPr>
          <p:cNvPr id="35852" name="直接连接符 9"/>
          <p:cNvSpPr>
            <a:spLocks noChangeShapeType="1"/>
          </p:cNvSpPr>
          <p:nvPr/>
        </p:nvSpPr>
        <p:spPr bwMode="auto">
          <a:xfrm flipH="1">
            <a:off x="285751" y="749300"/>
            <a:ext cx="4129616" cy="0"/>
          </a:xfrm>
          <a:prstGeom prst="line">
            <a:avLst/>
          </a:prstGeom>
          <a:noFill/>
          <a:ln w="9525">
            <a:solidFill>
              <a:srgbClr val="00B0F0"/>
            </a:solidFill>
            <a:bevel/>
          </a:ln>
          <a:extLst>
            <a:ext uri="{909E8E84-426E-40DD-AFC4-6F175D3DCCD1}">
              <a14:hiddenFill xmlns:a14="http://schemas.microsoft.com/office/drawing/2010/main">
                <a:noFill/>
              </a14:hiddenFill>
            </a:ext>
          </a:extLst>
        </p:spPr>
        <p:txBody>
          <a:bodyPr/>
          <a:lstStyle/>
          <a:p>
            <a:pPr defTabSz="1219200" eaLnBrk="0" fontAlgn="base" hangingPunct="0">
              <a:spcBef>
                <a:spcPct val="0"/>
              </a:spcBef>
              <a:spcAft>
                <a:spcPct val="0"/>
              </a:spcAft>
            </a:pPr>
            <a:endParaRPr lang="zh-CN" altLang="en-US" sz="2400">
              <a:solidFill>
                <a:srgbClr val="000000"/>
              </a:solidFill>
              <a:latin typeface="Arial" panose="020B0604020202020204" pitchFamily="34" charset="0"/>
              <a:ea typeface="宋体" panose="02010600030101010101" pitchFamily="2" charset="-122"/>
            </a:endParaRPr>
          </a:p>
        </p:txBody>
      </p:sp>
      <p:sp>
        <p:nvSpPr>
          <p:cNvPr id="35853" name="Rectangle 7"/>
          <p:cNvSpPr>
            <a:spLocks noChangeArrowheads="1"/>
          </p:cNvSpPr>
          <p:nvPr/>
        </p:nvSpPr>
        <p:spPr bwMode="auto">
          <a:xfrm>
            <a:off x="0" y="698500"/>
            <a:ext cx="287867" cy="95251"/>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endParaRPr lang="zh-CN" altLang="zh-CN" sz="2400">
              <a:solidFill>
                <a:srgbClr val="000000"/>
              </a:solidFill>
              <a:latin typeface="Calibri" panose="020F0502020204030204" pitchFamily="34" charset="0"/>
              <a:sym typeface="宋体" panose="02010600030101010101" pitchFamily="2" charset="-122"/>
            </a:endParaRPr>
          </a:p>
        </p:txBody>
      </p:sp>
      <p:sp>
        <p:nvSpPr>
          <p:cNvPr id="35854" name="TextBox 5"/>
          <p:cNvSpPr>
            <a:spLocks noChangeArrowheads="1"/>
          </p:cNvSpPr>
          <p:nvPr/>
        </p:nvSpPr>
        <p:spPr bwMode="auto">
          <a:xfrm>
            <a:off x="747185" y="258234"/>
            <a:ext cx="3407833" cy="52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lnSpc>
                <a:spcPts val="3415"/>
              </a:lnSpc>
              <a:spcBef>
                <a:spcPct val="0"/>
              </a:spcBef>
              <a:spcAft>
                <a:spcPct val="0"/>
              </a:spcAft>
            </a:pPr>
            <a:r>
              <a:rPr lang="en-US" altLang="zh-CN" sz="2665">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SCM</a:t>
            </a:r>
            <a:r>
              <a:rPr lang="zh-CN" altLang="en-US" sz="2665">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活动中的人员</a:t>
            </a:r>
            <a:endParaRPr lang="zh-CN" altLang="en-US" sz="2665">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 name="内容占位符 2"/>
          <p:cNvSpPr txBox="1">
            <a:spLocks noChangeArrowheads="1"/>
          </p:cNvSpPr>
          <p:nvPr/>
        </p:nvSpPr>
        <p:spPr bwMode="auto">
          <a:xfrm>
            <a:off x="1775884" y="3236385"/>
            <a:ext cx="9025467" cy="222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609600" indent="-609600" defTabSz="1219200" fontAlgn="base">
              <a:spcBef>
                <a:spcPct val="20000"/>
              </a:spcBef>
              <a:spcAft>
                <a:spcPct val="0"/>
              </a:spcAft>
              <a:buFont typeface="Calibri" panose="020F0502020204030204" pitchFamily="34" charset="0"/>
              <a:buAutoNum type="arabicPeriod"/>
            </a:pPr>
            <a:r>
              <a:rPr lang="zh-CN" altLang="en-US" sz="2400">
                <a:solidFill>
                  <a:srgbClr val="000000"/>
                </a:solidFill>
                <a:latin typeface="微软雅黑" panose="020B0503020204020204" pitchFamily="34" charset="-122"/>
                <a:ea typeface="微软雅黑" panose="020B0503020204020204" pitchFamily="34" charset="-122"/>
                <a:sym typeface="Calibri" panose="020F0502020204030204" pitchFamily="34" charset="0"/>
              </a:rPr>
              <a:t>每个软件配置管理任务所需要的</a:t>
            </a:r>
            <a:r>
              <a:rPr lang="zh-CN" altLang="en-US" sz="2400">
                <a:solidFill>
                  <a:srgbClr val="03AEDA"/>
                </a:solidFill>
                <a:latin typeface="微软雅黑" panose="020B0503020204020204" pitchFamily="34" charset="-122"/>
                <a:ea typeface="微软雅黑" panose="020B0503020204020204" pitchFamily="34" charset="-122"/>
                <a:sym typeface="Calibri" panose="020F0502020204030204" pitchFamily="34" charset="0"/>
              </a:rPr>
              <a:t>人员数量</a:t>
            </a:r>
            <a:r>
              <a:rPr lang="zh-CN" altLang="en-US" sz="2400">
                <a:solidFill>
                  <a:srgbClr val="000000"/>
                </a:solidFill>
                <a:latin typeface="微软雅黑" panose="020B0503020204020204" pitchFamily="34" charset="-122"/>
                <a:ea typeface="微软雅黑" panose="020B0503020204020204" pitchFamily="34" charset="-122"/>
                <a:sym typeface="Calibri" panose="020F0502020204030204" pitchFamily="34" charset="0"/>
              </a:rPr>
              <a:t>。这是项目预算需要考虑的重要部分。</a:t>
            </a:r>
            <a:endParaRPr lang="zh-CN" altLang="en-US" sz="2400">
              <a:solidFill>
                <a:srgbClr val="000000"/>
              </a:solidFill>
              <a:latin typeface="微软雅黑" panose="020B0503020204020204" pitchFamily="34" charset="-122"/>
              <a:ea typeface="微软雅黑" panose="020B0503020204020204" pitchFamily="34" charset="-122"/>
              <a:sym typeface="Calibri" panose="020F0502020204030204" pitchFamily="34" charset="0"/>
            </a:endParaRPr>
          </a:p>
          <a:p>
            <a:pPr marL="609600" indent="-609600" defTabSz="1219200" fontAlgn="base">
              <a:spcBef>
                <a:spcPct val="20000"/>
              </a:spcBef>
              <a:spcAft>
                <a:spcPct val="0"/>
              </a:spcAft>
              <a:buFont typeface="Calibri" panose="020F0502020204030204" pitchFamily="34" charset="0"/>
              <a:buAutoNum type="arabicPeriod"/>
            </a:pPr>
            <a:r>
              <a:rPr lang="zh-CN" altLang="en-US" sz="2400">
                <a:solidFill>
                  <a:srgbClr val="000000"/>
                </a:solidFill>
                <a:latin typeface="微软雅黑" panose="020B0503020204020204" pitchFamily="34" charset="-122"/>
                <a:ea typeface="微软雅黑" panose="020B0503020204020204" pitchFamily="34" charset="-122"/>
                <a:sym typeface="Calibri" panose="020F0502020204030204" pitchFamily="34" charset="0"/>
              </a:rPr>
              <a:t>所有相关人员预期的</a:t>
            </a:r>
            <a:r>
              <a:rPr lang="zh-CN" altLang="en-US" sz="2400">
                <a:solidFill>
                  <a:srgbClr val="03AEDA"/>
                </a:solidFill>
                <a:latin typeface="微软雅黑" panose="020B0503020204020204" pitchFamily="34" charset="-122"/>
                <a:ea typeface="微软雅黑" panose="020B0503020204020204" pitchFamily="34" charset="-122"/>
                <a:sym typeface="Calibri" panose="020F0502020204030204" pitchFamily="34" charset="0"/>
              </a:rPr>
              <a:t>技术水平</a:t>
            </a:r>
            <a:r>
              <a:rPr lang="zh-CN" altLang="en-US" sz="2400">
                <a:solidFill>
                  <a:srgbClr val="000000"/>
                </a:solidFill>
                <a:latin typeface="微软雅黑" panose="020B0503020204020204" pitchFamily="34" charset="-122"/>
                <a:ea typeface="微软雅黑" panose="020B0503020204020204" pitchFamily="34" charset="-122"/>
                <a:sym typeface="Calibri" panose="020F0502020204030204" pitchFamily="34" charset="0"/>
              </a:rPr>
              <a:t>，构建系统的专业人员必须具备很高的专业水平。运行配置管理系统的人员的技术水平可以稍低。</a:t>
            </a:r>
            <a:endParaRPr lang="zh-CN" altLang="en-US" sz="2400">
              <a:solidFill>
                <a:srgbClr val="000000"/>
              </a:solidFill>
              <a:latin typeface="微软雅黑" panose="020B0503020204020204" pitchFamily="34" charset="-122"/>
              <a:ea typeface="微软雅黑" panose="020B0503020204020204" pitchFamily="34" charset="-122"/>
              <a:sym typeface="Calibri" panose="020F0502020204030204" pitchFamily="34" charset="0"/>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7180">
                                            <p:txEl>
                                              <p:pRg st="0" end="0"/>
                                            </p:txEl>
                                          </p:spTgt>
                                        </p:tgtEl>
                                        <p:attrNameLst>
                                          <p:attrName>style.visibility</p:attrName>
                                        </p:attrNameLst>
                                      </p:cBhvr>
                                      <p:to>
                                        <p:strVal val="visible"/>
                                      </p:to>
                                    </p:set>
                                    <p:animEffect>
                                      <p:cBhvr>
                                        <p:cTn id="7" dur="500"/>
                                        <p:tgtEl>
                                          <p:spTgt spid="7180">
                                            <p:txEl>
                                              <p:pRg st="0" end="0"/>
                                            </p:txEl>
                                          </p:spTgt>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7180">
                                            <p:txEl>
                                              <p:pRg st="1" end="1"/>
                                            </p:txEl>
                                          </p:spTgt>
                                        </p:tgtEl>
                                        <p:attrNameLst>
                                          <p:attrName>style.visibility</p:attrName>
                                        </p:attrNameLst>
                                      </p:cBhvr>
                                      <p:to>
                                        <p:strVal val="visible"/>
                                      </p:to>
                                    </p:set>
                                    <p:animEffect>
                                      <p:cBhvr>
                                        <p:cTn id="11" dur="500"/>
                                        <p:tgtEl>
                                          <p:spTgt spid="7180">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4" presetClass="entr" presetSubtype="10" fill="hold" grpId="0" nodeType="clickEffect">
                                  <p:stCondLst>
                                    <p:cond delay="0"/>
                                  </p:stCondLst>
                                  <p:childTnLst>
                                    <p:set>
                                      <p:cBhvr>
                                        <p:cTn id="15" dur="1" fill="hold">
                                          <p:stCondLst>
                                            <p:cond delay="0"/>
                                          </p:stCondLst>
                                        </p:cTn>
                                        <p:tgtEl>
                                          <p:spTgt spid="7180">
                                            <p:txEl>
                                              <p:pRg st="2" end="2"/>
                                            </p:txEl>
                                          </p:spTgt>
                                        </p:tgtEl>
                                        <p:attrNameLst>
                                          <p:attrName>style.visibility</p:attrName>
                                        </p:attrNameLst>
                                      </p:cBhvr>
                                      <p:to>
                                        <p:strVal val="visible"/>
                                      </p:to>
                                    </p:set>
                                    <p:animEffect>
                                      <p:cBhvr>
                                        <p:cTn id="16" dur="500"/>
                                        <p:tgtEl>
                                          <p:spTgt spid="7180">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4" presetClass="entr" presetSubtype="10" fill="hold" grpId="0" nodeType="clickEffect">
                                  <p:stCondLst>
                                    <p:cond delay="0"/>
                                  </p:stCondLst>
                                  <p:childTnLst>
                                    <p:set>
                                      <p:cBhvr>
                                        <p:cTn id="20" dur="1" fill="hold">
                                          <p:stCondLst>
                                            <p:cond delay="0"/>
                                          </p:stCondLst>
                                        </p:cTn>
                                        <p:tgtEl>
                                          <p:spTgt spid="18">
                                            <p:txEl>
                                              <p:pRg st="0" end="0"/>
                                            </p:txEl>
                                          </p:spTgt>
                                        </p:tgtEl>
                                        <p:attrNameLst>
                                          <p:attrName>style.visibility</p:attrName>
                                        </p:attrNameLst>
                                      </p:cBhvr>
                                      <p:to>
                                        <p:strVal val="visible"/>
                                      </p:to>
                                    </p:set>
                                    <p:animEffect>
                                      <p:cBhvr>
                                        <p:cTn id="21" dur="500"/>
                                        <p:tgtEl>
                                          <p:spTgt spid="18">
                                            <p:txEl>
                                              <p:pRg st="0" end="0"/>
                                            </p:txEl>
                                          </p:spTgt>
                                        </p:tgtEl>
                                      </p:cBhvr>
                                    </p:animEffect>
                                  </p:childTnLst>
                                </p:cTn>
                              </p:par>
                              <p:par>
                                <p:cTn id="22" presetID="14" presetClass="entr" presetSubtype="10" fill="hold" grpId="0" nodeType="withEffect">
                                  <p:stCondLst>
                                    <p:cond delay="0"/>
                                  </p:stCondLst>
                                  <p:childTnLst>
                                    <p:set>
                                      <p:cBhvr>
                                        <p:cTn id="23" dur="1" fill="hold">
                                          <p:stCondLst>
                                            <p:cond delay="0"/>
                                          </p:stCondLst>
                                        </p:cTn>
                                        <p:tgtEl>
                                          <p:spTgt spid="18">
                                            <p:txEl>
                                              <p:pRg st="1" end="1"/>
                                            </p:txEl>
                                          </p:spTgt>
                                        </p:tgtEl>
                                        <p:attrNameLst>
                                          <p:attrName>style.visibility</p:attrName>
                                        </p:attrNameLst>
                                      </p:cBhvr>
                                      <p:to>
                                        <p:strVal val="visible"/>
                                      </p:to>
                                    </p:set>
                                    <p:animEffect>
                                      <p:cBhvr>
                                        <p:cTn id="24" dur="500"/>
                                        <p:tgtEl>
                                          <p:spTgt spid="1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80" grpId="0" bldLvl="0" autoUpdateAnimBg="0" build="p"/>
      <p:bldP spid="18" grpId="0" bldLvl="0" autoUpdateAnimBg="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descr="C:\Users\iamisis\Desktop\0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2192000" cy="6860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67" name="11 Imag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19267" y="6411384"/>
            <a:ext cx="482600" cy="404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68" name="12 Imag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87617" y="6411384"/>
            <a:ext cx="480483" cy="404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9" name="14 CuadroTexto"/>
          <p:cNvSpPr>
            <a:spLocks noChangeArrowheads="1"/>
          </p:cNvSpPr>
          <p:nvPr/>
        </p:nvSpPr>
        <p:spPr bwMode="auto">
          <a:xfrm>
            <a:off x="10619317" y="6426200"/>
            <a:ext cx="35939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r>
              <a:rPr lang="zh-CN" altLang="zh-CN" sz="1600" b="1" i="1">
                <a:solidFill>
                  <a:srgbClr val="FFFFFF"/>
                </a:solidFill>
                <a:latin typeface="Calibri" panose="020F0502020204030204" pitchFamily="34" charset="0"/>
                <a:ea typeface="MS PGothic" panose="020B0600070205080204" pitchFamily="34" charset="-128"/>
                <a:sym typeface="MS PGothic" panose="020B0600070205080204" pitchFamily="34" charset="-128"/>
              </a:rPr>
              <a:t>of</a:t>
            </a:r>
            <a:endParaRPr lang="zh-CN" altLang="zh-CN" sz="1600" b="1" i="1">
              <a:solidFill>
                <a:srgbClr val="FFFFFF"/>
              </a:solidFill>
              <a:latin typeface="Calibri" panose="020F0502020204030204" pitchFamily="34" charset="0"/>
              <a:ea typeface="MS PGothic" panose="020B0600070205080204" pitchFamily="34" charset="-128"/>
              <a:sym typeface="MS PGothic" panose="020B0600070205080204" pitchFamily="34" charset="-128"/>
            </a:endParaRPr>
          </a:p>
        </p:txBody>
      </p:sp>
      <p:sp>
        <p:nvSpPr>
          <p:cNvPr id="36870" name="15 CuadroTexto"/>
          <p:cNvSpPr>
            <a:spLocks noChangeArrowheads="1"/>
          </p:cNvSpPr>
          <p:nvPr/>
        </p:nvSpPr>
        <p:spPr bwMode="auto">
          <a:xfrm>
            <a:off x="11035565" y="6426200"/>
            <a:ext cx="39305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1600" b="1">
                <a:solidFill>
                  <a:srgbClr val="FFFFFF"/>
                </a:solidFill>
                <a:latin typeface="Calibri" panose="020F0502020204030204" pitchFamily="34" charset="0"/>
                <a:sym typeface="Calibri" panose="020F0502020204030204" pitchFamily="34" charset="0"/>
              </a:rPr>
              <a:t>21</a:t>
            </a:r>
            <a:endParaRPr lang="zh-CN" altLang="zh-CN" sz="1600" b="1">
              <a:solidFill>
                <a:srgbClr val="FFFFFF"/>
              </a:solidFill>
              <a:latin typeface="Calibri" panose="020F0502020204030204" pitchFamily="34" charset="0"/>
              <a:ea typeface="MS PGothic" panose="020B0600070205080204" pitchFamily="34" charset="-128"/>
              <a:sym typeface="MS PGothic" panose="020B0600070205080204" pitchFamily="34" charset="-128"/>
            </a:endParaRPr>
          </a:p>
        </p:txBody>
      </p:sp>
      <p:pic>
        <p:nvPicPr>
          <p:cNvPr id="36871" name="Imagen 6" descr="C:\Users\Design\Documents\Edu\Product Launch\btns.png">
            <a:hlinkClick r:id="" action="ppaction://hlinkshowjump?jump=nex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521018" y="6493933"/>
            <a:ext cx="234949" cy="237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72" name="Imagen 6" descr="C:\Users\Design\Documents\Edu\Product Launch\btns.png">
            <a:hlinkClick r:id="" action="ppaction://hlinkshowjump?jump=previousslid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8118" y="6493933"/>
            <a:ext cx="234949" cy="237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73" name="4 CuadroTexto"/>
          <p:cNvSpPr>
            <a:spLocks noChangeArrowheads="1"/>
          </p:cNvSpPr>
          <p:nvPr/>
        </p:nvSpPr>
        <p:spPr bwMode="auto">
          <a:xfrm>
            <a:off x="5166901" y="6421967"/>
            <a:ext cx="185820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zh-CN" altLang="zh-CN" sz="1600" b="1">
                <a:solidFill>
                  <a:srgbClr val="FFFFFF"/>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z="1600" b="1">
                <a:solidFill>
                  <a:srgbClr val="FFFFFF"/>
                </a:solidFill>
                <a:latin typeface="微软雅黑" panose="020B0503020204020204" pitchFamily="34" charset="-122"/>
                <a:ea typeface="微软雅黑" panose="020B0503020204020204" pitchFamily="34" charset="-122"/>
                <a:sym typeface="宋体" panose="02010600030101010101" pitchFamily="2" charset="-122"/>
              </a:rPr>
              <a:t>软件配置管理</a:t>
            </a:r>
            <a:endParaRPr lang="zh-CN" altLang="zh-CN" sz="1600" b="1">
              <a:solidFill>
                <a:srgbClr val="FFFFFF"/>
              </a:solidFill>
              <a:latin typeface="微软雅黑" panose="020B0503020204020204" pitchFamily="34" charset="-122"/>
              <a:ea typeface="微软雅黑" panose="020B0503020204020204" pitchFamily="34" charset="-122"/>
              <a:sym typeface="MS PGothic" panose="020B0600070205080204" pitchFamily="34" charset="-128"/>
            </a:endParaRPr>
          </a:p>
        </p:txBody>
      </p:sp>
      <p:sp>
        <p:nvSpPr>
          <p:cNvPr id="36874" name="13 CuadroTexto"/>
          <p:cNvSpPr>
            <a:spLocks noChangeArrowheads="1"/>
          </p:cNvSpPr>
          <p:nvPr/>
        </p:nvSpPr>
        <p:spPr bwMode="auto">
          <a:xfrm>
            <a:off x="10253457" y="6430434"/>
            <a:ext cx="39305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1600" b="1">
                <a:solidFill>
                  <a:srgbClr val="04AEDA"/>
                </a:solidFill>
                <a:latin typeface="Calibri" panose="020F0502020204030204" pitchFamily="34" charset="0"/>
                <a:sym typeface="Calibri" panose="020F0502020204030204" pitchFamily="34" charset="0"/>
              </a:rPr>
              <a:t>19</a:t>
            </a:r>
            <a:endParaRPr lang="zh-CN" altLang="en-US" sz="1600" b="1">
              <a:solidFill>
                <a:srgbClr val="04AEDA"/>
              </a:solidFill>
              <a:latin typeface="Calibri" panose="020F0502020204030204" pitchFamily="34" charset="0"/>
              <a:ea typeface="MS PGothic" panose="020B0600070205080204" pitchFamily="34" charset="-128"/>
              <a:sym typeface="MS PGothic" panose="020B0600070205080204" pitchFamily="34" charset="-128"/>
            </a:endParaRPr>
          </a:p>
        </p:txBody>
      </p:sp>
      <p:sp>
        <p:nvSpPr>
          <p:cNvPr id="36875" name="直接连接符 9"/>
          <p:cNvSpPr>
            <a:spLocks noChangeShapeType="1"/>
          </p:cNvSpPr>
          <p:nvPr/>
        </p:nvSpPr>
        <p:spPr bwMode="auto">
          <a:xfrm flipH="1">
            <a:off x="285751" y="749300"/>
            <a:ext cx="4129616" cy="0"/>
          </a:xfrm>
          <a:prstGeom prst="line">
            <a:avLst/>
          </a:prstGeom>
          <a:noFill/>
          <a:ln w="9525">
            <a:solidFill>
              <a:srgbClr val="00B0F0"/>
            </a:solidFill>
            <a:bevel/>
          </a:ln>
          <a:extLst>
            <a:ext uri="{909E8E84-426E-40DD-AFC4-6F175D3DCCD1}">
              <a14:hiddenFill xmlns:a14="http://schemas.microsoft.com/office/drawing/2010/main">
                <a:noFill/>
              </a14:hiddenFill>
            </a:ext>
          </a:extLst>
        </p:spPr>
        <p:txBody>
          <a:bodyPr/>
          <a:lstStyle/>
          <a:p>
            <a:pPr defTabSz="1219200" eaLnBrk="0" fontAlgn="base" hangingPunct="0">
              <a:spcBef>
                <a:spcPct val="0"/>
              </a:spcBef>
              <a:spcAft>
                <a:spcPct val="0"/>
              </a:spcAft>
            </a:pPr>
            <a:endParaRPr lang="zh-CN" altLang="en-US" sz="2400">
              <a:solidFill>
                <a:srgbClr val="000000"/>
              </a:solidFill>
              <a:latin typeface="Arial" panose="020B0604020202020204" pitchFamily="34" charset="0"/>
              <a:ea typeface="宋体" panose="02010600030101010101" pitchFamily="2" charset="-122"/>
            </a:endParaRPr>
          </a:p>
        </p:txBody>
      </p:sp>
      <p:sp>
        <p:nvSpPr>
          <p:cNvPr id="36876" name="Rectangle 7"/>
          <p:cNvSpPr>
            <a:spLocks noChangeArrowheads="1"/>
          </p:cNvSpPr>
          <p:nvPr/>
        </p:nvSpPr>
        <p:spPr bwMode="auto">
          <a:xfrm>
            <a:off x="0" y="698500"/>
            <a:ext cx="287867" cy="95251"/>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endParaRPr lang="zh-CN" altLang="zh-CN" sz="2400">
              <a:solidFill>
                <a:srgbClr val="000000"/>
              </a:solidFill>
              <a:latin typeface="Calibri" panose="020F0502020204030204" pitchFamily="34" charset="0"/>
              <a:sym typeface="宋体" panose="02010600030101010101" pitchFamily="2" charset="-122"/>
            </a:endParaRPr>
          </a:p>
        </p:txBody>
      </p:sp>
      <p:sp>
        <p:nvSpPr>
          <p:cNvPr id="36877" name="TextBox 5"/>
          <p:cNvSpPr>
            <a:spLocks noChangeArrowheads="1"/>
          </p:cNvSpPr>
          <p:nvPr/>
        </p:nvSpPr>
        <p:spPr bwMode="auto">
          <a:xfrm>
            <a:off x="747185" y="258234"/>
            <a:ext cx="3407833" cy="52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lnSpc>
                <a:spcPts val="3415"/>
              </a:lnSpc>
              <a:spcBef>
                <a:spcPct val="0"/>
              </a:spcBef>
              <a:spcAft>
                <a:spcPct val="0"/>
              </a:spcAft>
            </a:pPr>
            <a:r>
              <a:rPr lang="en-US" altLang="zh-CN" sz="2665">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SCM</a:t>
            </a:r>
            <a:r>
              <a:rPr lang="zh-CN" altLang="en-US" sz="2665">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活动中的人员</a:t>
            </a:r>
            <a:endParaRPr lang="zh-CN" altLang="en-US" sz="2665">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 name="内容占位符 2"/>
          <p:cNvSpPr txBox="1">
            <a:spLocks noChangeArrowheads="1"/>
          </p:cNvSpPr>
          <p:nvPr/>
        </p:nvSpPr>
        <p:spPr bwMode="auto">
          <a:xfrm>
            <a:off x="1676400" y="1701801"/>
            <a:ext cx="9025467" cy="2222500"/>
          </a:xfrm>
          <a:prstGeom prst="rect">
            <a:avLst/>
          </a:prstGeom>
          <a:noFill/>
          <a:ln>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defTabSz="1219200" eaLnBrk="1" hangingPunct="1">
              <a:buFont typeface="+mj-lt"/>
              <a:buAutoNum type="arabicPeriod" startAt="3"/>
              <a:defRPr/>
            </a:pPr>
            <a:r>
              <a:rPr lang="zh-CN" altLang="en-US" sz="2400" dirty="0">
                <a:solidFill>
                  <a:srgbClr val="000000"/>
                </a:solidFill>
                <a:latin typeface="微软雅黑" panose="020B0503020204020204" pitchFamily="34" charset="-122"/>
                <a:ea typeface="微软雅黑" panose="020B0503020204020204" pitchFamily="34" charset="-122"/>
              </a:rPr>
              <a:t>执行任务人员的</a:t>
            </a:r>
            <a:r>
              <a:rPr lang="zh-CN" altLang="en-US" sz="2400" dirty="0">
                <a:solidFill>
                  <a:srgbClr val="03AEDA"/>
                </a:solidFill>
                <a:latin typeface="微软雅黑" panose="020B0503020204020204" pitchFamily="34" charset="-122"/>
                <a:ea typeface="微软雅黑" panose="020B0503020204020204" pitchFamily="34" charset="-122"/>
              </a:rPr>
              <a:t>工作头衔</a:t>
            </a:r>
            <a:r>
              <a:rPr lang="zh-CN" altLang="en-US" sz="2400" dirty="0">
                <a:solidFill>
                  <a:srgbClr val="000000"/>
                </a:solidFill>
                <a:latin typeface="微软雅黑" panose="020B0503020204020204" pitchFamily="34" charset="-122"/>
                <a:ea typeface="微软雅黑" panose="020B0503020204020204" pitchFamily="34" charset="-122"/>
              </a:rPr>
              <a:t>非常重要，但也视项目组织需要的正式化程度而定。这也取决于软件项目的范围和复杂度。</a:t>
            </a:r>
            <a:endParaRPr lang="zh-CN" altLang="en-US" sz="2400" dirty="0">
              <a:solidFill>
                <a:srgbClr val="000000"/>
              </a:solidFill>
              <a:latin typeface="微软雅黑" panose="020B0503020204020204" pitchFamily="34" charset="-122"/>
              <a:ea typeface="微软雅黑" panose="020B0503020204020204" pitchFamily="34" charset="-122"/>
            </a:endParaRPr>
          </a:p>
          <a:p>
            <a:pPr marL="457200" indent="-457200" defTabSz="1219200" eaLnBrk="1" hangingPunct="1">
              <a:buFont typeface="+mj-lt"/>
              <a:buAutoNum type="arabicPeriod" startAt="3"/>
              <a:defRPr/>
            </a:pPr>
            <a:r>
              <a:rPr lang="zh-CN" altLang="en-US" sz="2400" dirty="0">
                <a:solidFill>
                  <a:srgbClr val="03AEDA"/>
                </a:solidFill>
                <a:latin typeface="微软雅黑" panose="020B0503020204020204" pitchFamily="34" charset="-122"/>
                <a:ea typeface="微软雅黑" panose="020B0503020204020204" pitchFamily="34" charset="-122"/>
              </a:rPr>
              <a:t>地理位置</a:t>
            </a:r>
            <a:r>
              <a:rPr lang="zh-CN" altLang="en-US" sz="2400" dirty="0">
                <a:solidFill>
                  <a:srgbClr val="000000"/>
                </a:solidFill>
                <a:latin typeface="微软雅黑" panose="020B0503020204020204" pitchFamily="34" charset="-122"/>
                <a:ea typeface="微软雅黑" panose="020B0503020204020204" pitchFamily="34" charset="-122"/>
              </a:rPr>
              <a:t>上是否所有人员位于同一个地理位置</a:t>
            </a:r>
            <a:r>
              <a:rPr lang="en-US" altLang="zh-CN" sz="2400" dirty="0">
                <a:solidFill>
                  <a:srgbClr val="000000"/>
                </a:solidFill>
                <a:latin typeface="微软雅黑" panose="020B0503020204020204" pitchFamily="34" charset="-122"/>
                <a:ea typeface="微软雅黑" panose="020B0503020204020204" pitchFamily="34" charset="-122"/>
              </a:rPr>
              <a:t>/</a:t>
            </a:r>
            <a:r>
              <a:rPr lang="zh-CN" altLang="en-US" sz="2400" dirty="0">
                <a:solidFill>
                  <a:srgbClr val="000000"/>
                </a:solidFill>
                <a:latin typeface="微软雅黑" panose="020B0503020204020204" pitchFamily="34" charset="-122"/>
                <a:ea typeface="微软雅黑" panose="020B0503020204020204" pitchFamily="34" charset="-122"/>
              </a:rPr>
              <a:t>城市</a:t>
            </a:r>
            <a:r>
              <a:rPr lang="en-US" altLang="zh-CN" sz="2400" dirty="0">
                <a:solidFill>
                  <a:srgbClr val="000000"/>
                </a:solidFill>
                <a:latin typeface="微软雅黑" panose="020B0503020204020204" pitchFamily="34" charset="-122"/>
                <a:ea typeface="微软雅黑" panose="020B0503020204020204" pitchFamily="34" charset="-122"/>
              </a:rPr>
              <a:t>/</a:t>
            </a:r>
            <a:r>
              <a:rPr lang="zh-CN" altLang="en-US" sz="2400" dirty="0">
                <a:solidFill>
                  <a:srgbClr val="000000"/>
                </a:solidFill>
                <a:latin typeface="微软雅黑" panose="020B0503020204020204" pitchFamily="34" charset="-122"/>
                <a:ea typeface="微软雅黑" panose="020B0503020204020204" pitchFamily="34" charset="-122"/>
              </a:rPr>
              <a:t>建筑</a:t>
            </a:r>
            <a:r>
              <a:rPr lang="en-US" altLang="zh-CN" sz="2400" dirty="0">
                <a:solidFill>
                  <a:srgbClr val="000000"/>
                </a:solidFill>
                <a:latin typeface="微软雅黑" panose="020B0503020204020204" pitchFamily="34" charset="-122"/>
                <a:ea typeface="微软雅黑" panose="020B0503020204020204" pitchFamily="34" charset="-122"/>
              </a:rPr>
              <a:t>/</a:t>
            </a:r>
            <a:r>
              <a:rPr lang="zh-CN" altLang="en-US" sz="2400" dirty="0">
                <a:solidFill>
                  <a:srgbClr val="000000"/>
                </a:solidFill>
                <a:latin typeface="微软雅黑" panose="020B0503020204020204" pitchFamily="34" charset="-122"/>
                <a:ea typeface="微软雅黑" panose="020B0503020204020204" pitchFamily="34" charset="-122"/>
              </a:rPr>
              <a:t>地点，或者他们中的一些在较远的位置上。</a:t>
            </a:r>
            <a:endParaRPr lang="zh-CN" altLang="en-US" sz="2400" dirty="0">
              <a:solidFill>
                <a:srgbClr val="000000"/>
              </a:solidFill>
              <a:latin typeface="微软雅黑" panose="020B0503020204020204" pitchFamily="34" charset="-122"/>
              <a:ea typeface="微软雅黑" panose="020B0503020204020204" pitchFamily="34" charset="-122"/>
            </a:endParaRPr>
          </a:p>
          <a:p>
            <a:pPr marL="457200" indent="-457200" defTabSz="1219200" eaLnBrk="1" hangingPunct="1">
              <a:buFont typeface="+mj-lt"/>
              <a:buAutoNum type="arabicPeriod" startAt="3"/>
              <a:defRPr/>
            </a:pPr>
            <a:r>
              <a:rPr lang="zh-CN" altLang="en-US" sz="2400" dirty="0">
                <a:solidFill>
                  <a:srgbClr val="000000"/>
                </a:solidFill>
                <a:latin typeface="微软雅黑" panose="020B0503020204020204" pitchFamily="34" charset="-122"/>
                <a:ea typeface="微软雅黑" panose="020B0503020204020204" pitchFamily="34" charset="-122"/>
              </a:rPr>
              <a:t>是否需要特别的</a:t>
            </a:r>
            <a:r>
              <a:rPr lang="zh-CN" altLang="en-US" sz="2400" dirty="0">
                <a:solidFill>
                  <a:srgbClr val="03AEDA"/>
                </a:solidFill>
                <a:latin typeface="微软雅黑" panose="020B0503020204020204" pitchFamily="34" charset="-122"/>
                <a:ea typeface="微软雅黑" panose="020B0503020204020204" pitchFamily="34" charset="-122"/>
              </a:rPr>
              <a:t>安全清理</a:t>
            </a:r>
            <a:r>
              <a:rPr lang="zh-CN" altLang="en-US" sz="2400" dirty="0">
                <a:solidFill>
                  <a:srgbClr val="000000"/>
                </a:solidFill>
                <a:latin typeface="微软雅黑" panose="020B0503020204020204" pitchFamily="34" charset="-122"/>
                <a:ea typeface="微软雅黑" panose="020B0503020204020204" pitchFamily="34" charset="-122"/>
              </a:rPr>
              <a:t>。</a:t>
            </a:r>
            <a:endParaRPr lang="zh-CN" altLang="en-US" sz="2400" dirty="0">
              <a:solidFill>
                <a:srgbClr val="000000"/>
              </a:solidFill>
              <a:latin typeface="微软雅黑" panose="020B0503020204020204" pitchFamily="34" charset="-122"/>
              <a:ea typeface="微软雅黑" panose="020B0503020204020204" pitchFamily="34" charset="-122"/>
            </a:endParaRPr>
          </a:p>
          <a:p>
            <a:pPr marL="609600" indent="-609600" defTabSz="1219200" eaLnBrk="1" hangingPunct="1">
              <a:buFont typeface="+mj-lt"/>
              <a:buAutoNum type="arabicPeriod" startAt="3"/>
              <a:defRPr/>
            </a:pPr>
            <a:endParaRPr lang="zh-CN" altLang="en-US" sz="240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p:cBhvr>
                                        <p:cTn id="7" dur="500"/>
                                        <p:tgtEl>
                                          <p:spTgt spid="18">
                                            <p:txEl>
                                              <p:pRg st="0" end="0"/>
                                            </p:txEl>
                                          </p:spTgt>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18">
                                            <p:txEl>
                                              <p:pRg st="1" end="1"/>
                                            </p:txEl>
                                          </p:spTgt>
                                        </p:tgtEl>
                                        <p:attrNameLst>
                                          <p:attrName>style.visibility</p:attrName>
                                        </p:attrNameLst>
                                      </p:cBhvr>
                                      <p:to>
                                        <p:strVal val="visible"/>
                                      </p:to>
                                    </p:set>
                                    <p:animEffect>
                                      <p:cBhvr>
                                        <p:cTn id="10" dur="500"/>
                                        <p:tgtEl>
                                          <p:spTgt spid="18">
                                            <p:txEl>
                                              <p:pRg st="1" end="1"/>
                                            </p:txEl>
                                          </p:spTgt>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18">
                                            <p:txEl>
                                              <p:pRg st="2" end="2"/>
                                            </p:txEl>
                                          </p:spTgt>
                                        </p:tgtEl>
                                        <p:attrNameLst>
                                          <p:attrName>style.visibility</p:attrName>
                                        </p:attrNameLst>
                                      </p:cBhvr>
                                      <p:to>
                                        <p:strVal val="visible"/>
                                      </p:to>
                                    </p:set>
                                    <p:animEffect>
                                      <p:cBhvr>
                                        <p:cTn id="13" dur="500"/>
                                        <p:tgtEl>
                                          <p:spTgt spid="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autoUpdateAnimBg="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descr="C:\Users\iamisis\Desktop\0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2192000" cy="6860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1" name="Picture 4" descr="C:\Users\iamisis\Desktop\MetroStation_2.0_XiaZaiBa\metrostation_by_yankoa-d312tty\PNG\Media\Blue\MB_0018_view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8217" y="1866900"/>
            <a:ext cx="3251200" cy="325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2" name="矩形 3"/>
          <p:cNvSpPr>
            <a:spLocks noChangeArrowheads="1"/>
          </p:cNvSpPr>
          <p:nvPr/>
        </p:nvSpPr>
        <p:spPr bwMode="auto">
          <a:xfrm>
            <a:off x="6220885" y="1028700"/>
            <a:ext cx="670983" cy="668867"/>
          </a:xfrm>
          <a:prstGeom prst="rect">
            <a:avLst/>
          </a:prstGeom>
          <a:gradFill rotWithShape="1">
            <a:gsLst>
              <a:gs pos="0">
                <a:srgbClr val="04AEDA"/>
              </a:gs>
              <a:gs pos="79999">
                <a:srgbClr val="36B0D0"/>
              </a:gs>
              <a:gs pos="100000">
                <a:srgbClr val="33B3D5"/>
              </a:gs>
            </a:gsLst>
            <a:lin ang="16200000" scaled="1"/>
          </a:gradFill>
          <a:ln>
            <a:noFill/>
          </a:ln>
          <a:extLst>
            <a:ext uri="{91240B29-F687-4F45-9708-019B960494DF}">
              <a14:hiddenLine xmlns:a14="http://schemas.microsoft.com/office/drawing/2010/main" w="9525">
                <a:solidFill>
                  <a:srgbClr val="000000"/>
                </a:solidFill>
                <a:bevel/>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rPr>
              <a:t>1</a:t>
            </a:r>
            <a:endParaRPr lang="zh-CN" altLang="en-US"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7893" name="矩形 42"/>
          <p:cNvSpPr>
            <a:spLocks noChangeArrowheads="1"/>
          </p:cNvSpPr>
          <p:nvPr/>
        </p:nvSpPr>
        <p:spPr bwMode="auto">
          <a:xfrm>
            <a:off x="6220885" y="1892300"/>
            <a:ext cx="670983" cy="670984"/>
          </a:xfrm>
          <a:prstGeom prst="rect">
            <a:avLst/>
          </a:prstGeom>
          <a:gradFill rotWithShape="1">
            <a:gsLst>
              <a:gs pos="0">
                <a:srgbClr val="04AEDA"/>
              </a:gs>
              <a:gs pos="79999">
                <a:srgbClr val="36B0D0"/>
              </a:gs>
              <a:gs pos="100000">
                <a:srgbClr val="33B3D5"/>
              </a:gs>
            </a:gsLst>
            <a:lin ang="16200000" scaled="1"/>
          </a:gradFill>
          <a:ln>
            <a:noFill/>
          </a:ln>
          <a:extLst>
            <a:ext uri="{91240B29-F687-4F45-9708-019B960494DF}">
              <a14:hiddenLine xmlns:a14="http://schemas.microsoft.com/office/drawing/2010/main" w="9525">
                <a:solidFill>
                  <a:srgbClr val="000000"/>
                </a:solidFill>
                <a:bevel/>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rPr>
              <a:t>2</a:t>
            </a:r>
            <a:endParaRPr lang="zh-CN" altLang="en-US"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7894" name="矩形 26"/>
          <p:cNvSpPr>
            <a:spLocks noChangeArrowheads="1"/>
          </p:cNvSpPr>
          <p:nvPr/>
        </p:nvSpPr>
        <p:spPr bwMode="auto">
          <a:xfrm>
            <a:off x="6220885" y="2755900"/>
            <a:ext cx="670983" cy="670984"/>
          </a:xfrm>
          <a:prstGeom prst="rect">
            <a:avLst/>
          </a:prstGeom>
          <a:gradFill rotWithShape="1">
            <a:gsLst>
              <a:gs pos="0">
                <a:srgbClr val="04AEDA"/>
              </a:gs>
              <a:gs pos="79999">
                <a:srgbClr val="36B0D0"/>
              </a:gs>
              <a:gs pos="100000">
                <a:srgbClr val="33B3D5"/>
              </a:gs>
            </a:gsLst>
            <a:lin ang="16200000" scaled="1"/>
          </a:gradFill>
          <a:ln>
            <a:noFill/>
          </a:ln>
          <a:extLst>
            <a:ext uri="{91240B29-F687-4F45-9708-019B960494DF}">
              <a14:hiddenLine xmlns:a14="http://schemas.microsoft.com/office/drawing/2010/main" w="9525">
                <a:solidFill>
                  <a:srgbClr val="000000"/>
                </a:solidFill>
                <a:bevel/>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rPr>
              <a:t>3</a:t>
            </a:r>
            <a:endParaRPr lang="zh-CN" altLang="en-US"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460" name="矩形 41"/>
          <p:cNvSpPr>
            <a:spLocks noChangeArrowheads="1"/>
          </p:cNvSpPr>
          <p:nvPr/>
        </p:nvSpPr>
        <p:spPr bwMode="auto">
          <a:xfrm>
            <a:off x="6220885" y="3621617"/>
            <a:ext cx="670983" cy="668867"/>
          </a:xfrm>
          <a:prstGeom prst="rect">
            <a:avLst/>
          </a:prstGeom>
          <a:gradFill rotWithShape="1">
            <a:gsLst>
              <a:gs pos="0">
                <a:srgbClr val="04AEDA"/>
              </a:gs>
              <a:gs pos="79999">
                <a:srgbClr val="36B0D0"/>
              </a:gs>
              <a:gs pos="100000">
                <a:srgbClr val="33B3D5"/>
              </a:gs>
            </a:gsLst>
            <a:lin ang="16200000" scaled="1"/>
          </a:gradFill>
          <a:ln>
            <a:noFill/>
          </a:ln>
          <a:extLst>
            <a:ext uri="{91240B29-F687-4F45-9708-019B960494DF}">
              <a14:hiddenLine xmlns:a14="http://schemas.microsoft.com/office/drawing/2010/main" w="9525">
                <a:solidFill>
                  <a:srgbClr val="000000"/>
                </a:solidFill>
                <a:bevel/>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rPr>
              <a:t>4</a:t>
            </a:r>
            <a:endParaRPr lang="zh-CN" altLang="en-US"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7896" name="矩形 3"/>
          <p:cNvSpPr>
            <a:spLocks noChangeArrowheads="1"/>
          </p:cNvSpPr>
          <p:nvPr/>
        </p:nvSpPr>
        <p:spPr bwMode="auto">
          <a:xfrm>
            <a:off x="7128934" y="1028700"/>
            <a:ext cx="3060700" cy="668867"/>
          </a:xfrm>
          <a:prstGeom prst="rect">
            <a:avLst/>
          </a:prstGeom>
          <a:gradFill rotWithShape="1">
            <a:gsLst>
              <a:gs pos="0">
                <a:srgbClr val="04AEDA"/>
              </a:gs>
              <a:gs pos="79999">
                <a:srgbClr val="36B0D0"/>
              </a:gs>
              <a:gs pos="100000">
                <a:srgbClr val="33B3D5"/>
              </a:gs>
            </a:gsLst>
            <a:lin ang="16200000" scaled="1"/>
          </a:gradFill>
          <a:ln>
            <a:noFill/>
          </a:ln>
          <a:extLst>
            <a:ext uri="{91240B29-F687-4F45-9708-019B960494DF}">
              <a14:hiddenLine xmlns:a14="http://schemas.microsoft.com/office/drawing/2010/main" w="9525">
                <a:solidFill>
                  <a:srgbClr val="000000"/>
                </a:solidFill>
                <a:bevel/>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zh-CN" altLang="en-US"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rPr>
              <a:t>为什么与是什么</a:t>
            </a:r>
            <a:endParaRPr lang="zh-CN" altLang="en-US"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7897" name="矩形 3"/>
          <p:cNvSpPr>
            <a:spLocks noChangeArrowheads="1"/>
          </p:cNvSpPr>
          <p:nvPr/>
        </p:nvSpPr>
        <p:spPr bwMode="auto">
          <a:xfrm>
            <a:off x="7128934" y="1894417"/>
            <a:ext cx="3060700" cy="668867"/>
          </a:xfrm>
          <a:prstGeom prst="rect">
            <a:avLst/>
          </a:prstGeom>
          <a:gradFill rotWithShape="1">
            <a:gsLst>
              <a:gs pos="0">
                <a:srgbClr val="04AEDA"/>
              </a:gs>
              <a:gs pos="79999">
                <a:srgbClr val="36B0D0"/>
              </a:gs>
              <a:gs pos="100000">
                <a:srgbClr val="33B3D5"/>
              </a:gs>
            </a:gsLst>
            <a:lin ang="16200000" scaled="1"/>
          </a:gradFill>
          <a:ln>
            <a:noFill/>
          </a:ln>
          <a:extLst>
            <a:ext uri="{91240B29-F687-4F45-9708-019B960494DF}">
              <a14:hiddenLine xmlns:a14="http://schemas.microsoft.com/office/drawing/2010/main" w="9525">
                <a:solidFill>
                  <a:srgbClr val="000000"/>
                </a:solidFill>
                <a:bevel/>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zh-CN" altLang="en-US"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rPr>
              <a:t>软件配置管理活动</a:t>
            </a:r>
            <a:endParaRPr lang="zh-CN" altLang="en-US"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7898" name="矩形 3"/>
          <p:cNvSpPr>
            <a:spLocks noChangeArrowheads="1"/>
          </p:cNvSpPr>
          <p:nvPr/>
        </p:nvSpPr>
        <p:spPr bwMode="auto">
          <a:xfrm>
            <a:off x="7128934" y="2758017"/>
            <a:ext cx="3060700" cy="668867"/>
          </a:xfrm>
          <a:prstGeom prst="rect">
            <a:avLst/>
          </a:prstGeom>
          <a:gradFill rotWithShape="1">
            <a:gsLst>
              <a:gs pos="0">
                <a:srgbClr val="04AEDA"/>
              </a:gs>
              <a:gs pos="79999">
                <a:srgbClr val="36B0D0"/>
              </a:gs>
              <a:gs pos="100000">
                <a:srgbClr val="33B3D5"/>
              </a:gs>
            </a:gsLst>
            <a:lin ang="16200000" scaled="1"/>
          </a:gradFill>
          <a:ln>
            <a:noFill/>
          </a:ln>
          <a:extLst>
            <a:ext uri="{91240B29-F687-4F45-9708-019B960494DF}">
              <a14:hiddenLine xmlns:a14="http://schemas.microsoft.com/office/drawing/2010/main" w="9525">
                <a:solidFill>
                  <a:srgbClr val="000000"/>
                </a:solidFill>
                <a:bevel/>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rPr>
              <a:t>SCM</a:t>
            </a:r>
            <a:r>
              <a:rPr lang="zh-CN" altLang="en-US"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rPr>
              <a:t>活动中的人员</a:t>
            </a:r>
            <a:endParaRPr lang="zh-CN" altLang="en-US"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6" name="矩形 3"/>
          <p:cNvSpPr>
            <a:spLocks noChangeArrowheads="1"/>
          </p:cNvSpPr>
          <p:nvPr/>
        </p:nvSpPr>
        <p:spPr bwMode="auto">
          <a:xfrm>
            <a:off x="7128934" y="3621617"/>
            <a:ext cx="3060700" cy="668867"/>
          </a:xfrm>
          <a:prstGeom prst="rect">
            <a:avLst/>
          </a:prstGeom>
          <a:gradFill rotWithShape="1">
            <a:gsLst>
              <a:gs pos="0">
                <a:srgbClr val="04AEDA"/>
              </a:gs>
              <a:gs pos="79999">
                <a:srgbClr val="36B0D0"/>
              </a:gs>
              <a:gs pos="100000">
                <a:srgbClr val="33B3D5"/>
              </a:gs>
            </a:gsLst>
            <a:lin ang="16200000" scaled="1"/>
          </a:gradFill>
          <a:ln>
            <a:noFill/>
          </a:ln>
          <a:extLst>
            <a:ext uri="{91240B29-F687-4F45-9708-019B960494DF}">
              <a14:hiddenLine xmlns:a14="http://schemas.microsoft.com/office/drawing/2010/main" w="9525">
                <a:solidFill>
                  <a:srgbClr val="000000"/>
                </a:solidFill>
                <a:bevel/>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zh-CN" altLang="en-US"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rPr>
              <a:t>一些陷阱</a:t>
            </a:r>
            <a:endParaRPr lang="zh-CN" altLang="en-US"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8460"/>
                                        </p:tgtEl>
                                        <p:attrNameLst>
                                          <p:attrName>style.visibility</p:attrName>
                                        </p:attrNameLst>
                                      </p:cBhvr>
                                      <p:to>
                                        <p:strVal val="visible"/>
                                      </p:to>
                                    </p:set>
                                    <p:animEffect>
                                      <p:cBhvr>
                                        <p:cTn id="7" dur="500"/>
                                        <p:tgtEl>
                                          <p:spTgt spid="18460"/>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6"/>
                                        </p:tgtEl>
                                        <p:attrNameLst>
                                          <p:attrName>style.visibility</p:attrName>
                                        </p:attrNameLst>
                                      </p:cBhvr>
                                      <p:to>
                                        <p:strVal val="visible"/>
                                      </p:to>
                                    </p:set>
                                    <p:animEffect>
                                      <p:cBhvr>
                                        <p:cTn id="11"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60" grpId="0" bldLvl="0" animBg="1" autoUpdateAnimBg="0"/>
      <p:bldP spid="46" grpId="0" bldLvl="0" animBg="1"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descr="C:\Users\iamisis\Desktop\0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2192000" cy="6860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15" name="11 Imag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19267" y="6411384"/>
            <a:ext cx="482600" cy="404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16" name="12 Imag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87617" y="6411384"/>
            <a:ext cx="480483" cy="404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7" name="14 CuadroTexto"/>
          <p:cNvSpPr>
            <a:spLocks noChangeArrowheads="1"/>
          </p:cNvSpPr>
          <p:nvPr/>
        </p:nvSpPr>
        <p:spPr bwMode="auto">
          <a:xfrm>
            <a:off x="10619317" y="6426200"/>
            <a:ext cx="35939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r>
              <a:rPr lang="zh-CN" altLang="zh-CN" sz="1600" b="1" i="1">
                <a:solidFill>
                  <a:srgbClr val="FFFFFF"/>
                </a:solidFill>
                <a:latin typeface="Calibri" panose="020F0502020204030204" pitchFamily="34" charset="0"/>
                <a:ea typeface="MS PGothic" panose="020B0600070205080204" pitchFamily="34" charset="-128"/>
                <a:sym typeface="MS PGothic" panose="020B0600070205080204" pitchFamily="34" charset="-128"/>
              </a:rPr>
              <a:t>of</a:t>
            </a:r>
            <a:endParaRPr lang="zh-CN" altLang="zh-CN" sz="1600" b="1" i="1">
              <a:solidFill>
                <a:srgbClr val="FFFFFF"/>
              </a:solidFill>
              <a:latin typeface="Calibri" panose="020F0502020204030204" pitchFamily="34" charset="0"/>
              <a:ea typeface="MS PGothic" panose="020B0600070205080204" pitchFamily="34" charset="-128"/>
              <a:sym typeface="MS PGothic" panose="020B0600070205080204" pitchFamily="34" charset="-128"/>
            </a:endParaRPr>
          </a:p>
        </p:txBody>
      </p:sp>
      <p:sp>
        <p:nvSpPr>
          <p:cNvPr id="38918" name="15 CuadroTexto"/>
          <p:cNvSpPr>
            <a:spLocks noChangeArrowheads="1"/>
          </p:cNvSpPr>
          <p:nvPr/>
        </p:nvSpPr>
        <p:spPr bwMode="auto">
          <a:xfrm>
            <a:off x="11035565" y="6426200"/>
            <a:ext cx="39305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1600" b="1">
                <a:solidFill>
                  <a:srgbClr val="FFFFFF"/>
                </a:solidFill>
                <a:latin typeface="Calibri" panose="020F0502020204030204" pitchFamily="34" charset="0"/>
                <a:sym typeface="Calibri" panose="020F0502020204030204" pitchFamily="34" charset="0"/>
              </a:rPr>
              <a:t>21</a:t>
            </a:r>
            <a:endParaRPr lang="zh-CN" altLang="zh-CN" sz="1600" b="1">
              <a:solidFill>
                <a:srgbClr val="FFFFFF"/>
              </a:solidFill>
              <a:latin typeface="Calibri" panose="020F0502020204030204" pitchFamily="34" charset="0"/>
              <a:ea typeface="MS PGothic" panose="020B0600070205080204" pitchFamily="34" charset="-128"/>
              <a:sym typeface="MS PGothic" panose="020B0600070205080204" pitchFamily="34" charset="-128"/>
            </a:endParaRPr>
          </a:p>
        </p:txBody>
      </p:sp>
      <p:pic>
        <p:nvPicPr>
          <p:cNvPr id="38919" name="Imagen 6" descr="C:\Users\Design\Documents\Edu\Product Launch\btns.png">
            <a:hlinkClick r:id="" action="ppaction://hlinkshowjump?jump=nex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521018" y="6493933"/>
            <a:ext cx="234949" cy="237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20" name="Imagen 6" descr="C:\Users\Design\Documents\Edu\Product Launch\btns.png">
            <a:hlinkClick r:id="" action="ppaction://hlinkshowjump?jump=previousslid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8118" y="6493933"/>
            <a:ext cx="234949" cy="237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21" name="4 CuadroTexto"/>
          <p:cNvSpPr>
            <a:spLocks noChangeArrowheads="1"/>
          </p:cNvSpPr>
          <p:nvPr/>
        </p:nvSpPr>
        <p:spPr bwMode="auto">
          <a:xfrm>
            <a:off x="5166901" y="6421967"/>
            <a:ext cx="185820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zh-CN" altLang="zh-CN" sz="1600" b="1">
                <a:solidFill>
                  <a:srgbClr val="FFFFFF"/>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z="1600" b="1">
                <a:solidFill>
                  <a:srgbClr val="FFFFFF"/>
                </a:solidFill>
                <a:latin typeface="微软雅黑" panose="020B0503020204020204" pitchFamily="34" charset="-122"/>
                <a:ea typeface="微软雅黑" panose="020B0503020204020204" pitchFamily="34" charset="-122"/>
                <a:sym typeface="宋体" panose="02010600030101010101" pitchFamily="2" charset="-122"/>
              </a:rPr>
              <a:t>软件配置管理</a:t>
            </a:r>
            <a:endParaRPr lang="zh-CN" altLang="zh-CN" sz="1600" b="1">
              <a:solidFill>
                <a:srgbClr val="FFFFFF"/>
              </a:solidFill>
              <a:latin typeface="微软雅黑" panose="020B0503020204020204" pitchFamily="34" charset="-122"/>
              <a:ea typeface="微软雅黑" panose="020B0503020204020204" pitchFamily="34" charset="-122"/>
              <a:sym typeface="MS PGothic" panose="020B0600070205080204" pitchFamily="34" charset="-128"/>
            </a:endParaRPr>
          </a:p>
        </p:txBody>
      </p:sp>
      <p:sp>
        <p:nvSpPr>
          <p:cNvPr id="38922" name="13 CuadroTexto"/>
          <p:cNvSpPr>
            <a:spLocks noChangeArrowheads="1"/>
          </p:cNvSpPr>
          <p:nvPr/>
        </p:nvSpPr>
        <p:spPr bwMode="auto">
          <a:xfrm>
            <a:off x="10253457" y="6430434"/>
            <a:ext cx="39305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1600" b="1">
                <a:solidFill>
                  <a:srgbClr val="04AEDA"/>
                </a:solidFill>
                <a:latin typeface="Calibri" panose="020F0502020204030204" pitchFamily="34" charset="0"/>
                <a:sym typeface="Calibri" panose="020F0502020204030204" pitchFamily="34" charset="0"/>
              </a:rPr>
              <a:t>20</a:t>
            </a:r>
            <a:endParaRPr lang="zh-CN" altLang="en-US" sz="1600" b="1">
              <a:solidFill>
                <a:srgbClr val="04AEDA"/>
              </a:solidFill>
              <a:latin typeface="Calibri" panose="020F0502020204030204" pitchFamily="34" charset="0"/>
              <a:ea typeface="MS PGothic" panose="020B0600070205080204" pitchFamily="34" charset="-128"/>
              <a:sym typeface="MS PGothic" panose="020B0600070205080204" pitchFamily="34" charset="-128"/>
            </a:endParaRPr>
          </a:p>
        </p:txBody>
      </p:sp>
      <p:sp>
        <p:nvSpPr>
          <p:cNvPr id="38923" name="直接连接符 9"/>
          <p:cNvSpPr>
            <a:spLocks noChangeShapeType="1"/>
          </p:cNvSpPr>
          <p:nvPr/>
        </p:nvSpPr>
        <p:spPr bwMode="auto">
          <a:xfrm flipH="1">
            <a:off x="285751" y="749300"/>
            <a:ext cx="4129616" cy="0"/>
          </a:xfrm>
          <a:prstGeom prst="line">
            <a:avLst/>
          </a:prstGeom>
          <a:noFill/>
          <a:ln w="9525">
            <a:solidFill>
              <a:srgbClr val="00B0F0"/>
            </a:solidFill>
            <a:bevel/>
          </a:ln>
          <a:extLst>
            <a:ext uri="{909E8E84-426E-40DD-AFC4-6F175D3DCCD1}">
              <a14:hiddenFill xmlns:a14="http://schemas.microsoft.com/office/drawing/2010/main">
                <a:noFill/>
              </a14:hiddenFill>
            </a:ext>
          </a:extLst>
        </p:spPr>
        <p:txBody>
          <a:bodyPr/>
          <a:lstStyle/>
          <a:p>
            <a:pPr defTabSz="1219200" eaLnBrk="0" fontAlgn="base" hangingPunct="0">
              <a:spcBef>
                <a:spcPct val="0"/>
              </a:spcBef>
              <a:spcAft>
                <a:spcPct val="0"/>
              </a:spcAft>
            </a:pPr>
            <a:endParaRPr lang="zh-CN" altLang="en-US" sz="2400">
              <a:solidFill>
                <a:srgbClr val="000000"/>
              </a:solidFill>
              <a:latin typeface="Arial" panose="020B0604020202020204" pitchFamily="34" charset="0"/>
              <a:ea typeface="宋体" panose="02010600030101010101" pitchFamily="2" charset="-122"/>
            </a:endParaRPr>
          </a:p>
        </p:txBody>
      </p:sp>
      <p:sp>
        <p:nvSpPr>
          <p:cNvPr id="38924" name="Rectangle 7"/>
          <p:cNvSpPr>
            <a:spLocks noChangeArrowheads="1"/>
          </p:cNvSpPr>
          <p:nvPr/>
        </p:nvSpPr>
        <p:spPr bwMode="auto">
          <a:xfrm>
            <a:off x="0" y="698500"/>
            <a:ext cx="287867" cy="95251"/>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endParaRPr lang="zh-CN" altLang="zh-CN" sz="2400">
              <a:solidFill>
                <a:srgbClr val="000000"/>
              </a:solidFill>
              <a:latin typeface="Calibri" panose="020F0502020204030204" pitchFamily="34" charset="0"/>
              <a:sym typeface="宋体" panose="02010600030101010101" pitchFamily="2" charset="-122"/>
            </a:endParaRPr>
          </a:p>
        </p:txBody>
      </p:sp>
      <p:sp>
        <p:nvSpPr>
          <p:cNvPr id="38925" name="TextBox 5"/>
          <p:cNvSpPr>
            <a:spLocks noChangeArrowheads="1"/>
          </p:cNvSpPr>
          <p:nvPr/>
        </p:nvSpPr>
        <p:spPr bwMode="auto">
          <a:xfrm>
            <a:off x="529167" y="226485"/>
            <a:ext cx="4387851" cy="52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lnSpc>
                <a:spcPts val="3415"/>
              </a:lnSpc>
              <a:spcBef>
                <a:spcPct val="0"/>
              </a:spcBef>
              <a:spcAft>
                <a:spcPct val="0"/>
              </a:spcAft>
            </a:pPr>
            <a:r>
              <a:rPr lang="zh-CN" altLang="en-US" sz="2665">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软件配置管理：一些陷阱</a:t>
            </a:r>
            <a:endParaRPr lang="zh-CN" altLang="en-US" sz="2665">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 name="内容占位符 2"/>
          <p:cNvSpPr txBox="1">
            <a:spLocks noChangeArrowheads="1"/>
          </p:cNvSpPr>
          <p:nvPr/>
        </p:nvSpPr>
        <p:spPr bwMode="auto">
          <a:xfrm>
            <a:off x="1172633" y="952500"/>
            <a:ext cx="9025467" cy="5259917"/>
          </a:xfrm>
          <a:prstGeom prst="rect">
            <a:avLst/>
          </a:prstGeom>
          <a:noFill/>
          <a:ln>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defTabSz="1219200" eaLnBrk="1" hangingPunct="1">
              <a:buFont typeface="+mj-lt"/>
              <a:buAutoNum type="arabicPeriod"/>
              <a:defRPr/>
            </a:pPr>
            <a:r>
              <a:rPr lang="zh-CN" altLang="en-US" sz="2135" dirty="0">
                <a:solidFill>
                  <a:srgbClr val="03AEDA"/>
                </a:solidFill>
                <a:latin typeface="微软雅黑" panose="020B0503020204020204" pitchFamily="34" charset="-122"/>
                <a:ea typeface="微软雅黑" panose="020B0503020204020204" pitchFamily="34" charset="-122"/>
              </a:rPr>
              <a:t>银弹（</a:t>
            </a:r>
            <a:r>
              <a:rPr lang="en-US" altLang="zh-CN" sz="2135" dirty="0">
                <a:solidFill>
                  <a:srgbClr val="03AEDA"/>
                </a:solidFill>
                <a:latin typeface="微软雅黑" panose="020B0503020204020204" pitchFamily="34" charset="-122"/>
                <a:ea typeface="微软雅黑" panose="020B0503020204020204" pitchFamily="34" charset="-122"/>
              </a:rPr>
              <a:t>Silver Bullet</a:t>
            </a:r>
            <a:r>
              <a:rPr lang="zh-CN" altLang="en-US" sz="2135" dirty="0">
                <a:solidFill>
                  <a:srgbClr val="03AEDA"/>
                </a:solidFill>
                <a:latin typeface="微软雅黑" panose="020B0503020204020204" pitchFamily="34" charset="-122"/>
                <a:ea typeface="微软雅黑" panose="020B0503020204020204" pitchFamily="34" charset="-122"/>
              </a:rPr>
              <a:t>）</a:t>
            </a:r>
            <a:r>
              <a:rPr lang="en-US" altLang="zh-CN" sz="2135" dirty="0">
                <a:solidFill>
                  <a:srgbClr val="000000"/>
                </a:solidFill>
                <a:latin typeface="微软雅黑" panose="020B0503020204020204" pitchFamily="34" charset="-122"/>
                <a:ea typeface="微软雅黑" panose="020B0503020204020204" pitchFamily="34" charset="-122"/>
              </a:rPr>
              <a:t>——</a:t>
            </a:r>
            <a:r>
              <a:rPr lang="zh-CN" altLang="en-US" sz="2135" dirty="0">
                <a:solidFill>
                  <a:srgbClr val="000000"/>
                </a:solidFill>
                <a:latin typeface="微软雅黑" panose="020B0503020204020204" pitchFamily="34" charset="-122"/>
                <a:ea typeface="微软雅黑" panose="020B0503020204020204" pitchFamily="34" charset="-122"/>
              </a:rPr>
              <a:t>认为一个工具能够解决所有配置管理问题的错误信念。</a:t>
            </a:r>
            <a:endParaRPr lang="zh-CN" altLang="en-US" sz="2135" dirty="0">
              <a:solidFill>
                <a:srgbClr val="000000"/>
              </a:solidFill>
              <a:latin typeface="微软雅黑" panose="020B0503020204020204" pitchFamily="34" charset="-122"/>
              <a:ea typeface="微软雅黑" panose="020B0503020204020204" pitchFamily="34" charset="-122"/>
            </a:endParaRPr>
          </a:p>
          <a:p>
            <a:pPr marL="457200" indent="-457200" defTabSz="1219200" eaLnBrk="1" hangingPunct="1">
              <a:buFont typeface="+mj-lt"/>
              <a:buAutoNum type="arabicPeriod"/>
              <a:defRPr/>
            </a:pPr>
            <a:r>
              <a:rPr lang="en-US" altLang="zh-CN" sz="2135" dirty="0">
                <a:solidFill>
                  <a:srgbClr val="03AEDA"/>
                </a:solidFill>
                <a:latin typeface="微软雅黑" panose="020B0503020204020204" pitchFamily="34" charset="-122"/>
                <a:ea typeface="微软雅黑" panose="020B0503020204020204" pitchFamily="34" charset="-122"/>
              </a:rPr>
              <a:t>CM</a:t>
            </a:r>
            <a:r>
              <a:rPr lang="zh-CN" altLang="en-US" sz="2135" dirty="0">
                <a:solidFill>
                  <a:srgbClr val="03AEDA"/>
                </a:solidFill>
                <a:latin typeface="微软雅黑" panose="020B0503020204020204" pitchFamily="34" charset="-122"/>
                <a:ea typeface="微软雅黑" panose="020B0503020204020204" pitchFamily="34" charset="-122"/>
              </a:rPr>
              <a:t>接管（</a:t>
            </a:r>
            <a:r>
              <a:rPr lang="en-US" altLang="zh-CN" sz="2135" dirty="0">
                <a:solidFill>
                  <a:srgbClr val="03AEDA"/>
                </a:solidFill>
                <a:latin typeface="微软雅黑" panose="020B0503020204020204" pitchFamily="34" charset="-122"/>
                <a:ea typeface="微软雅黑" panose="020B0503020204020204" pitchFamily="34" charset="-122"/>
              </a:rPr>
              <a:t>CM Takeover</a:t>
            </a:r>
            <a:r>
              <a:rPr lang="zh-CN" altLang="en-US" sz="2135" dirty="0">
                <a:solidFill>
                  <a:srgbClr val="03AEDA"/>
                </a:solidFill>
                <a:latin typeface="微软雅黑" panose="020B0503020204020204" pitchFamily="34" charset="-122"/>
                <a:ea typeface="微软雅黑" panose="020B0503020204020204" pitchFamily="34" charset="-122"/>
              </a:rPr>
              <a:t>）</a:t>
            </a:r>
            <a:r>
              <a:rPr lang="en-US" altLang="zh-CN" sz="2135" dirty="0">
                <a:solidFill>
                  <a:srgbClr val="000000"/>
                </a:solidFill>
                <a:latin typeface="微软雅黑" panose="020B0503020204020204" pitchFamily="34" charset="-122"/>
                <a:ea typeface="微软雅黑" panose="020B0503020204020204" pitchFamily="34" charset="-122"/>
              </a:rPr>
              <a:t>——</a:t>
            </a:r>
            <a:r>
              <a:rPr lang="zh-CN" altLang="en-US" sz="2135" dirty="0">
                <a:solidFill>
                  <a:srgbClr val="000000"/>
                </a:solidFill>
                <a:latin typeface="微软雅黑" panose="020B0503020204020204" pitchFamily="34" charset="-122"/>
                <a:ea typeface="微软雅黑" panose="020B0503020204020204" pitchFamily="34" charset="-122"/>
              </a:rPr>
              <a:t>配置管理变成一个支配一切的任务，一个怪圈。</a:t>
            </a:r>
            <a:endParaRPr lang="zh-CN" altLang="en-US" sz="2135" dirty="0">
              <a:solidFill>
                <a:srgbClr val="000000"/>
              </a:solidFill>
              <a:latin typeface="微软雅黑" panose="020B0503020204020204" pitchFamily="34" charset="-122"/>
              <a:ea typeface="微软雅黑" panose="020B0503020204020204" pitchFamily="34" charset="-122"/>
            </a:endParaRPr>
          </a:p>
          <a:p>
            <a:pPr marL="457200" indent="-457200" defTabSz="1219200" eaLnBrk="1" hangingPunct="1">
              <a:buFont typeface="+mj-lt"/>
              <a:buAutoNum type="arabicPeriod"/>
              <a:defRPr/>
            </a:pPr>
            <a:r>
              <a:rPr lang="zh-CN" altLang="en-US" sz="2135" dirty="0">
                <a:solidFill>
                  <a:srgbClr val="03AEDA"/>
                </a:solidFill>
                <a:latin typeface="微软雅黑" panose="020B0503020204020204" pitchFamily="34" charset="-122"/>
                <a:ea typeface="微软雅黑" panose="020B0503020204020204" pitchFamily="34" charset="-122"/>
              </a:rPr>
              <a:t>开发者软件配置管理</a:t>
            </a:r>
            <a:r>
              <a:rPr lang="en-US" altLang="zh-CN" sz="2135" dirty="0">
                <a:solidFill>
                  <a:srgbClr val="000000"/>
                </a:solidFill>
                <a:latin typeface="微软雅黑" panose="020B0503020204020204" pitchFamily="34" charset="-122"/>
                <a:ea typeface="微软雅黑" panose="020B0503020204020204" pitchFamily="34" charset="-122"/>
              </a:rPr>
              <a:t>——</a:t>
            </a:r>
            <a:r>
              <a:rPr lang="zh-CN" altLang="en-US" sz="2135" dirty="0">
                <a:solidFill>
                  <a:srgbClr val="000000"/>
                </a:solidFill>
                <a:latin typeface="微软雅黑" panose="020B0503020204020204" pitchFamily="34" charset="-122"/>
                <a:ea typeface="微软雅黑" panose="020B0503020204020204" pitchFamily="34" charset="-122"/>
              </a:rPr>
              <a:t>软件配置管理让开发团队而非独立的配置管理组织进行配置管理。</a:t>
            </a:r>
            <a:endParaRPr lang="zh-CN" altLang="en-US" sz="2135" dirty="0">
              <a:solidFill>
                <a:srgbClr val="000000"/>
              </a:solidFill>
              <a:latin typeface="微软雅黑" panose="020B0503020204020204" pitchFamily="34" charset="-122"/>
              <a:ea typeface="微软雅黑" panose="020B0503020204020204" pitchFamily="34" charset="-122"/>
            </a:endParaRPr>
          </a:p>
          <a:p>
            <a:pPr marL="457200" indent="-457200" defTabSz="1219200" eaLnBrk="1" hangingPunct="1">
              <a:buFont typeface="+mj-lt"/>
              <a:buAutoNum type="arabicPeriod"/>
              <a:defRPr/>
            </a:pPr>
            <a:r>
              <a:rPr lang="zh-CN" altLang="en-US" sz="2135" dirty="0">
                <a:solidFill>
                  <a:srgbClr val="03AEDA"/>
                </a:solidFill>
                <a:latin typeface="微软雅黑" panose="020B0503020204020204" pitchFamily="34" charset="-122"/>
                <a:ea typeface="微软雅黑" panose="020B0503020204020204" pitchFamily="34" charset="-122"/>
              </a:rPr>
              <a:t>分散配置管理</a:t>
            </a:r>
            <a:r>
              <a:rPr lang="en-US" altLang="zh-CN" sz="2135" dirty="0">
                <a:solidFill>
                  <a:srgbClr val="000000"/>
                </a:solidFill>
                <a:latin typeface="微软雅黑" panose="020B0503020204020204" pitchFamily="34" charset="-122"/>
                <a:ea typeface="微软雅黑" panose="020B0503020204020204" pitchFamily="34" charset="-122"/>
              </a:rPr>
              <a:t>——</a:t>
            </a:r>
            <a:r>
              <a:rPr lang="zh-CN" altLang="en-US" sz="2135" dirty="0">
                <a:solidFill>
                  <a:srgbClr val="000000"/>
                </a:solidFill>
                <a:latin typeface="微软雅黑" panose="020B0503020204020204" pitchFamily="34" charset="-122"/>
                <a:ea typeface="微软雅黑" panose="020B0503020204020204" pitchFamily="34" charset="-122"/>
              </a:rPr>
              <a:t>了解开发和配置管理中的集中库的价值。</a:t>
            </a:r>
            <a:endParaRPr lang="zh-CN" altLang="en-US" sz="2135" dirty="0">
              <a:solidFill>
                <a:srgbClr val="000000"/>
              </a:solidFill>
              <a:latin typeface="微软雅黑" panose="020B0503020204020204" pitchFamily="34" charset="-122"/>
              <a:ea typeface="微软雅黑" panose="020B0503020204020204" pitchFamily="34" charset="-122"/>
            </a:endParaRPr>
          </a:p>
          <a:p>
            <a:pPr marL="457200" indent="-457200" defTabSz="1219200" eaLnBrk="1" hangingPunct="1">
              <a:buFont typeface="+mj-lt"/>
              <a:buAutoNum type="arabicPeriod"/>
              <a:defRPr/>
            </a:pPr>
            <a:r>
              <a:rPr lang="zh-CN" altLang="en-US" sz="2135" dirty="0">
                <a:solidFill>
                  <a:srgbClr val="03AEDA"/>
                </a:solidFill>
                <a:latin typeface="微软雅黑" panose="020B0503020204020204" pitchFamily="34" charset="-122"/>
                <a:ea typeface="微软雅黑" panose="020B0503020204020204" pitchFamily="34" charset="-122"/>
              </a:rPr>
              <a:t>审计失败</a:t>
            </a:r>
            <a:r>
              <a:rPr lang="en-US" altLang="zh-CN" sz="2135" dirty="0">
                <a:solidFill>
                  <a:srgbClr val="000000"/>
                </a:solidFill>
                <a:latin typeface="微软雅黑" panose="020B0503020204020204" pitchFamily="34" charset="-122"/>
                <a:ea typeface="微软雅黑" panose="020B0503020204020204" pitchFamily="34" charset="-122"/>
              </a:rPr>
              <a:t>——</a:t>
            </a:r>
            <a:r>
              <a:rPr lang="zh-CN" altLang="en-US" sz="2135" dirty="0">
                <a:solidFill>
                  <a:srgbClr val="000000"/>
                </a:solidFill>
                <a:latin typeface="微软雅黑" panose="020B0503020204020204" pitchFamily="34" charset="-122"/>
                <a:ea typeface="微软雅黑" panose="020B0503020204020204" pitchFamily="34" charset="-122"/>
              </a:rPr>
              <a:t>团队没有实现配置管理的一个基本方面，进行配置审计。</a:t>
            </a:r>
            <a:endParaRPr lang="zh-CN" altLang="en-US" sz="2135" dirty="0">
              <a:solidFill>
                <a:srgbClr val="000000"/>
              </a:solidFill>
              <a:latin typeface="微软雅黑" panose="020B0503020204020204" pitchFamily="34" charset="-122"/>
              <a:ea typeface="微软雅黑" panose="020B0503020204020204" pitchFamily="34" charset="-122"/>
            </a:endParaRPr>
          </a:p>
          <a:p>
            <a:pPr marL="457200" indent="-457200" defTabSz="1219200" eaLnBrk="1" hangingPunct="1">
              <a:buFont typeface="+mj-lt"/>
              <a:buAutoNum type="arabicPeriod"/>
              <a:defRPr/>
            </a:pPr>
            <a:r>
              <a:rPr lang="zh-CN" altLang="en-US" sz="2135" dirty="0">
                <a:solidFill>
                  <a:srgbClr val="03AEDA"/>
                </a:solidFill>
                <a:latin typeface="微软雅黑" panose="020B0503020204020204" pitchFamily="34" charset="-122"/>
                <a:ea typeface="微软雅黑" panose="020B0503020204020204" pitchFamily="34" charset="-122"/>
              </a:rPr>
              <a:t>面向对象配置管理</a:t>
            </a:r>
            <a:r>
              <a:rPr lang="en-US" altLang="zh-CN" sz="2135" dirty="0">
                <a:solidFill>
                  <a:srgbClr val="000000"/>
                </a:solidFill>
                <a:latin typeface="微软雅黑" panose="020B0503020204020204" pitchFamily="34" charset="-122"/>
                <a:ea typeface="微软雅黑" panose="020B0503020204020204" pitchFamily="34" charset="-122"/>
              </a:rPr>
              <a:t>——</a:t>
            </a:r>
            <a:r>
              <a:rPr lang="zh-CN" altLang="en-US" sz="2135" dirty="0">
                <a:solidFill>
                  <a:srgbClr val="000000"/>
                </a:solidFill>
                <a:latin typeface="微软雅黑" panose="020B0503020204020204" pitchFamily="34" charset="-122"/>
                <a:ea typeface="微软雅黑" panose="020B0503020204020204" pitchFamily="34" charset="-122"/>
              </a:rPr>
              <a:t>对面向对象项目的配置管理的评论，面向对象开发引入了不同层次的粒度和不同程度的复杂性。</a:t>
            </a:r>
            <a:endParaRPr lang="zh-CN" altLang="en-US" sz="2135" dirty="0">
              <a:solidFill>
                <a:srgbClr val="000000"/>
              </a:solidFill>
              <a:latin typeface="微软雅黑" panose="020B0503020204020204" pitchFamily="34" charset="-122"/>
              <a:ea typeface="微软雅黑" panose="020B0503020204020204" pitchFamily="34" charset="-122"/>
            </a:endParaRPr>
          </a:p>
          <a:p>
            <a:pPr marL="457200" indent="-457200" defTabSz="1219200" eaLnBrk="1" hangingPunct="1">
              <a:buFont typeface="+mj-lt"/>
              <a:buAutoNum type="arabicPeriod"/>
              <a:defRPr/>
            </a:pPr>
            <a:r>
              <a:rPr lang="zh-CN" altLang="en-US" sz="2135" dirty="0">
                <a:solidFill>
                  <a:srgbClr val="03AEDA"/>
                </a:solidFill>
                <a:latin typeface="微软雅黑" panose="020B0503020204020204" pitchFamily="34" charset="-122"/>
                <a:ea typeface="微软雅黑" panose="020B0503020204020204" pitchFamily="34" charset="-122"/>
              </a:rPr>
              <a:t>软件配置管理专家</a:t>
            </a:r>
            <a:r>
              <a:rPr lang="en-US" altLang="zh-CN" sz="2135" dirty="0">
                <a:solidFill>
                  <a:srgbClr val="000000"/>
                </a:solidFill>
                <a:latin typeface="微软雅黑" panose="020B0503020204020204" pitchFamily="34" charset="-122"/>
                <a:ea typeface="微软雅黑" panose="020B0503020204020204" pitchFamily="34" charset="-122"/>
              </a:rPr>
              <a:t>——</a:t>
            </a:r>
            <a:r>
              <a:rPr lang="zh-CN" altLang="en-US" sz="2135" dirty="0">
                <a:solidFill>
                  <a:srgbClr val="000000"/>
                </a:solidFill>
                <a:latin typeface="微软雅黑" panose="020B0503020204020204" pitchFamily="34" charset="-122"/>
                <a:ea typeface="微软雅黑" panose="020B0503020204020204" pitchFamily="34" charset="-122"/>
              </a:rPr>
              <a:t>将软件配置管理的职责赋予那些没有资格却不自知的人员。</a:t>
            </a:r>
            <a:endParaRPr lang="zh-CN" altLang="en-US" sz="2135" dirty="0">
              <a:solidFill>
                <a:srgbClr val="000000"/>
              </a:solidFill>
              <a:latin typeface="微软雅黑" panose="020B0503020204020204" pitchFamily="34" charset="-122"/>
              <a:ea typeface="微软雅黑" panose="020B0503020204020204" pitchFamily="34" charset="-122"/>
            </a:endParaRPr>
          </a:p>
          <a:p>
            <a:pPr marL="457200" indent="-457200" defTabSz="1219200" eaLnBrk="1" hangingPunct="1">
              <a:buFont typeface="+mj-lt"/>
              <a:buAutoNum type="arabicPeriod"/>
              <a:defRPr/>
            </a:pPr>
            <a:r>
              <a:rPr lang="zh-CN" altLang="en-US" sz="2135" dirty="0">
                <a:solidFill>
                  <a:srgbClr val="03AEDA"/>
                </a:solidFill>
                <a:latin typeface="微软雅黑" panose="020B0503020204020204" pitchFamily="34" charset="-122"/>
                <a:ea typeface="微软雅黑" panose="020B0503020204020204" pitchFamily="34" charset="-122"/>
              </a:rPr>
              <a:t>检查式计划</a:t>
            </a:r>
            <a:r>
              <a:rPr lang="en-US" altLang="zh-CN" sz="2135" dirty="0">
                <a:solidFill>
                  <a:srgbClr val="000000"/>
                </a:solidFill>
                <a:latin typeface="微软雅黑" panose="020B0503020204020204" pitchFamily="34" charset="-122"/>
                <a:ea typeface="微软雅黑" panose="020B0503020204020204" pitchFamily="34" charset="-122"/>
              </a:rPr>
              <a:t>——</a:t>
            </a:r>
            <a:r>
              <a:rPr lang="zh-CN" altLang="en-US" sz="2135" dirty="0">
                <a:solidFill>
                  <a:srgbClr val="000000"/>
                </a:solidFill>
                <a:latin typeface="微软雅黑" panose="020B0503020204020204" pitchFamily="34" charset="-122"/>
                <a:ea typeface="微软雅黑" panose="020B0503020204020204" pitchFamily="34" charset="-122"/>
              </a:rPr>
              <a:t>计划的重要性，完成配置管理工作以及违反计划的后果。</a:t>
            </a:r>
            <a:endParaRPr lang="zh-CN" altLang="en-US" sz="2135" dirty="0">
              <a:solidFill>
                <a:srgbClr val="000000"/>
              </a:solidFill>
              <a:latin typeface="微软雅黑" panose="020B0503020204020204" pitchFamily="34" charset="-122"/>
              <a:ea typeface="微软雅黑" panose="020B0503020204020204" pitchFamily="34" charset="-122"/>
            </a:endParaRPr>
          </a:p>
          <a:p>
            <a:pPr marL="609600" indent="-609600" defTabSz="1219200" eaLnBrk="1" hangingPunct="1">
              <a:buFont typeface="+mj-lt"/>
              <a:buAutoNum type="arabicPeriod"/>
              <a:defRPr/>
            </a:pPr>
            <a:endParaRPr lang="zh-CN" altLang="en-US" sz="2135"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p:cBhvr>
                                        <p:cTn id="7" dur="500"/>
                                        <p:tgtEl>
                                          <p:spTgt spid="18">
                                            <p:txEl>
                                              <p:pRg st="0" end="0"/>
                                            </p:txEl>
                                          </p:spTgt>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18">
                                            <p:txEl>
                                              <p:pRg st="1" end="1"/>
                                            </p:txEl>
                                          </p:spTgt>
                                        </p:tgtEl>
                                        <p:attrNameLst>
                                          <p:attrName>style.visibility</p:attrName>
                                        </p:attrNameLst>
                                      </p:cBhvr>
                                      <p:to>
                                        <p:strVal val="visible"/>
                                      </p:to>
                                    </p:set>
                                    <p:animEffect>
                                      <p:cBhvr>
                                        <p:cTn id="10" dur="500"/>
                                        <p:tgtEl>
                                          <p:spTgt spid="18">
                                            <p:txEl>
                                              <p:pRg st="1" end="1"/>
                                            </p:txEl>
                                          </p:spTgt>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18">
                                            <p:txEl>
                                              <p:pRg st="2" end="2"/>
                                            </p:txEl>
                                          </p:spTgt>
                                        </p:tgtEl>
                                        <p:attrNameLst>
                                          <p:attrName>style.visibility</p:attrName>
                                        </p:attrNameLst>
                                      </p:cBhvr>
                                      <p:to>
                                        <p:strVal val="visible"/>
                                      </p:to>
                                    </p:set>
                                    <p:animEffect>
                                      <p:cBhvr>
                                        <p:cTn id="13" dur="500"/>
                                        <p:tgtEl>
                                          <p:spTgt spid="18">
                                            <p:txEl>
                                              <p:pRg st="2" end="2"/>
                                            </p:txEl>
                                          </p:spTgt>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18">
                                            <p:txEl>
                                              <p:pRg st="3" end="3"/>
                                            </p:txEl>
                                          </p:spTgt>
                                        </p:tgtEl>
                                        <p:attrNameLst>
                                          <p:attrName>style.visibility</p:attrName>
                                        </p:attrNameLst>
                                      </p:cBhvr>
                                      <p:to>
                                        <p:strVal val="visible"/>
                                      </p:to>
                                    </p:set>
                                    <p:animEffect>
                                      <p:cBhvr>
                                        <p:cTn id="16" dur="500"/>
                                        <p:tgtEl>
                                          <p:spTgt spid="18">
                                            <p:txEl>
                                              <p:pRg st="3" end="3"/>
                                            </p:txEl>
                                          </p:spTgt>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18">
                                            <p:txEl>
                                              <p:pRg st="4" end="4"/>
                                            </p:txEl>
                                          </p:spTgt>
                                        </p:tgtEl>
                                        <p:attrNameLst>
                                          <p:attrName>style.visibility</p:attrName>
                                        </p:attrNameLst>
                                      </p:cBhvr>
                                      <p:to>
                                        <p:strVal val="visible"/>
                                      </p:to>
                                    </p:set>
                                    <p:animEffect>
                                      <p:cBhvr>
                                        <p:cTn id="19" dur="500"/>
                                        <p:tgtEl>
                                          <p:spTgt spid="18">
                                            <p:txEl>
                                              <p:pRg st="4" end="4"/>
                                            </p:txEl>
                                          </p:spTgt>
                                        </p:tgtEl>
                                      </p:cBhvr>
                                    </p:animEffect>
                                  </p:childTnLst>
                                </p:cTn>
                              </p:par>
                              <p:par>
                                <p:cTn id="20" presetID="14" presetClass="entr" presetSubtype="10" fill="hold" grpId="0" nodeType="withEffect">
                                  <p:stCondLst>
                                    <p:cond delay="0"/>
                                  </p:stCondLst>
                                  <p:childTnLst>
                                    <p:set>
                                      <p:cBhvr>
                                        <p:cTn id="21" dur="1" fill="hold">
                                          <p:stCondLst>
                                            <p:cond delay="0"/>
                                          </p:stCondLst>
                                        </p:cTn>
                                        <p:tgtEl>
                                          <p:spTgt spid="18">
                                            <p:txEl>
                                              <p:pRg st="5" end="5"/>
                                            </p:txEl>
                                          </p:spTgt>
                                        </p:tgtEl>
                                        <p:attrNameLst>
                                          <p:attrName>style.visibility</p:attrName>
                                        </p:attrNameLst>
                                      </p:cBhvr>
                                      <p:to>
                                        <p:strVal val="visible"/>
                                      </p:to>
                                    </p:set>
                                    <p:animEffect>
                                      <p:cBhvr>
                                        <p:cTn id="22" dur="500"/>
                                        <p:tgtEl>
                                          <p:spTgt spid="18">
                                            <p:txEl>
                                              <p:pRg st="5" end="5"/>
                                            </p:txEl>
                                          </p:spTgt>
                                        </p:tgtEl>
                                      </p:cBhvr>
                                    </p:animEffect>
                                  </p:childTnLst>
                                </p:cTn>
                              </p:par>
                              <p:par>
                                <p:cTn id="23" presetID="14" presetClass="entr" presetSubtype="10" fill="hold" grpId="0" nodeType="withEffect">
                                  <p:stCondLst>
                                    <p:cond delay="0"/>
                                  </p:stCondLst>
                                  <p:childTnLst>
                                    <p:set>
                                      <p:cBhvr>
                                        <p:cTn id="24" dur="1" fill="hold">
                                          <p:stCondLst>
                                            <p:cond delay="0"/>
                                          </p:stCondLst>
                                        </p:cTn>
                                        <p:tgtEl>
                                          <p:spTgt spid="18">
                                            <p:txEl>
                                              <p:pRg st="6" end="6"/>
                                            </p:txEl>
                                          </p:spTgt>
                                        </p:tgtEl>
                                        <p:attrNameLst>
                                          <p:attrName>style.visibility</p:attrName>
                                        </p:attrNameLst>
                                      </p:cBhvr>
                                      <p:to>
                                        <p:strVal val="visible"/>
                                      </p:to>
                                    </p:set>
                                    <p:animEffect>
                                      <p:cBhvr>
                                        <p:cTn id="25" dur="500"/>
                                        <p:tgtEl>
                                          <p:spTgt spid="18">
                                            <p:txEl>
                                              <p:pRg st="6" end="6"/>
                                            </p:txEl>
                                          </p:spTgt>
                                        </p:tgtEl>
                                      </p:cBhvr>
                                    </p:animEffect>
                                  </p:childTnLst>
                                </p:cTn>
                              </p:par>
                              <p:par>
                                <p:cTn id="26" presetID="14" presetClass="entr" presetSubtype="10" fill="hold" grpId="0" nodeType="withEffect">
                                  <p:stCondLst>
                                    <p:cond delay="0"/>
                                  </p:stCondLst>
                                  <p:childTnLst>
                                    <p:set>
                                      <p:cBhvr>
                                        <p:cTn id="27" dur="1" fill="hold">
                                          <p:stCondLst>
                                            <p:cond delay="0"/>
                                          </p:stCondLst>
                                        </p:cTn>
                                        <p:tgtEl>
                                          <p:spTgt spid="18">
                                            <p:txEl>
                                              <p:pRg st="7" end="7"/>
                                            </p:txEl>
                                          </p:spTgt>
                                        </p:tgtEl>
                                        <p:attrNameLst>
                                          <p:attrName>style.visibility</p:attrName>
                                        </p:attrNameLst>
                                      </p:cBhvr>
                                      <p:to>
                                        <p:strVal val="visible"/>
                                      </p:to>
                                    </p:set>
                                    <p:animEffect>
                                      <p:cBhvr>
                                        <p:cTn id="28" dur="500"/>
                                        <p:tgtEl>
                                          <p:spTgt spid="1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autoUpdateAnimBg="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descr="C:\Users\iamisis\Desktop\0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2192000" cy="6860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39" name="Picture 9" descr="C:\Users\iamisis\Desktop\MetroStation_2.0_XiaZaiBa\metrostation_by_yankoa-d312tty\PNG\Navigation\blue\MB_0014_world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8217" y="1866900"/>
            <a:ext cx="3251200" cy="325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0" name="矩形 3"/>
          <p:cNvSpPr>
            <a:spLocks noChangeArrowheads="1"/>
          </p:cNvSpPr>
          <p:nvPr/>
        </p:nvSpPr>
        <p:spPr bwMode="auto">
          <a:xfrm>
            <a:off x="6220885" y="1028700"/>
            <a:ext cx="670983" cy="668867"/>
          </a:xfrm>
          <a:prstGeom prst="rect">
            <a:avLst/>
          </a:prstGeom>
          <a:gradFill rotWithShape="1">
            <a:gsLst>
              <a:gs pos="0">
                <a:srgbClr val="04AEDA"/>
              </a:gs>
              <a:gs pos="79999">
                <a:srgbClr val="36B0D0"/>
              </a:gs>
              <a:gs pos="100000">
                <a:srgbClr val="33B3D5"/>
              </a:gs>
            </a:gsLst>
            <a:lin ang="16200000" scaled="1"/>
          </a:gradFill>
          <a:ln>
            <a:noFill/>
          </a:ln>
          <a:extLst>
            <a:ext uri="{91240B29-F687-4F45-9708-019B960494DF}">
              <a14:hiddenLine xmlns:a14="http://schemas.microsoft.com/office/drawing/2010/main" w="9525">
                <a:solidFill>
                  <a:srgbClr val="000000"/>
                </a:solidFill>
                <a:bevel/>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rPr>
              <a:t>1</a:t>
            </a:r>
            <a:endParaRPr lang="zh-CN" altLang="en-US"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9941" name="矩形 42"/>
          <p:cNvSpPr>
            <a:spLocks noChangeArrowheads="1"/>
          </p:cNvSpPr>
          <p:nvPr/>
        </p:nvSpPr>
        <p:spPr bwMode="auto">
          <a:xfrm>
            <a:off x="6220885" y="1892300"/>
            <a:ext cx="670983" cy="670984"/>
          </a:xfrm>
          <a:prstGeom prst="rect">
            <a:avLst/>
          </a:prstGeom>
          <a:gradFill rotWithShape="1">
            <a:gsLst>
              <a:gs pos="0">
                <a:srgbClr val="04AEDA"/>
              </a:gs>
              <a:gs pos="79999">
                <a:srgbClr val="36B0D0"/>
              </a:gs>
              <a:gs pos="100000">
                <a:srgbClr val="33B3D5"/>
              </a:gs>
            </a:gsLst>
            <a:lin ang="16200000" scaled="1"/>
          </a:gradFill>
          <a:ln>
            <a:noFill/>
          </a:ln>
          <a:extLst>
            <a:ext uri="{91240B29-F687-4F45-9708-019B960494DF}">
              <a14:hiddenLine xmlns:a14="http://schemas.microsoft.com/office/drawing/2010/main" w="9525">
                <a:solidFill>
                  <a:srgbClr val="000000"/>
                </a:solidFill>
                <a:bevel/>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rPr>
              <a:t>2</a:t>
            </a:r>
            <a:endParaRPr lang="zh-CN" altLang="en-US"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9942" name="矩形 26"/>
          <p:cNvSpPr>
            <a:spLocks noChangeArrowheads="1"/>
          </p:cNvSpPr>
          <p:nvPr/>
        </p:nvSpPr>
        <p:spPr bwMode="auto">
          <a:xfrm>
            <a:off x="6220885" y="2755900"/>
            <a:ext cx="670983" cy="670984"/>
          </a:xfrm>
          <a:prstGeom prst="rect">
            <a:avLst/>
          </a:prstGeom>
          <a:gradFill rotWithShape="1">
            <a:gsLst>
              <a:gs pos="0">
                <a:srgbClr val="04AEDA"/>
              </a:gs>
              <a:gs pos="79999">
                <a:srgbClr val="36B0D0"/>
              </a:gs>
              <a:gs pos="100000">
                <a:srgbClr val="33B3D5"/>
              </a:gs>
            </a:gsLst>
            <a:lin ang="16200000" scaled="1"/>
          </a:gradFill>
          <a:ln>
            <a:noFill/>
          </a:ln>
          <a:extLst>
            <a:ext uri="{91240B29-F687-4F45-9708-019B960494DF}">
              <a14:hiddenLine xmlns:a14="http://schemas.microsoft.com/office/drawing/2010/main" w="9525">
                <a:solidFill>
                  <a:srgbClr val="000000"/>
                </a:solidFill>
                <a:bevel/>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rPr>
              <a:t>3</a:t>
            </a:r>
            <a:endParaRPr lang="zh-CN" altLang="en-US"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9943" name="矩形 41"/>
          <p:cNvSpPr>
            <a:spLocks noChangeArrowheads="1"/>
          </p:cNvSpPr>
          <p:nvPr/>
        </p:nvSpPr>
        <p:spPr bwMode="auto">
          <a:xfrm>
            <a:off x="6220885" y="3621617"/>
            <a:ext cx="670983" cy="668867"/>
          </a:xfrm>
          <a:prstGeom prst="rect">
            <a:avLst/>
          </a:prstGeom>
          <a:gradFill rotWithShape="1">
            <a:gsLst>
              <a:gs pos="0">
                <a:srgbClr val="04AEDA"/>
              </a:gs>
              <a:gs pos="79999">
                <a:srgbClr val="36B0D0"/>
              </a:gs>
              <a:gs pos="100000">
                <a:srgbClr val="33B3D5"/>
              </a:gs>
            </a:gsLst>
            <a:lin ang="16200000" scaled="1"/>
          </a:gradFill>
          <a:ln>
            <a:noFill/>
          </a:ln>
          <a:extLst>
            <a:ext uri="{91240B29-F687-4F45-9708-019B960494DF}">
              <a14:hiddenLine xmlns:a14="http://schemas.microsoft.com/office/drawing/2010/main" w="9525">
                <a:solidFill>
                  <a:srgbClr val="000000"/>
                </a:solidFill>
                <a:bevel/>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rPr>
              <a:t>4</a:t>
            </a:r>
            <a:endParaRPr lang="zh-CN" altLang="en-US"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0516" name="矩形 65"/>
          <p:cNvSpPr>
            <a:spLocks noChangeArrowheads="1"/>
          </p:cNvSpPr>
          <p:nvPr/>
        </p:nvSpPr>
        <p:spPr bwMode="auto">
          <a:xfrm>
            <a:off x="6220885" y="4485217"/>
            <a:ext cx="670983" cy="668867"/>
          </a:xfrm>
          <a:prstGeom prst="rect">
            <a:avLst/>
          </a:prstGeom>
          <a:gradFill rotWithShape="1">
            <a:gsLst>
              <a:gs pos="0">
                <a:srgbClr val="04AEDA"/>
              </a:gs>
              <a:gs pos="79999">
                <a:srgbClr val="36B0D0"/>
              </a:gs>
              <a:gs pos="100000">
                <a:srgbClr val="33B3D5"/>
              </a:gs>
            </a:gsLst>
            <a:lin ang="16200000" scaled="1"/>
          </a:gradFill>
          <a:ln>
            <a:noFill/>
          </a:ln>
          <a:extLst>
            <a:ext uri="{91240B29-F687-4F45-9708-019B960494DF}">
              <a14:hiddenLine xmlns:a14="http://schemas.microsoft.com/office/drawing/2010/main" w="9525">
                <a:solidFill>
                  <a:srgbClr val="000000"/>
                </a:solidFill>
                <a:bevel/>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rPr>
              <a:t>5</a:t>
            </a:r>
            <a:endParaRPr lang="zh-CN" altLang="en-US"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9945" name="矩形 3"/>
          <p:cNvSpPr>
            <a:spLocks noChangeArrowheads="1"/>
          </p:cNvSpPr>
          <p:nvPr/>
        </p:nvSpPr>
        <p:spPr bwMode="auto">
          <a:xfrm>
            <a:off x="7128934" y="1028700"/>
            <a:ext cx="3060700" cy="668867"/>
          </a:xfrm>
          <a:prstGeom prst="rect">
            <a:avLst/>
          </a:prstGeom>
          <a:gradFill rotWithShape="1">
            <a:gsLst>
              <a:gs pos="0">
                <a:srgbClr val="04AEDA"/>
              </a:gs>
              <a:gs pos="79999">
                <a:srgbClr val="36B0D0"/>
              </a:gs>
              <a:gs pos="100000">
                <a:srgbClr val="33B3D5"/>
              </a:gs>
            </a:gsLst>
            <a:lin ang="16200000" scaled="1"/>
          </a:gradFill>
          <a:ln>
            <a:noFill/>
          </a:ln>
          <a:extLst>
            <a:ext uri="{91240B29-F687-4F45-9708-019B960494DF}">
              <a14:hiddenLine xmlns:a14="http://schemas.microsoft.com/office/drawing/2010/main" w="9525">
                <a:solidFill>
                  <a:srgbClr val="000000"/>
                </a:solidFill>
                <a:bevel/>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zh-CN" altLang="en-US"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rPr>
              <a:t>为什么与是什么</a:t>
            </a:r>
            <a:endParaRPr lang="zh-CN" altLang="en-US"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9946" name="矩形 3"/>
          <p:cNvSpPr>
            <a:spLocks noChangeArrowheads="1"/>
          </p:cNvSpPr>
          <p:nvPr/>
        </p:nvSpPr>
        <p:spPr bwMode="auto">
          <a:xfrm>
            <a:off x="7128934" y="1894417"/>
            <a:ext cx="3060700" cy="668867"/>
          </a:xfrm>
          <a:prstGeom prst="rect">
            <a:avLst/>
          </a:prstGeom>
          <a:gradFill rotWithShape="1">
            <a:gsLst>
              <a:gs pos="0">
                <a:srgbClr val="04AEDA"/>
              </a:gs>
              <a:gs pos="79999">
                <a:srgbClr val="36B0D0"/>
              </a:gs>
              <a:gs pos="100000">
                <a:srgbClr val="33B3D5"/>
              </a:gs>
            </a:gsLst>
            <a:lin ang="16200000" scaled="1"/>
          </a:gradFill>
          <a:ln>
            <a:noFill/>
          </a:ln>
          <a:extLst>
            <a:ext uri="{91240B29-F687-4F45-9708-019B960494DF}">
              <a14:hiddenLine xmlns:a14="http://schemas.microsoft.com/office/drawing/2010/main" w="9525">
                <a:solidFill>
                  <a:srgbClr val="000000"/>
                </a:solidFill>
                <a:bevel/>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zh-CN" altLang="en-US"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rPr>
              <a:t>软件配置管理活动</a:t>
            </a:r>
            <a:endParaRPr lang="zh-CN" altLang="en-US"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9947" name="矩形 3"/>
          <p:cNvSpPr>
            <a:spLocks noChangeArrowheads="1"/>
          </p:cNvSpPr>
          <p:nvPr/>
        </p:nvSpPr>
        <p:spPr bwMode="auto">
          <a:xfrm>
            <a:off x="7128934" y="2760133"/>
            <a:ext cx="3060700" cy="668867"/>
          </a:xfrm>
          <a:prstGeom prst="rect">
            <a:avLst/>
          </a:prstGeom>
          <a:gradFill rotWithShape="1">
            <a:gsLst>
              <a:gs pos="0">
                <a:srgbClr val="04AEDA"/>
              </a:gs>
              <a:gs pos="79999">
                <a:srgbClr val="36B0D0"/>
              </a:gs>
              <a:gs pos="100000">
                <a:srgbClr val="33B3D5"/>
              </a:gs>
            </a:gsLst>
            <a:lin ang="16200000" scaled="1"/>
          </a:gradFill>
          <a:ln>
            <a:noFill/>
          </a:ln>
          <a:extLst>
            <a:ext uri="{91240B29-F687-4F45-9708-019B960494DF}">
              <a14:hiddenLine xmlns:a14="http://schemas.microsoft.com/office/drawing/2010/main" w="9525">
                <a:solidFill>
                  <a:srgbClr val="000000"/>
                </a:solidFill>
                <a:bevel/>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zh-CN" altLang="en-US"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rPr>
              <a:t>配置审计功能的标准</a:t>
            </a:r>
            <a:endParaRPr lang="zh-CN" altLang="en-US"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9948" name="矩形 3"/>
          <p:cNvSpPr>
            <a:spLocks noChangeArrowheads="1"/>
          </p:cNvSpPr>
          <p:nvPr/>
        </p:nvSpPr>
        <p:spPr bwMode="auto">
          <a:xfrm>
            <a:off x="7128934" y="3632200"/>
            <a:ext cx="3060700" cy="668867"/>
          </a:xfrm>
          <a:prstGeom prst="rect">
            <a:avLst/>
          </a:prstGeom>
          <a:gradFill rotWithShape="1">
            <a:gsLst>
              <a:gs pos="0">
                <a:srgbClr val="04AEDA"/>
              </a:gs>
              <a:gs pos="79999">
                <a:srgbClr val="36B0D0"/>
              </a:gs>
              <a:gs pos="100000">
                <a:srgbClr val="33B3D5"/>
              </a:gs>
            </a:gsLst>
            <a:lin ang="16200000" scaled="1"/>
          </a:gradFill>
          <a:ln>
            <a:noFill/>
          </a:ln>
          <a:extLst>
            <a:ext uri="{91240B29-F687-4F45-9708-019B960494DF}">
              <a14:hiddenLine xmlns:a14="http://schemas.microsoft.com/office/drawing/2010/main" w="9525">
                <a:solidFill>
                  <a:srgbClr val="000000"/>
                </a:solidFill>
                <a:bevel/>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zh-CN" altLang="en-US"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rPr>
              <a:t>一些陷阱</a:t>
            </a:r>
            <a:endParaRPr lang="zh-CN" altLang="en-US"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6" name="矩形 3"/>
          <p:cNvSpPr>
            <a:spLocks noChangeArrowheads="1"/>
          </p:cNvSpPr>
          <p:nvPr/>
        </p:nvSpPr>
        <p:spPr bwMode="auto">
          <a:xfrm>
            <a:off x="7128934" y="4485217"/>
            <a:ext cx="3060700" cy="668867"/>
          </a:xfrm>
          <a:prstGeom prst="rect">
            <a:avLst/>
          </a:prstGeom>
          <a:gradFill rotWithShape="1">
            <a:gsLst>
              <a:gs pos="0">
                <a:srgbClr val="04AEDA"/>
              </a:gs>
              <a:gs pos="79999">
                <a:srgbClr val="36B0D0"/>
              </a:gs>
              <a:gs pos="100000">
                <a:srgbClr val="33B3D5"/>
              </a:gs>
            </a:gsLst>
            <a:lin ang="16200000" scaled="1"/>
          </a:gradFill>
          <a:ln>
            <a:noFill/>
          </a:ln>
          <a:extLst>
            <a:ext uri="{91240B29-F687-4F45-9708-019B960494DF}">
              <a14:hiddenLine xmlns:a14="http://schemas.microsoft.com/office/drawing/2010/main" w="9525">
                <a:solidFill>
                  <a:srgbClr val="000000"/>
                </a:solidFill>
                <a:bevel/>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zh-CN" altLang="en-US"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rPr>
              <a:t>总结</a:t>
            </a:r>
            <a:endParaRPr lang="zh-CN" altLang="en-US" sz="2135" b="1">
              <a:solidFill>
                <a:srgbClr val="FCFCFD"/>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transition spd="slow">
    <p:push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0516"/>
                                        </p:tgtEl>
                                        <p:attrNameLst>
                                          <p:attrName>style.visibility</p:attrName>
                                        </p:attrNameLst>
                                      </p:cBhvr>
                                      <p:to>
                                        <p:strVal val="visible"/>
                                      </p:to>
                                    </p:set>
                                    <p:animEffect>
                                      <p:cBhvr>
                                        <p:cTn id="7" dur="500"/>
                                        <p:tgtEl>
                                          <p:spTgt spid="2051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6"/>
                                        </p:tgtEl>
                                        <p:attrNameLst>
                                          <p:attrName>style.visibility</p:attrName>
                                        </p:attrNameLst>
                                      </p:cBhvr>
                                      <p:to>
                                        <p:strVal val="visible"/>
                                      </p:to>
                                    </p:set>
                                    <p:animEffect>
                                      <p:cBhvr>
                                        <p:cTn id="11"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16" grpId="0" bldLvl="0" animBg="1" autoUpdateAnimBg="0"/>
      <p:bldP spid="56" grpId="0" bldLvl="0" animBg="1"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descr="C:\Users\iamisis\Desktop\0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2192000" cy="6860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3" name="11 Imag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19267" y="6411384"/>
            <a:ext cx="482600" cy="404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4" name="12 Imag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87617" y="6411384"/>
            <a:ext cx="480483" cy="404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5" name="14 CuadroTexto"/>
          <p:cNvSpPr>
            <a:spLocks noChangeArrowheads="1"/>
          </p:cNvSpPr>
          <p:nvPr/>
        </p:nvSpPr>
        <p:spPr bwMode="auto">
          <a:xfrm>
            <a:off x="10619317" y="6426200"/>
            <a:ext cx="35939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r>
              <a:rPr lang="zh-CN" altLang="zh-CN" sz="1600" b="1" i="1">
                <a:solidFill>
                  <a:srgbClr val="FFFFFF"/>
                </a:solidFill>
                <a:latin typeface="Calibri" panose="020F0502020204030204" pitchFamily="34" charset="0"/>
                <a:ea typeface="MS PGothic" panose="020B0600070205080204" pitchFamily="34" charset="-128"/>
                <a:sym typeface="MS PGothic" panose="020B0600070205080204" pitchFamily="34" charset="-128"/>
              </a:rPr>
              <a:t>of</a:t>
            </a:r>
            <a:endParaRPr lang="zh-CN" altLang="zh-CN" sz="1600" b="1" i="1">
              <a:solidFill>
                <a:srgbClr val="FFFFFF"/>
              </a:solidFill>
              <a:latin typeface="Calibri" panose="020F0502020204030204" pitchFamily="34" charset="0"/>
              <a:ea typeface="MS PGothic" panose="020B0600070205080204" pitchFamily="34" charset="-128"/>
              <a:sym typeface="MS PGothic" panose="020B0600070205080204" pitchFamily="34" charset="-128"/>
            </a:endParaRPr>
          </a:p>
        </p:txBody>
      </p:sp>
      <p:sp>
        <p:nvSpPr>
          <p:cNvPr id="40966" name="15 CuadroTexto"/>
          <p:cNvSpPr>
            <a:spLocks noChangeArrowheads="1"/>
          </p:cNvSpPr>
          <p:nvPr/>
        </p:nvSpPr>
        <p:spPr bwMode="auto">
          <a:xfrm>
            <a:off x="11035565" y="6426200"/>
            <a:ext cx="39305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1600" b="1">
                <a:solidFill>
                  <a:srgbClr val="FFFFFF"/>
                </a:solidFill>
                <a:latin typeface="Calibri" panose="020F0502020204030204" pitchFamily="34" charset="0"/>
                <a:sym typeface="Calibri" panose="020F0502020204030204" pitchFamily="34" charset="0"/>
              </a:rPr>
              <a:t>21</a:t>
            </a:r>
            <a:endParaRPr lang="zh-CN" altLang="zh-CN" sz="1600" b="1">
              <a:solidFill>
                <a:srgbClr val="FFFFFF"/>
              </a:solidFill>
              <a:latin typeface="Calibri" panose="020F0502020204030204" pitchFamily="34" charset="0"/>
              <a:ea typeface="MS PGothic" panose="020B0600070205080204" pitchFamily="34" charset="-128"/>
              <a:sym typeface="MS PGothic" panose="020B0600070205080204" pitchFamily="34" charset="-128"/>
            </a:endParaRPr>
          </a:p>
        </p:txBody>
      </p:sp>
      <p:pic>
        <p:nvPicPr>
          <p:cNvPr id="40967" name="Imagen 6" descr="C:\Users\Design\Documents\Edu\Product Launch\btns.png">
            <a:hlinkClick r:id="" action="ppaction://hlinkshowjump?jump=nex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521018" y="6493933"/>
            <a:ext cx="234949" cy="237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8" name="Imagen 6" descr="C:\Users\Design\Documents\Edu\Product Launch\btns.png">
            <a:hlinkClick r:id="" action="ppaction://hlinkshowjump?jump=previousslid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8118" y="6493933"/>
            <a:ext cx="234949" cy="237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9" name="4 CuadroTexto"/>
          <p:cNvSpPr>
            <a:spLocks noChangeArrowheads="1"/>
          </p:cNvSpPr>
          <p:nvPr/>
        </p:nvSpPr>
        <p:spPr bwMode="auto">
          <a:xfrm>
            <a:off x="5166901" y="6421967"/>
            <a:ext cx="185820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zh-CN" altLang="zh-CN" sz="1600" b="1">
                <a:solidFill>
                  <a:srgbClr val="FFFFFF"/>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z="1600" b="1">
                <a:solidFill>
                  <a:srgbClr val="FFFFFF"/>
                </a:solidFill>
                <a:latin typeface="微软雅黑" panose="020B0503020204020204" pitchFamily="34" charset="-122"/>
                <a:ea typeface="微软雅黑" panose="020B0503020204020204" pitchFamily="34" charset="-122"/>
                <a:sym typeface="宋体" panose="02010600030101010101" pitchFamily="2" charset="-122"/>
              </a:rPr>
              <a:t>软件配置管理</a:t>
            </a:r>
            <a:endParaRPr lang="zh-CN" altLang="zh-CN" sz="1600" b="1">
              <a:solidFill>
                <a:srgbClr val="FFFFFF"/>
              </a:solidFill>
              <a:latin typeface="微软雅黑" panose="020B0503020204020204" pitchFamily="34" charset="-122"/>
              <a:ea typeface="微软雅黑" panose="020B0503020204020204" pitchFamily="34" charset="-122"/>
              <a:sym typeface="MS PGothic" panose="020B0600070205080204" pitchFamily="34" charset="-128"/>
            </a:endParaRPr>
          </a:p>
        </p:txBody>
      </p:sp>
      <p:sp>
        <p:nvSpPr>
          <p:cNvPr id="7180" name="内容占位符 2"/>
          <p:cNvSpPr>
            <a:spLocks noGrp="1" noChangeArrowheads="1"/>
          </p:cNvSpPr>
          <p:nvPr>
            <p:ph idx="4294967295"/>
          </p:nvPr>
        </p:nvSpPr>
        <p:spPr>
          <a:xfrm>
            <a:off x="548217" y="1016001"/>
            <a:ext cx="10972800" cy="5101167"/>
          </a:xfrm>
        </p:spPr>
        <p:txBody>
          <a:bodyPr/>
          <a:lstStyle/>
          <a:p>
            <a:pPr eaLnBrk="1" hangingPunct="1"/>
            <a:r>
              <a:rPr lang="zh-CN" altLang="en-US" sz="2400" dirty="0">
                <a:solidFill>
                  <a:srgbClr val="03AEDA"/>
                </a:solidFill>
                <a:latin typeface="微软雅黑" panose="020B0503020204020204" pitchFamily="34" charset="-122"/>
                <a:ea typeface="微软雅黑" panose="020B0503020204020204" pitchFamily="34" charset="-122"/>
              </a:rPr>
              <a:t>软件配置管理是一个贯穿软件项目的重要活动。</a:t>
            </a:r>
            <a:r>
              <a:rPr lang="zh-CN" altLang="en-US" sz="2400" dirty="0">
                <a:latin typeface="微软雅黑" panose="020B0503020204020204" pitchFamily="34" charset="-122"/>
                <a:ea typeface="微软雅黑" panose="020B0503020204020204" pitchFamily="34" charset="-122"/>
              </a:rPr>
              <a:t>当项目庞大而且复杂时，需要在需求和规约上进行</a:t>
            </a:r>
            <a:r>
              <a:rPr lang="en-US" altLang="zh-CN" sz="2400" dirty="0">
                <a:latin typeface="微软雅黑" panose="020B0503020204020204" pitchFamily="34" charset="-122"/>
                <a:ea typeface="微软雅黑" panose="020B0503020204020204" pitchFamily="34" charset="-122"/>
              </a:rPr>
              <a:t>SCM</a:t>
            </a:r>
            <a:r>
              <a:rPr lang="zh-CN" altLang="en-US" sz="2400" dirty="0">
                <a:latin typeface="微软雅黑" panose="020B0503020204020204" pitchFamily="34" charset="-122"/>
                <a:ea typeface="微软雅黑" panose="020B0503020204020204" pitchFamily="34" charset="-122"/>
              </a:rPr>
              <a:t>控制以确认产品基于用户的需要开发和测试。</a:t>
            </a:r>
            <a:r>
              <a:rPr lang="en-US" altLang="zh-CN" sz="2400" dirty="0">
                <a:latin typeface="微软雅黑" panose="020B0503020204020204" pitchFamily="34" charset="-122"/>
                <a:ea typeface="微软雅黑" panose="020B0503020204020204" pitchFamily="34" charset="-122"/>
              </a:rPr>
              <a:t>SCM</a:t>
            </a:r>
            <a:r>
              <a:rPr lang="zh-CN" altLang="en-US" sz="2400" dirty="0">
                <a:latin typeface="微软雅黑" panose="020B0503020204020204" pitchFamily="34" charset="-122"/>
                <a:ea typeface="微软雅黑" panose="020B0503020204020204" pitchFamily="34" charset="-122"/>
              </a:rPr>
              <a:t>是保护伞式的活动，它应该在软件开发周期中对应用的设计进行维护，以确保项目的完整性和可维护性。</a:t>
            </a:r>
            <a:endParaRPr lang="zh-CN" altLang="en-US" sz="2400" dirty="0">
              <a:latin typeface="微软雅黑" panose="020B0503020204020204" pitchFamily="34" charset="-122"/>
              <a:ea typeface="微软雅黑" panose="020B0503020204020204" pitchFamily="34" charset="-122"/>
            </a:endParaRPr>
          </a:p>
          <a:p>
            <a:pPr eaLnBrk="1" hangingPunct="1"/>
            <a:r>
              <a:rPr lang="zh-CN" altLang="en-US" sz="2400" dirty="0">
                <a:solidFill>
                  <a:srgbClr val="03AEDA"/>
                </a:solidFill>
                <a:latin typeface="微软雅黑" panose="020B0503020204020204" pitchFamily="34" charset="-122"/>
                <a:ea typeface="微软雅黑" panose="020B0503020204020204" pitchFamily="34" charset="-122"/>
              </a:rPr>
              <a:t>作为建立</a:t>
            </a:r>
            <a:r>
              <a:rPr lang="en-US" altLang="zh-CN" sz="2400" dirty="0">
                <a:solidFill>
                  <a:srgbClr val="03AEDA"/>
                </a:solidFill>
                <a:latin typeface="微软雅黑" panose="020B0503020204020204" pitchFamily="34" charset="-122"/>
                <a:ea typeface="微软雅黑" panose="020B0503020204020204" pitchFamily="34" charset="-122"/>
              </a:rPr>
              <a:t>SCM</a:t>
            </a:r>
            <a:r>
              <a:rPr lang="zh-CN" altLang="en-US" sz="2400" dirty="0">
                <a:solidFill>
                  <a:srgbClr val="03AEDA"/>
                </a:solidFill>
                <a:latin typeface="微软雅黑" panose="020B0503020204020204" pitchFamily="34" charset="-122"/>
                <a:ea typeface="微软雅黑" panose="020B0503020204020204" pitchFamily="34" charset="-122"/>
              </a:rPr>
              <a:t>的第一步</a:t>
            </a:r>
            <a:r>
              <a:rPr lang="zh-CN" altLang="en-US" sz="2400" dirty="0">
                <a:latin typeface="微软雅黑" panose="020B0503020204020204" pitchFamily="34" charset="-122"/>
                <a:ea typeface="微软雅黑" panose="020B0503020204020204" pitchFamily="34" charset="-122"/>
              </a:rPr>
              <a:t>，必须制定软件配置管理计划，建立项目命名约定并提供一系列表格和过程以确保每一个变更都被记录、审查和追踪。</a:t>
            </a:r>
            <a:endParaRPr lang="zh-CN" altLang="en-US" sz="2400" dirty="0">
              <a:latin typeface="微软雅黑" panose="020B0503020204020204" pitchFamily="34" charset="-122"/>
              <a:ea typeface="微软雅黑" panose="020B0503020204020204" pitchFamily="34" charset="-122"/>
            </a:endParaRPr>
          </a:p>
          <a:p>
            <a:pPr eaLnBrk="1" hangingPunct="1"/>
            <a:r>
              <a:rPr lang="zh-CN" altLang="en-US" sz="2400" dirty="0">
                <a:solidFill>
                  <a:srgbClr val="03AEDA"/>
                </a:solidFill>
                <a:latin typeface="微软雅黑" panose="020B0503020204020204" pitchFamily="34" charset="-122"/>
                <a:ea typeface="微软雅黑" panose="020B0503020204020204" pitchFamily="34" charset="-122"/>
              </a:rPr>
              <a:t>在设计阶段，</a:t>
            </a:r>
            <a:r>
              <a:rPr lang="en-US" altLang="zh-CN" sz="2400" dirty="0">
                <a:solidFill>
                  <a:srgbClr val="03AEDA"/>
                </a:solidFill>
                <a:latin typeface="微软雅黑" panose="020B0503020204020204" pitchFamily="34" charset="-122"/>
                <a:ea typeface="微软雅黑" panose="020B0503020204020204" pitchFamily="34" charset="-122"/>
              </a:rPr>
              <a:t>SCM </a:t>
            </a:r>
            <a:r>
              <a:rPr lang="zh-CN" altLang="en-US" sz="2400" dirty="0">
                <a:solidFill>
                  <a:srgbClr val="03AEDA"/>
                </a:solidFill>
                <a:latin typeface="微软雅黑" panose="020B0503020204020204" pitchFamily="34" charset="-122"/>
                <a:ea typeface="微软雅黑" panose="020B0503020204020204" pitchFamily="34" charset="-122"/>
              </a:rPr>
              <a:t>维持对设计的控制</a:t>
            </a:r>
            <a:r>
              <a:rPr lang="zh-CN" altLang="en-US" sz="2400" dirty="0">
                <a:latin typeface="微软雅黑" panose="020B0503020204020204" pitchFamily="34" charset="-122"/>
                <a:ea typeface="微软雅黑" panose="020B0503020204020204" pitchFamily="34" charset="-122"/>
              </a:rPr>
              <a:t>。当作变更时，恰当的设计文档被相应更新，需要</a:t>
            </a:r>
            <a:r>
              <a:rPr lang="en-US" altLang="zh-CN" sz="2400" dirty="0">
                <a:latin typeface="微软雅黑" panose="020B0503020204020204" pitchFamily="34" charset="-122"/>
                <a:ea typeface="微软雅黑" panose="020B0503020204020204" pitchFamily="34" charset="-122"/>
              </a:rPr>
              <a:t>SCM</a:t>
            </a:r>
            <a:r>
              <a:rPr lang="zh-CN" altLang="en-US" sz="2400" dirty="0">
                <a:latin typeface="微软雅黑" panose="020B0503020204020204" pitchFamily="34" charset="-122"/>
                <a:ea typeface="微软雅黑" panose="020B0503020204020204" pitchFamily="34" charset="-122"/>
              </a:rPr>
              <a:t>工具来记录对代码的所有变更。对于大型项目以及所有处于维护阶段的项目而言，需要一个过程来处理同一程序的同步版本开发。用于设计、实现、测试和维护软件的工具也应该处于配置控制的维护之下。这二者都可能遭受版本变更，对于长期运行的项目尤其如此。</a:t>
            </a:r>
            <a:endParaRPr lang="zh-CN" altLang="en-US" sz="2400" dirty="0">
              <a:latin typeface="微软雅黑" panose="020B0503020204020204" pitchFamily="34" charset="-122"/>
              <a:ea typeface="微软雅黑" panose="020B0503020204020204" pitchFamily="34" charset="-122"/>
            </a:endParaRPr>
          </a:p>
          <a:p>
            <a:pPr eaLnBrk="1" hangingPunct="1"/>
            <a:r>
              <a:rPr lang="zh-CN" altLang="en-US" sz="2400" dirty="0">
                <a:solidFill>
                  <a:srgbClr val="03AEDA"/>
                </a:solidFill>
                <a:latin typeface="微软雅黑" panose="020B0503020204020204" pitchFamily="34" charset="-122"/>
                <a:ea typeface="微软雅黑" panose="020B0503020204020204" pitchFamily="34" charset="-122"/>
              </a:rPr>
              <a:t>软件配置状态记录的目的是维护一个持续的对所有基线项的状态记录。</a:t>
            </a:r>
            <a:r>
              <a:rPr lang="zh-CN" altLang="en-US" sz="2400" dirty="0">
                <a:latin typeface="微软雅黑" panose="020B0503020204020204" pitchFamily="34" charset="-122"/>
                <a:ea typeface="微软雅黑" panose="020B0503020204020204" pitchFamily="34" charset="-122"/>
              </a:rPr>
              <a:t>定期进行软件配置审计以确保</a:t>
            </a:r>
            <a:r>
              <a:rPr lang="en-US" altLang="zh-CN" sz="2400" dirty="0">
                <a:latin typeface="微软雅黑" panose="020B0503020204020204" pitchFamily="34" charset="-122"/>
                <a:ea typeface="微软雅黑" panose="020B0503020204020204" pitchFamily="34" charset="-122"/>
              </a:rPr>
              <a:t>SCM</a:t>
            </a:r>
            <a:r>
              <a:rPr lang="zh-CN" altLang="en-US" sz="2400" dirty="0">
                <a:latin typeface="微软雅黑" panose="020B0503020204020204" pitchFamily="34" charset="-122"/>
                <a:ea typeface="微软雅黑" panose="020B0503020204020204" pitchFamily="34" charset="-122"/>
              </a:rPr>
              <a:t>实践和过程按照</a:t>
            </a:r>
            <a:r>
              <a:rPr lang="en-US" altLang="zh-CN" sz="2400" dirty="0">
                <a:latin typeface="微软雅黑" panose="020B0503020204020204" pitchFamily="34" charset="-122"/>
                <a:ea typeface="微软雅黑" panose="020B0503020204020204" pitchFamily="34" charset="-122"/>
              </a:rPr>
              <a:t>SCM</a:t>
            </a:r>
            <a:r>
              <a:rPr lang="zh-CN" altLang="en-US" sz="2400" dirty="0">
                <a:latin typeface="微软雅黑" panose="020B0503020204020204" pitchFamily="34" charset="-122"/>
                <a:ea typeface="微软雅黑" panose="020B0503020204020204" pitchFamily="34" charset="-122"/>
              </a:rPr>
              <a:t>计划进行。</a:t>
            </a:r>
            <a:endParaRPr lang="zh-CN" altLang="en-US" sz="2400" dirty="0">
              <a:latin typeface="微软雅黑" panose="020B0503020204020204" pitchFamily="34" charset="-122"/>
              <a:ea typeface="微软雅黑" panose="020B0503020204020204" pitchFamily="34" charset="-122"/>
            </a:endParaRPr>
          </a:p>
        </p:txBody>
      </p:sp>
      <p:sp>
        <p:nvSpPr>
          <p:cNvPr id="40971" name="13 CuadroTexto"/>
          <p:cNvSpPr>
            <a:spLocks noChangeArrowheads="1"/>
          </p:cNvSpPr>
          <p:nvPr/>
        </p:nvSpPr>
        <p:spPr bwMode="auto">
          <a:xfrm>
            <a:off x="10253457" y="6430434"/>
            <a:ext cx="39305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200" fontAlgn="base">
              <a:spcBef>
                <a:spcPct val="0"/>
              </a:spcBef>
              <a:spcAft>
                <a:spcPct val="0"/>
              </a:spcAft>
            </a:pPr>
            <a:r>
              <a:rPr lang="en-US" altLang="zh-CN" sz="1600" b="1">
                <a:solidFill>
                  <a:srgbClr val="04AEDA"/>
                </a:solidFill>
                <a:latin typeface="Calibri" panose="020F0502020204030204" pitchFamily="34" charset="0"/>
                <a:sym typeface="Calibri" panose="020F0502020204030204" pitchFamily="34" charset="0"/>
              </a:rPr>
              <a:t>21</a:t>
            </a:r>
            <a:endParaRPr lang="zh-CN" altLang="en-US" sz="1600" b="1">
              <a:solidFill>
                <a:srgbClr val="04AEDA"/>
              </a:solidFill>
              <a:latin typeface="Calibri" panose="020F0502020204030204" pitchFamily="34" charset="0"/>
              <a:ea typeface="MS PGothic" panose="020B0600070205080204" pitchFamily="34" charset="-128"/>
              <a:sym typeface="MS PGothic" panose="020B0600070205080204" pitchFamily="34" charset="-128"/>
            </a:endParaRPr>
          </a:p>
        </p:txBody>
      </p:sp>
      <p:sp>
        <p:nvSpPr>
          <p:cNvPr id="40972" name="直接连接符 9"/>
          <p:cNvSpPr>
            <a:spLocks noChangeShapeType="1"/>
          </p:cNvSpPr>
          <p:nvPr/>
        </p:nvSpPr>
        <p:spPr bwMode="auto">
          <a:xfrm flipH="1">
            <a:off x="285751" y="749300"/>
            <a:ext cx="4129616" cy="0"/>
          </a:xfrm>
          <a:prstGeom prst="line">
            <a:avLst/>
          </a:prstGeom>
          <a:noFill/>
          <a:ln w="9525">
            <a:solidFill>
              <a:srgbClr val="00B0F0"/>
            </a:solidFill>
            <a:bevel/>
          </a:ln>
          <a:extLst>
            <a:ext uri="{909E8E84-426E-40DD-AFC4-6F175D3DCCD1}">
              <a14:hiddenFill xmlns:a14="http://schemas.microsoft.com/office/drawing/2010/main">
                <a:noFill/>
              </a14:hiddenFill>
            </a:ext>
          </a:extLst>
        </p:spPr>
        <p:txBody>
          <a:bodyPr/>
          <a:lstStyle/>
          <a:p>
            <a:pPr defTabSz="1219200" eaLnBrk="0" fontAlgn="base" hangingPunct="0">
              <a:spcBef>
                <a:spcPct val="0"/>
              </a:spcBef>
              <a:spcAft>
                <a:spcPct val="0"/>
              </a:spcAft>
            </a:pPr>
            <a:endParaRPr lang="zh-CN" altLang="en-US" sz="2400">
              <a:solidFill>
                <a:srgbClr val="000000"/>
              </a:solidFill>
              <a:latin typeface="Arial" panose="020B0604020202020204" pitchFamily="34" charset="0"/>
              <a:ea typeface="宋体" panose="02010600030101010101" pitchFamily="2" charset="-122"/>
            </a:endParaRPr>
          </a:p>
        </p:txBody>
      </p:sp>
      <p:sp>
        <p:nvSpPr>
          <p:cNvPr id="40973" name="Rectangle 7"/>
          <p:cNvSpPr>
            <a:spLocks noChangeArrowheads="1"/>
          </p:cNvSpPr>
          <p:nvPr/>
        </p:nvSpPr>
        <p:spPr bwMode="auto">
          <a:xfrm>
            <a:off x="0" y="698500"/>
            <a:ext cx="287867" cy="95251"/>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spcBef>
                <a:spcPct val="0"/>
              </a:spcBef>
              <a:spcAft>
                <a:spcPct val="0"/>
              </a:spcAft>
            </a:pPr>
            <a:endParaRPr lang="zh-CN" altLang="zh-CN" sz="2400">
              <a:solidFill>
                <a:srgbClr val="000000"/>
              </a:solidFill>
              <a:latin typeface="Calibri" panose="020F0502020204030204" pitchFamily="34" charset="0"/>
              <a:sym typeface="宋体" panose="02010600030101010101" pitchFamily="2" charset="-122"/>
            </a:endParaRPr>
          </a:p>
        </p:txBody>
      </p:sp>
      <p:sp>
        <p:nvSpPr>
          <p:cNvPr id="40974" name="TextBox 5"/>
          <p:cNvSpPr>
            <a:spLocks noChangeArrowheads="1"/>
          </p:cNvSpPr>
          <p:nvPr/>
        </p:nvSpPr>
        <p:spPr bwMode="auto">
          <a:xfrm>
            <a:off x="747185" y="258233"/>
            <a:ext cx="3407833" cy="52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1219200" fontAlgn="base">
              <a:lnSpc>
                <a:spcPts val="3415"/>
              </a:lnSpc>
              <a:spcBef>
                <a:spcPct val="0"/>
              </a:spcBef>
              <a:spcAft>
                <a:spcPct val="0"/>
              </a:spcAft>
            </a:pPr>
            <a:r>
              <a:rPr lang="zh-CN" altLang="en-US" sz="2665">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总结</a:t>
            </a:r>
            <a:endParaRPr lang="zh-CN" altLang="en-US" sz="2665">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7180">
                                            <p:txEl>
                                              <p:pRg st="0" end="0"/>
                                            </p:txEl>
                                          </p:spTgt>
                                        </p:tgtEl>
                                        <p:attrNameLst>
                                          <p:attrName>style.visibility</p:attrName>
                                        </p:attrNameLst>
                                      </p:cBhvr>
                                      <p:to>
                                        <p:strVal val="visible"/>
                                      </p:to>
                                    </p:set>
                                    <p:animEffect>
                                      <p:cBhvr>
                                        <p:cTn id="7" dur="500"/>
                                        <p:tgtEl>
                                          <p:spTgt spid="7180">
                                            <p:txEl>
                                              <p:pRg st="0" end="0"/>
                                            </p:txEl>
                                          </p:spTgt>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7180">
                                            <p:txEl>
                                              <p:pRg st="1" end="1"/>
                                            </p:txEl>
                                          </p:spTgt>
                                        </p:tgtEl>
                                        <p:attrNameLst>
                                          <p:attrName>style.visibility</p:attrName>
                                        </p:attrNameLst>
                                      </p:cBhvr>
                                      <p:to>
                                        <p:strVal val="visible"/>
                                      </p:to>
                                    </p:set>
                                    <p:animEffect>
                                      <p:cBhvr>
                                        <p:cTn id="11" dur="500"/>
                                        <p:tgtEl>
                                          <p:spTgt spid="7180">
                                            <p:txEl>
                                              <p:pRg st="1" end="1"/>
                                            </p:txEl>
                                          </p:spTgt>
                                        </p:tgtEl>
                                      </p:cBhvr>
                                    </p:animEffect>
                                  </p:childTnLst>
                                </p:cTn>
                              </p:par>
                            </p:childTnLst>
                          </p:cTn>
                        </p:par>
                        <p:par>
                          <p:cTn id="12" fill="hold">
                            <p:stCondLst>
                              <p:cond delay="1000"/>
                            </p:stCondLst>
                            <p:childTnLst>
                              <p:par>
                                <p:cTn id="13" presetID="14" presetClass="entr" presetSubtype="10" fill="hold" grpId="0" nodeType="afterEffect">
                                  <p:stCondLst>
                                    <p:cond delay="0"/>
                                  </p:stCondLst>
                                  <p:childTnLst>
                                    <p:set>
                                      <p:cBhvr>
                                        <p:cTn id="14" dur="1" fill="hold">
                                          <p:stCondLst>
                                            <p:cond delay="0"/>
                                          </p:stCondLst>
                                        </p:cTn>
                                        <p:tgtEl>
                                          <p:spTgt spid="7180">
                                            <p:txEl>
                                              <p:pRg st="2" end="2"/>
                                            </p:txEl>
                                          </p:spTgt>
                                        </p:tgtEl>
                                        <p:attrNameLst>
                                          <p:attrName>style.visibility</p:attrName>
                                        </p:attrNameLst>
                                      </p:cBhvr>
                                      <p:to>
                                        <p:strVal val="visible"/>
                                      </p:to>
                                    </p:set>
                                    <p:animEffect>
                                      <p:cBhvr>
                                        <p:cTn id="15" dur="500"/>
                                        <p:tgtEl>
                                          <p:spTgt spid="7180">
                                            <p:txEl>
                                              <p:pRg st="2" end="2"/>
                                            </p:txEl>
                                          </p:spTgt>
                                        </p:tgtEl>
                                      </p:cBhvr>
                                    </p:animEffect>
                                  </p:childTnLst>
                                </p:cTn>
                              </p:par>
                            </p:childTnLst>
                          </p:cTn>
                        </p:par>
                        <p:par>
                          <p:cTn id="16" fill="hold">
                            <p:stCondLst>
                              <p:cond delay="1500"/>
                            </p:stCondLst>
                            <p:childTnLst>
                              <p:par>
                                <p:cTn id="17" presetID="14" presetClass="entr" presetSubtype="10" fill="hold" grpId="0" nodeType="afterEffect">
                                  <p:stCondLst>
                                    <p:cond delay="0"/>
                                  </p:stCondLst>
                                  <p:childTnLst>
                                    <p:set>
                                      <p:cBhvr>
                                        <p:cTn id="18" dur="1" fill="hold">
                                          <p:stCondLst>
                                            <p:cond delay="0"/>
                                          </p:stCondLst>
                                        </p:cTn>
                                        <p:tgtEl>
                                          <p:spTgt spid="7180">
                                            <p:txEl>
                                              <p:pRg st="3" end="3"/>
                                            </p:txEl>
                                          </p:spTgt>
                                        </p:tgtEl>
                                        <p:attrNameLst>
                                          <p:attrName>style.visibility</p:attrName>
                                        </p:attrNameLst>
                                      </p:cBhvr>
                                      <p:to>
                                        <p:strVal val="visible"/>
                                      </p:to>
                                    </p:set>
                                    <p:animEffect>
                                      <p:cBhvr>
                                        <p:cTn id="19" dur="500"/>
                                        <p:tgtEl>
                                          <p:spTgt spid="718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80" grpId="0" bldLvl="0" autoUpdateAnimBg="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9778" name="Rectangle 2"/>
          <p:cNvSpPr>
            <a:spLocks noGrp="1" noChangeArrowheads="1"/>
          </p:cNvSpPr>
          <p:nvPr>
            <p:ph type="title"/>
          </p:nvPr>
        </p:nvSpPr>
        <p:spPr/>
        <p:txBody>
          <a:bodyPr/>
          <a:lstStyle/>
          <a:p>
            <a:r>
              <a:rPr lang="en-US" altLang="zh-CN" i="0"/>
              <a:t>5.6.1 </a:t>
            </a:r>
            <a:r>
              <a:rPr lang="zh-CN" altLang="en-US" i="0"/>
              <a:t>软件配置标准</a:t>
            </a:r>
            <a:endParaRPr lang="zh-CN" altLang="en-US" i="0"/>
          </a:p>
        </p:txBody>
      </p:sp>
      <p:sp>
        <p:nvSpPr>
          <p:cNvPr id="1739779" name="AutoShape 3"/>
          <p:cNvSpPr>
            <a:spLocks noGrp="1" noChangeAspect="1" noChangeArrowheads="1"/>
          </p:cNvSpPr>
          <p:nvPr>
            <p:ph type="body" sz="half" idx="1"/>
          </p:nvPr>
        </p:nvSpPr>
        <p:spPr/>
        <p:txBody>
          <a:bodyPr/>
          <a:lstStyle/>
          <a:p>
            <a:pPr marL="0" indent="0"/>
            <a:r>
              <a:rPr lang="zh-CN" altLang="en-US" sz="1600"/>
              <a:t> </a:t>
            </a:r>
            <a:endParaRPr lang="zh-CN" altLang="en-US" sz="1600"/>
          </a:p>
        </p:txBody>
      </p:sp>
      <p:graphicFrame>
        <p:nvGraphicFramePr>
          <p:cNvPr id="1740007" name="Group 231"/>
          <p:cNvGraphicFramePr>
            <a:graphicFrameLocks noGrp="1"/>
          </p:cNvGraphicFramePr>
          <p:nvPr>
            <p:ph sz="half" idx="2"/>
          </p:nvPr>
        </p:nvGraphicFramePr>
        <p:xfrm>
          <a:off x="2316164" y="1600200"/>
          <a:ext cx="7894637" cy="4596956"/>
        </p:xfrm>
        <a:graphic>
          <a:graphicData uri="http://schemas.openxmlformats.org/drawingml/2006/table">
            <a:tbl>
              <a:tblPr/>
              <a:tblGrid>
                <a:gridCol w="3059112"/>
                <a:gridCol w="4835525"/>
              </a:tblGrid>
              <a:tr h="280988">
                <a:tc>
                  <a:txBody>
                    <a:bodyPr/>
                    <a:lstStyle>
                      <a:lvl1pPr algn="l">
                        <a:spcBef>
                          <a:spcPct val="20000"/>
                        </a:spcBef>
                        <a:buClr>
                          <a:schemeClr val="folHlink"/>
                        </a:buClr>
                        <a:buSzPct val="90000"/>
                        <a:buFont typeface="Wingdings" panose="05000000000000000000" pitchFamily="2" charset="2"/>
                        <a:defRPr sz="2400" b="1" i="1">
                          <a:solidFill>
                            <a:schemeClr val="tx1"/>
                          </a:solidFill>
                          <a:latin typeface="Arial" panose="020B0604020202020204" pitchFamily="34" charset="0"/>
                          <a:ea typeface="宋体" panose="02010600030101010101" pitchFamily="2" charset="-122"/>
                        </a:defRPr>
                      </a:lvl1pPr>
                      <a:lvl2pPr algn="l">
                        <a:spcBef>
                          <a:spcPct val="20000"/>
                        </a:spcBef>
                        <a:buClr>
                          <a:schemeClr val="accent1"/>
                        </a:buClr>
                        <a:buSzPct val="75000"/>
                        <a:buFont typeface="Wingdings" panose="05000000000000000000" pitchFamily="2" charset="2"/>
                        <a:defRPr i="1">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SzPct val="55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lgn="l">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anose="05000000000000000000" pitchFamily="2" charset="2"/>
                        <a:buNone/>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标志和指南 </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90000"/>
                        <a:buFont typeface="Wingdings" panose="05000000000000000000" pitchFamily="2" charset="2"/>
                        <a:defRPr sz="2400" b="1" i="1">
                          <a:solidFill>
                            <a:schemeClr val="tx1"/>
                          </a:solidFill>
                          <a:latin typeface="Arial" panose="020B0604020202020204" pitchFamily="34" charset="0"/>
                          <a:ea typeface="宋体" panose="02010600030101010101" pitchFamily="2" charset="-122"/>
                        </a:defRPr>
                      </a:lvl1pPr>
                      <a:lvl2pPr algn="l">
                        <a:spcBef>
                          <a:spcPct val="20000"/>
                        </a:spcBef>
                        <a:buClr>
                          <a:schemeClr val="accent1"/>
                        </a:buClr>
                        <a:buSzPct val="75000"/>
                        <a:buFont typeface="Wingdings" panose="05000000000000000000" pitchFamily="2" charset="2"/>
                        <a:defRPr i="1">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SzPct val="55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lgn="l">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anose="05000000000000000000" pitchFamily="2" charset="2"/>
                        <a:buNone/>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简要描述</a:t>
                      </a:r>
                      <a:r>
                        <a:rPr kumimoji="0" lang="zh-CN" altLang="en-US" sz="1600" b="1" i="1"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endParaRPr kumimoji="0" lang="zh-CN" altLang="en-US" sz="1600" b="1" i="1"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9425">
                <a:tc>
                  <a:txBody>
                    <a:bodyPr/>
                    <a:lstStyle>
                      <a:lvl1pPr algn="l">
                        <a:spcBef>
                          <a:spcPct val="20000"/>
                        </a:spcBef>
                        <a:buClr>
                          <a:schemeClr val="folHlink"/>
                        </a:buClr>
                        <a:buSzPct val="90000"/>
                        <a:buFont typeface="Wingdings" panose="05000000000000000000" pitchFamily="2" charset="2"/>
                        <a:defRPr sz="2400" b="1" i="1">
                          <a:solidFill>
                            <a:schemeClr val="tx1"/>
                          </a:solidFill>
                          <a:latin typeface="Arial" panose="020B0604020202020204" pitchFamily="34" charset="0"/>
                          <a:ea typeface="宋体" panose="02010600030101010101" pitchFamily="2" charset="-122"/>
                        </a:defRPr>
                      </a:lvl1pPr>
                      <a:lvl2pPr algn="l">
                        <a:spcBef>
                          <a:spcPct val="20000"/>
                        </a:spcBef>
                        <a:buClr>
                          <a:schemeClr val="accent1"/>
                        </a:buClr>
                        <a:buSzPct val="75000"/>
                        <a:buFont typeface="Wingdings" panose="05000000000000000000" pitchFamily="2" charset="2"/>
                        <a:defRPr i="1">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SzPct val="55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lgn="l">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anose="05000000000000000000" pitchFamily="2" charset="2"/>
                        <a:buNone/>
                      </a:pP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EIA Standard IS-649 National Consensus Std for Configuration Management, Aug. 1995</a:t>
                      </a:r>
                      <a:r>
                        <a:rPr kumimoji="0" lang="en-US" altLang="zh-CN" sz="1600" b="1" i="1"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endParaRPr kumimoji="0" lang="zh-CN" altLang="en-US" sz="1600" b="1" i="1"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90000"/>
                        <a:buFont typeface="Wingdings" panose="05000000000000000000" pitchFamily="2" charset="2"/>
                        <a:defRPr sz="2400" b="1" i="1">
                          <a:solidFill>
                            <a:schemeClr val="tx1"/>
                          </a:solidFill>
                          <a:latin typeface="Arial" panose="020B0604020202020204" pitchFamily="34" charset="0"/>
                          <a:ea typeface="宋体" panose="02010600030101010101" pitchFamily="2" charset="-122"/>
                        </a:defRPr>
                      </a:lvl1pPr>
                      <a:lvl2pPr algn="l">
                        <a:spcBef>
                          <a:spcPct val="20000"/>
                        </a:spcBef>
                        <a:buClr>
                          <a:schemeClr val="accent1"/>
                        </a:buClr>
                        <a:buSzPct val="75000"/>
                        <a:buFont typeface="Wingdings" panose="05000000000000000000" pitchFamily="2" charset="2"/>
                        <a:defRPr i="1">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SzPct val="55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lgn="l">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anose="05000000000000000000" pitchFamily="2" charset="2"/>
                        <a:buNone/>
                      </a:pP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给出基本的</a:t>
                      </a: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CM</a:t>
                      </a: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规则，和业界最好的实践经验来指导标识产品配置并进行高效、有条理的软硬件产品管理。 </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6250">
                <a:tc>
                  <a:txBody>
                    <a:bodyPr/>
                    <a:lstStyle>
                      <a:lvl1pPr algn="l">
                        <a:spcBef>
                          <a:spcPct val="20000"/>
                        </a:spcBef>
                        <a:buClr>
                          <a:schemeClr val="folHlink"/>
                        </a:buClr>
                        <a:buSzPct val="90000"/>
                        <a:buFont typeface="Wingdings" panose="05000000000000000000" pitchFamily="2" charset="2"/>
                        <a:defRPr sz="2400" b="1" i="1">
                          <a:solidFill>
                            <a:schemeClr val="tx1"/>
                          </a:solidFill>
                          <a:latin typeface="Arial" panose="020B0604020202020204" pitchFamily="34" charset="0"/>
                          <a:ea typeface="宋体" panose="02010600030101010101" pitchFamily="2" charset="-122"/>
                        </a:defRPr>
                      </a:lvl1pPr>
                      <a:lvl2pPr algn="l">
                        <a:spcBef>
                          <a:spcPct val="20000"/>
                        </a:spcBef>
                        <a:buClr>
                          <a:schemeClr val="accent1"/>
                        </a:buClr>
                        <a:buSzPct val="75000"/>
                        <a:buFont typeface="Wingdings" panose="05000000000000000000" pitchFamily="2" charset="2"/>
                        <a:defRPr i="1">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SzPct val="55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lgn="l">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anose="05000000000000000000" pitchFamily="2" charset="2"/>
                        <a:buNone/>
                      </a:pP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IEEE Std 1042-1987, Guide to Software Configuration Management (ANSI)</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90000"/>
                        <a:buFont typeface="Wingdings" panose="05000000000000000000" pitchFamily="2" charset="2"/>
                        <a:defRPr sz="2400" b="1" i="1">
                          <a:solidFill>
                            <a:schemeClr val="tx1"/>
                          </a:solidFill>
                          <a:latin typeface="Arial" panose="020B0604020202020204" pitchFamily="34" charset="0"/>
                          <a:ea typeface="宋体" panose="02010600030101010101" pitchFamily="2" charset="-122"/>
                        </a:defRPr>
                      </a:lvl1pPr>
                      <a:lvl2pPr algn="l">
                        <a:spcBef>
                          <a:spcPct val="20000"/>
                        </a:spcBef>
                        <a:buClr>
                          <a:schemeClr val="accent1"/>
                        </a:buClr>
                        <a:buSzPct val="75000"/>
                        <a:buFont typeface="Wingdings" panose="05000000000000000000" pitchFamily="2" charset="2"/>
                        <a:defRPr i="1">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SzPct val="55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lgn="l">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anose="05000000000000000000" pitchFamily="2" charset="2"/>
                        <a:buNone/>
                      </a:pP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描述</a:t>
                      </a: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CM</a:t>
                      </a: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规则在软件工程项目中的应用。包括</a:t>
                      </a: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a:t>
                      </a: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个完整的</a:t>
                      </a: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SCM</a:t>
                      </a: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计划的例子。</a:t>
                      </a:r>
                      <a:r>
                        <a:rPr kumimoji="0" lang="zh-CN" altLang="en-US" sz="2400" b="1" i="1"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endParaRPr kumimoji="0" lang="zh-CN" altLang="en-US" sz="2400" b="1" i="1"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85788">
                <a:tc>
                  <a:txBody>
                    <a:bodyPr/>
                    <a:lstStyle>
                      <a:lvl1pPr algn="l">
                        <a:spcBef>
                          <a:spcPct val="20000"/>
                        </a:spcBef>
                        <a:buClr>
                          <a:schemeClr val="folHlink"/>
                        </a:buClr>
                        <a:buSzPct val="90000"/>
                        <a:buFont typeface="Wingdings" panose="05000000000000000000" pitchFamily="2" charset="2"/>
                        <a:defRPr sz="2400" b="1" i="1">
                          <a:solidFill>
                            <a:schemeClr val="tx1"/>
                          </a:solidFill>
                          <a:latin typeface="Arial" panose="020B0604020202020204" pitchFamily="34" charset="0"/>
                          <a:ea typeface="宋体" panose="02010600030101010101" pitchFamily="2" charset="-122"/>
                        </a:defRPr>
                      </a:lvl1pPr>
                      <a:lvl2pPr algn="l">
                        <a:spcBef>
                          <a:spcPct val="20000"/>
                        </a:spcBef>
                        <a:buClr>
                          <a:schemeClr val="accent1"/>
                        </a:buClr>
                        <a:buSzPct val="75000"/>
                        <a:buFont typeface="Wingdings" panose="05000000000000000000" pitchFamily="2" charset="2"/>
                        <a:defRPr i="1">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SzPct val="55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lgn="l">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anose="05000000000000000000" pitchFamily="2" charset="2"/>
                        <a:buNone/>
                      </a:pP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IEEE Std 828-1990, Standard for Software Configuration Management Plans (ANSI) </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anose="05000000000000000000" pitchFamily="2" charset="2"/>
                        <a:buNone/>
                      </a:pP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90000"/>
                        <a:buFont typeface="Wingdings" panose="05000000000000000000" pitchFamily="2" charset="2"/>
                        <a:defRPr sz="2400" b="1" i="1">
                          <a:solidFill>
                            <a:schemeClr val="tx1"/>
                          </a:solidFill>
                          <a:latin typeface="Arial" panose="020B0604020202020204" pitchFamily="34" charset="0"/>
                          <a:ea typeface="宋体" panose="02010600030101010101" pitchFamily="2" charset="-122"/>
                        </a:defRPr>
                      </a:lvl1pPr>
                      <a:lvl2pPr algn="l">
                        <a:spcBef>
                          <a:spcPct val="20000"/>
                        </a:spcBef>
                        <a:buClr>
                          <a:schemeClr val="accent1"/>
                        </a:buClr>
                        <a:buSzPct val="75000"/>
                        <a:buFont typeface="Wingdings" panose="05000000000000000000" pitchFamily="2" charset="2"/>
                        <a:defRPr i="1">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SzPct val="55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lgn="l">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anose="05000000000000000000" pitchFamily="2" charset="2"/>
                        <a:buNone/>
                      </a:pP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确定</a:t>
                      </a: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SCM</a:t>
                      </a: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计划最少需要哪些内容，是</a:t>
                      </a: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IEEE Std 1042-1987</a:t>
                      </a: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的补充。应用于重要软件的整个生命周期，也适用于非重要软件和已开发的软件。</a:t>
                      </a:r>
                      <a:r>
                        <a:rPr kumimoji="0" lang="zh-CN" altLang="en-US" sz="2400" b="1" i="1"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endParaRPr kumimoji="0" lang="zh-CN" altLang="en-US" sz="2400" b="1" i="1"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6250">
                <a:tc>
                  <a:txBody>
                    <a:bodyPr/>
                    <a:lstStyle>
                      <a:lvl1pPr algn="l">
                        <a:spcBef>
                          <a:spcPct val="20000"/>
                        </a:spcBef>
                        <a:buClr>
                          <a:schemeClr val="folHlink"/>
                        </a:buClr>
                        <a:buSzPct val="90000"/>
                        <a:buFont typeface="Wingdings" panose="05000000000000000000" pitchFamily="2" charset="2"/>
                        <a:defRPr sz="2400" b="1" i="1">
                          <a:solidFill>
                            <a:schemeClr val="tx1"/>
                          </a:solidFill>
                          <a:latin typeface="Arial" panose="020B0604020202020204" pitchFamily="34" charset="0"/>
                          <a:ea typeface="宋体" panose="02010600030101010101" pitchFamily="2" charset="-122"/>
                        </a:defRPr>
                      </a:lvl1pPr>
                      <a:lvl2pPr algn="l">
                        <a:spcBef>
                          <a:spcPct val="20000"/>
                        </a:spcBef>
                        <a:buClr>
                          <a:schemeClr val="accent1"/>
                        </a:buClr>
                        <a:buSzPct val="75000"/>
                        <a:buFont typeface="Wingdings" panose="05000000000000000000" pitchFamily="2" charset="2"/>
                        <a:defRPr i="1">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SzPct val="55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lgn="l">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anose="05000000000000000000" pitchFamily="2" charset="2"/>
                        <a:buNone/>
                      </a:pP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IEEE/EIA 12207.0-1996, Industry Implementation of International Standard ISO/IEC 12207:1995 (ISO/IEC 12207) Standard for Information Technology – Software Lifecycle Processes, Mar 1998</a:t>
                      </a:r>
                      <a:r>
                        <a:rPr kumimoji="0" lang="en-US" altLang="zh-CN" sz="2400" b="1" i="1"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endParaRPr kumimoji="0" lang="zh-CN" altLang="en-US" sz="2400" b="1" i="1"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90000"/>
                        <a:buFont typeface="Wingdings" panose="05000000000000000000" pitchFamily="2" charset="2"/>
                        <a:defRPr sz="2400" b="1" i="1">
                          <a:solidFill>
                            <a:schemeClr val="tx1"/>
                          </a:solidFill>
                          <a:latin typeface="Arial" panose="020B0604020202020204" pitchFamily="34" charset="0"/>
                          <a:ea typeface="宋体" panose="02010600030101010101" pitchFamily="2" charset="-122"/>
                        </a:defRPr>
                      </a:lvl1pPr>
                      <a:lvl2pPr algn="l">
                        <a:spcBef>
                          <a:spcPct val="20000"/>
                        </a:spcBef>
                        <a:buClr>
                          <a:schemeClr val="accent1"/>
                        </a:buClr>
                        <a:buSzPct val="75000"/>
                        <a:buFont typeface="Wingdings" panose="05000000000000000000" pitchFamily="2" charset="2"/>
                        <a:defRPr i="1">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SzPct val="55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lgn="l">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anose="05000000000000000000" pitchFamily="2" charset="2"/>
                        <a:buNone/>
                      </a:pP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用明确的术语定义了软件生命周期的一个公共框架。包括在系统软件、独立软件产品、软件服务的获取过程和软件产品供应、开发、操作、维护中的过程、活动和任务。</a:t>
                      </a:r>
                      <a:r>
                        <a:rPr kumimoji="0" lang="zh-CN" altLang="en-US" sz="2400" b="1" i="1"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endParaRPr kumimoji="0" lang="zh-CN" altLang="en-US" sz="2400" b="1" i="1"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3896" name="Rectangle 24"/>
          <p:cNvSpPr>
            <a:spLocks noGrp="1" noChangeArrowheads="1"/>
          </p:cNvSpPr>
          <p:nvPr>
            <p:ph type="title"/>
          </p:nvPr>
        </p:nvSpPr>
        <p:spPr/>
        <p:txBody>
          <a:bodyPr/>
          <a:lstStyle/>
          <a:p>
            <a:r>
              <a:rPr lang="zh-CN" altLang="en-US" i="0"/>
              <a:t>软件配置标准和指南</a:t>
            </a:r>
            <a:endParaRPr lang="en-US" altLang="zh-CN" i="0"/>
          </a:p>
        </p:txBody>
      </p:sp>
      <p:graphicFrame>
        <p:nvGraphicFramePr>
          <p:cNvPr id="1743916" name="Group 44"/>
          <p:cNvGraphicFramePr>
            <a:graphicFrameLocks noGrp="1"/>
          </p:cNvGraphicFramePr>
          <p:nvPr>
            <p:ph idx="1"/>
          </p:nvPr>
        </p:nvGraphicFramePr>
        <p:xfrm>
          <a:off x="2438400" y="1628775"/>
          <a:ext cx="7772400" cy="4685538"/>
        </p:xfrm>
        <a:graphic>
          <a:graphicData uri="http://schemas.openxmlformats.org/drawingml/2006/table">
            <a:tbl>
              <a:tblPr/>
              <a:tblGrid>
                <a:gridCol w="3011488"/>
                <a:gridCol w="4760912"/>
              </a:tblGrid>
              <a:tr h="247650">
                <a:tc>
                  <a:txBody>
                    <a:bodyPr/>
                    <a:lstStyle>
                      <a:lvl1pPr algn="l">
                        <a:spcBef>
                          <a:spcPct val="20000"/>
                        </a:spcBef>
                        <a:buClr>
                          <a:schemeClr val="folHlink"/>
                        </a:buClr>
                        <a:buSzPct val="90000"/>
                        <a:buFont typeface="Wingdings" panose="05000000000000000000" pitchFamily="2" charset="2"/>
                        <a:defRPr sz="2400" b="1" i="1">
                          <a:solidFill>
                            <a:schemeClr val="tx1"/>
                          </a:solidFill>
                          <a:latin typeface="Arial" panose="020B0604020202020204" pitchFamily="34" charset="0"/>
                          <a:ea typeface="宋体" panose="02010600030101010101" pitchFamily="2" charset="-122"/>
                        </a:defRPr>
                      </a:lvl1pPr>
                      <a:lvl2pPr algn="l">
                        <a:spcBef>
                          <a:spcPct val="20000"/>
                        </a:spcBef>
                        <a:buClr>
                          <a:schemeClr val="accent1"/>
                        </a:buClr>
                        <a:buSzPct val="75000"/>
                        <a:buFont typeface="Wingdings" panose="05000000000000000000" pitchFamily="2" charset="2"/>
                        <a:defRPr i="1">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SzPct val="55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lgn="l">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anose="05000000000000000000" pitchFamily="2" charset="2"/>
                        <a:buNone/>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标志和指南 </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90000"/>
                        <a:buFont typeface="Wingdings" panose="05000000000000000000" pitchFamily="2" charset="2"/>
                        <a:defRPr sz="2400" b="1" i="1">
                          <a:solidFill>
                            <a:schemeClr val="tx1"/>
                          </a:solidFill>
                          <a:latin typeface="Arial" panose="020B0604020202020204" pitchFamily="34" charset="0"/>
                          <a:ea typeface="宋体" panose="02010600030101010101" pitchFamily="2" charset="-122"/>
                        </a:defRPr>
                      </a:lvl1pPr>
                      <a:lvl2pPr algn="l">
                        <a:spcBef>
                          <a:spcPct val="20000"/>
                        </a:spcBef>
                        <a:buClr>
                          <a:schemeClr val="accent1"/>
                        </a:buClr>
                        <a:buSzPct val="75000"/>
                        <a:buFont typeface="Wingdings" panose="05000000000000000000" pitchFamily="2" charset="2"/>
                        <a:defRPr i="1">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SzPct val="55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lgn="l">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anose="05000000000000000000" pitchFamily="2" charset="2"/>
                        <a:buNone/>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简要描述</a:t>
                      </a:r>
                      <a:r>
                        <a:rPr kumimoji="0" lang="zh-CN" altLang="en-US" sz="1600" b="1" i="1"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endParaRPr kumimoji="0" lang="zh-CN" altLang="en-US" sz="1600" b="1" i="1"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23900">
                <a:tc>
                  <a:txBody>
                    <a:bodyPr/>
                    <a:lstStyle>
                      <a:lvl1pPr algn="l">
                        <a:spcBef>
                          <a:spcPct val="20000"/>
                        </a:spcBef>
                        <a:buClr>
                          <a:schemeClr val="folHlink"/>
                        </a:buClr>
                        <a:buSzPct val="90000"/>
                        <a:buFont typeface="Wingdings" panose="05000000000000000000" pitchFamily="2" charset="2"/>
                        <a:defRPr sz="2400" b="1" i="1">
                          <a:solidFill>
                            <a:schemeClr val="tx1"/>
                          </a:solidFill>
                          <a:latin typeface="Arial" panose="020B0604020202020204" pitchFamily="34" charset="0"/>
                          <a:ea typeface="宋体" panose="02010600030101010101" pitchFamily="2" charset="-122"/>
                        </a:defRPr>
                      </a:lvl1pPr>
                      <a:lvl2pPr algn="l">
                        <a:spcBef>
                          <a:spcPct val="20000"/>
                        </a:spcBef>
                        <a:buClr>
                          <a:schemeClr val="accent1"/>
                        </a:buClr>
                        <a:buSzPct val="75000"/>
                        <a:buFont typeface="Wingdings" panose="05000000000000000000" pitchFamily="2" charset="2"/>
                        <a:defRPr i="1">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SzPct val="55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lgn="l">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anose="05000000000000000000" pitchFamily="2" charset="2"/>
                        <a:buNone/>
                      </a:pP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IEEE/EIA 12207.1-1996, Lifecycle data, April 1998 </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90000"/>
                        <a:buFont typeface="Wingdings" panose="05000000000000000000" pitchFamily="2" charset="2"/>
                        <a:defRPr sz="2400" b="1" i="1">
                          <a:solidFill>
                            <a:schemeClr val="tx1"/>
                          </a:solidFill>
                          <a:latin typeface="Arial" panose="020B0604020202020204" pitchFamily="34" charset="0"/>
                          <a:ea typeface="宋体" panose="02010600030101010101" pitchFamily="2" charset="-122"/>
                        </a:defRPr>
                      </a:lvl1pPr>
                      <a:lvl2pPr algn="l">
                        <a:spcBef>
                          <a:spcPct val="20000"/>
                        </a:spcBef>
                        <a:buClr>
                          <a:schemeClr val="accent1"/>
                        </a:buClr>
                        <a:buSzPct val="75000"/>
                        <a:buFont typeface="Wingdings" panose="05000000000000000000" pitchFamily="2" charset="2"/>
                        <a:defRPr i="1">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SzPct val="55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lgn="l">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anose="05000000000000000000" pitchFamily="2" charset="2"/>
                        <a:buNone/>
                      </a:pP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给出了在</a:t>
                      </a: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IEEE/EIA 12207.0</a:t>
                      </a: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1996</a:t>
                      </a: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中的活动和任务执行过程中哪些数据可以记录的指导。对记录内容、记录位置、格式、和记录介质没有限定。 </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6250">
                <a:tc>
                  <a:txBody>
                    <a:bodyPr/>
                    <a:lstStyle>
                      <a:lvl1pPr algn="l">
                        <a:spcBef>
                          <a:spcPct val="20000"/>
                        </a:spcBef>
                        <a:buClr>
                          <a:schemeClr val="folHlink"/>
                        </a:buClr>
                        <a:buSzPct val="90000"/>
                        <a:buFont typeface="Wingdings" panose="05000000000000000000" pitchFamily="2" charset="2"/>
                        <a:defRPr sz="2400" b="1" i="1">
                          <a:solidFill>
                            <a:schemeClr val="tx1"/>
                          </a:solidFill>
                          <a:latin typeface="Arial" panose="020B0604020202020204" pitchFamily="34" charset="0"/>
                          <a:ea typeface="宋体" panose="02010600030101010101" pitchFamily="2" charset="-122"/>
                        </a:defRPr>
                      </a:lvl1pPr>
                      <a:lvl2pPr algn="l">
                        <a:spcBef>
                          <a:spcPct val="20000"/>
                        </a:spcBef>
                        <a:buClr>
                          <a:schemeClr val="accent1"/>
                        </a:buClr>
                        <a:buSzPct val="75000"/>
                        <a:buFont typeface="Wingdings" panose="05000000000000000000" pitchFamily="2" charset="2"/>
                        <a:defRPr i="1">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SzPct val="55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lgn="l">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anose="05000000000000000000" pitchFamily="2" charset="2"/>
                        <a:buNone/>
                      </a:pP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IEEE/EIA 12207.2-1996, Implementation Considerations, April 1998</a:t>
                      </a:r>
                      <a:r>
                        <a:rPr kumimoji="0" lang="en-US" altLang="zh-CN" sz="2400" b="1" i="1"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endParaRPr kumimoji="0" lang="zh-CN" altLang="en-US" sz="2400" b="1" i="1"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90000"/>
                        <a:buFont typeface="Wingdings" panose="05000000000000000000" pitchFamily="2" charset="2"/>
                        <a:defRPr sz="2400" b="1" i="1">
                          <a:solidFill>
                            <a:schemeClr val="tx1"/>
                          </a:solidFill>
                          <a:latin typeface="Arial" panose="020B0604020202020204" pitchFamily="34" charset="0"/>
                          <a:ea typeface="宋体" panose="02010600030101010101" pitchFamily="2" charset="-122"/>
                        </a:defRPr>
                      </a:lvl1pPr>
                      <a:lvl2pPr algn="l">
                        <a:spcBef>
                          <a:spcPct val="20000"/>
                        </a:spcBef>
                        <a:buClr>
                          <a:schemeClr val="accent1"/>
                        </a:buClr>
                        <a:buSzPct val="75000"/>
                        <a:buFont typeface="Wingdings" panose="05000000000000000000" pitchFamily="2" charset="2"/>
                        <a:defRPr i="1">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SzPct val="55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lgn="l">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anose="05000000000000000000" pitchFamily="2" charset="2"/>
                        <a:buNone/>
                      </a:pP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给出了实现</a:t>
                      </a: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IEEE/EIA 12207.0</a:t>
                      </a: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过程要求的指导。目的是总结软件业在</a:t>
                      </a: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ISO/IEC 12207</a:t>
                      </a: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的过程结构环境方面最好的实践经验。</a:t>
                      </a:r>
                      <a:r>
                        <a:rPr kumimoji="0" lang="zh-CN" altLang="en-US" sz="2400" b="1" i="1"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endParaRPr kumimoji="0" lang="zh-CN" altLang="en-US" sz="2400" b="1" i="1"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85788">
                <a:tc>
                  <a:txBody>
                    <a:bodyPr/>
                    <a:lstStyle>
                      <a:lvl1pPr algn="l">
                        <a:spcBef>
                          <a:spcPct val="20000"/>
                        </a:spcBef>
                        <a:buClr>
                          <a:schemeClr val="folHlink"/>
                        </a:buClr>
                        <a:buSzPct val="90000"/>
                        <a:buFont typeface="Wingdings" panose="05000000000000000000" pitchFamily="2" charset="2"/>
                        <a:defRPr sz="2400" b="1" i="1">
                          <a:solidFill>
                            <a:schemeClr val="tx1"/>
                          </a:solidFill>
                          <a:latin typeface="Arial" panose="020B0604020202020204" pitchFamily="34" charset="0"/>
                          <a:ea typeface="宋体" panose="02010600030101010101" pitchFamily="2" charset="-122"/>
                        </a:defRPr>
                      </a:lvl1pPr>
                      <a:lvl2pPr algn="l">
                        <a:spcBef>
                          <a:spcPct val="20000"/>
                        </a:spcBef>
                        <a:buClr>
                          <a:schemeClr val="accent1"/>
                        </a:buClr>
                        <a:buSzPct val="75000"/>
                        <a:buFont typeface="Wingdings" panose="05000000000000000000" pitchFamily="2" charset="2"/>
                        <a:defRPr i="1">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SzPct val="55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lgn="l">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anose="05000000000000000000" pitchFamily="2" charset="2"/>
                        <a:buNone/>
                      </a:pP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ISO 9000-3:1991 (E), Quality Mgmt&amp;Quality Assurance Stds-Part 3:Guidelines for the application of ISO 9001 to the development, supply and maintenance of software </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anose="05000000000000000000" pitchFamily="2" charset="2"/>
                        <a:buNone/>
                      </a:pP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90000"/>
                        <a:buFont typeface="Wingdings" panose="05000000000000000000" pitchFamily="2" charset="2"/>
                        <a:defRPr sz="2400" b="1" i="1">
                          <a:solidFill>
                            <a:schemeClr val="tx1"/>
                          </a:solidFill>
                          <a:latin typeface="Arial" panose="020B0604020202020204" pitchFamily="34" charset="0"/>
                          <a:ea typeface="宋体" panose="02010600030101010101" pitchFamily="2" charset="-122"/>
                        </a:defRPr>
                      </a:lvl1pPr>
                      <a:lvl2pPr algn="l">
                        <a:spcBef>
                          <a:spcPct val="20000"/>
                        </a:spcBef>
                        <a:buClr>
                          <a:schemeClr val="accent1"/>
                        </a:buClr>
                        <a:buSzPct val="75000"/>
                        <a:buFont typeface="Wingdings" panose="05000000000000000000" pitchFamily="2" charset="2"/>
                        <a:defRPr i="1">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SzPct val="55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lgn="l">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anose="05000000000000000000" pitchFamily="2" charset="2"/>
                        <a:buNone/>
                      </a:pP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为应用</a:t>
                      </a: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ISO 9001</a:t>
                      </a: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的开发、供应、维护软件的组织提出的指导方针。目的是在合同双方需要供应方开发、支持和维护软件产品能力的证明时提供指导。 </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6250">
                <a:tc>
                  <a:txBody>
                    <a:bodyPr/>
                    <a:lstStyle>
                      <a:lvl1pPr algn="l">
                        <a:spcBef>
                          <a:spcPct val="20000"/>
                        </a:spcBef>
                        <a:buClr>
                          <a:schemeClr val="folHlink"/>
                        </a:buClr>
                        <a:buSzPct val="90000"/>
                        <a:buFont typeface="Wingdings" panose="05000000000000000000" pitchFamily="2" charset="2"/>
                        <a:defRPr sz="2400" b="1" i="1">
                          <a:solidFill>
                            <a:schemeClr val="tx1"/>
                          </a:solidFill>
                          <a:latin typeface="Arial" panose="020B0604020202020204" pitchFamily="34" charset="0"/>
                          <a:ea typeface="宋体" panose="02010600030101010101" pitchFamily="2" charset="-122"/>
                        </a:defRPr>
                      </a:lvl1pPr>
                      <a:lvl2pPr algn="l">
                        <a:spcBef>
                          <a:spcPct val="20000"/>
                        </a:spcBef>
                        <a:buClr>
                          <a:schemeClr val="accent1"/>
                        </a:buClr>
                        <a:buSzPct val="75000"/>
                        <a:buFont typeface="Wingdings" panose="05000000000000000000" pitchFamily="2" charset="2"/>
                        <a:defRPr i="1">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SzPct val="55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lgn="l">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anose="05000000000000000000" pitchFamily="2" charset="2"/>
                        <a:buNone/>
                      </a:pP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MIL-HDBK-61, Configuration Management Guidance </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90000"/>
                        <a:buFont typeface="Wingdings" panose="05000000000000000000" pitchFamily="2" charset="2"/>
                        <a:defRPr sz="2400" b="1" i="1">
                          <a:solidFill>
                            <a:schemeClr val="tx1"/>
                          </a:solidFill>
                          <a:latin typeface="Arial" panose="020B0604020202020204" pitchFamily="34" charset="0"/>
                          <a:ea typeface="宋体" panose="02010600030101010101" pitchFamily="2" charset="-122"/>
                        </a:defRPr>
                      </a:lvl1pPr>
                      <a:lvl2pPr algn="l">
                        <a:spcBef>
                          <a:spcPct val="20000"/>
                        </a:spcBef>
                        <a:buClr>
                          <a:schemeClr val="accent1"/>
                        </a:buClr>
                        <a:buSzPct val="75000"/>
                        <a:buFont typeface="Wingdings" panose="05000000000000000000" pitchFamily="2" charset="2"/>
                        <a:defRPr i="1">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SzPct val="55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lgn="l">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anose="05000000000000000000" pitchFamily="2" charset="2"/>
                        <a:buNone/>
                      </a:pP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提供了</a:t>
                      </a: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DoD</a:t>
                      </a: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采购经理、后勤管理员和其他个人已指派的</a:t>
                      </a: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CM</a:t>
                      </a: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职责方面的指导和信息。为国防系统和其配置项的所有生命周期阶段的实践活动制订计划并有效实现</a:t>
                      </a: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DoD CM</a:t>
                      </a: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活动提供帮助。</a:t>
                      </a:r>
                      <a:r>
                        <a:rPr kumimoji="0" lang="zh-CN" altLang="en-US" sz="2400" b="1" i="1"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endParaRPr kumimoji="0" lang="zh-CN" altLang="en-US" sz="2400" b="1" i="1"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思考题</a:t>
            </a:r>
            <a:endParaRPr lang="zh-CN" altLang="en-US"/>
          </a:p>
        </p:txBody>
      </p:sp>
      <p:sp>
        <p:nvSpPr>
          <p:cNvPr id="4" name="日期占位符 3"/>
          <p:cNvSpPr>
            <a:spLocks noGrp="1"/>
          </p:cNvSpPr>
          <p:nvPr>
            <p:ph type="dt" sz="half" idx="10"/>
          </p:nvPr>
        </p:nvSpPr>
        <p:spPr/>
        <p:txBody>
          <a:bodyPr/>
          <a:p>
            <a:endParaRPr lang="en-US" altLang="zh-CN"/>
          </a:p>
        </p:txBody>
      </p:sp>
      <p:sp>
        <p:nvSpPr>
          <p:cNvPr id="5" name="文本框 4"/>
          <p:cNvSpPr txBox="1"/>
          <p:nvPr/>
        </p:nvSpPr>
        <p:spPr>
          <a:xfrm>
            <a:off x="1927225" y="2670175"/>
            <a:ext cx="8600440" cy="583565"/>
          </a:xfrm>
          <a:prstGeom prst="rect">
            <a:avLst/>
          </a:prstGeom>
          <a:noFill/>
        </p:spPr>
        <p:txBody>
          <a:bodyPr wrap="square" rtlCol="0">
            <a:spAutoFit/>
          </a:bodyPr>
          <a:p>
            <a:r>
              <a:rPr lang="zh-CN" altLang="en-US" sz="3200" b="1"/>
              <a:t>软件配置管理的主要功能是什么？</a:t>
            </a:r>
            <a:endParaRPr lang="zh-CN" altLang="en-US" sz="3200" b="1"/>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lue Tan Gradient 16x9">
  <a:themeElements>
    <a:clrScheme name="BlueTanGradient">
      <a:dk1>
        <a:srgbClr val="31312F"/>
      </a:dk1>
      <a:lt1>
        <a:sysClr val="window" lastClr="FFFFFF"/>
      </a:lt1>
      <a:dk2>
        <a:srgbClr val="000000"/>
      </a:dk2>
      <a:lt2>
        <a:srgbClr val="D9CBB9"/>
      </a:lt2>
      <a:accent1>
        <a:srgbClr val="52AC97"/>
      </a:accent1>
      <a:accent2>
        <a:srgbClr val="B79E6D"/>
      </a:accent2>
      <a:accent3>
        <a:srgbClr val="478BA9"/>
      </a:accent3>
      <a:accent4>
        <a:srgbClr val="BF4F39"/>
      </a:accent4>
      <a:accent5>
        <a:srgbClr val="826C8E"/>
      </a:accent5>
      <a:accent6>
        <a:srgbClr val="D58637"/>
      </a:accent6>
      <a:hlink>
        <a:srgbClr val="52AC97"/>
      </a:hlink>
      <a:folHlink>
        <a:srgbClr val="969696"/>
      </a:folHlink>
    </a:clrScheme>
    <a:fontScheme name="BlueTanGradient">
      <a:majorFont>
        <a:latin typeface="Franklin Gothic Medium"/>
        <a:ea typeface=""/>
        <a:cs typeface=""/>
      </a:majorFont>
      <a:minorFont>
        <a:latin typeface="Franklin Gothic 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主题">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9589</Words>
  <Application>WPS 演示</Application>
  <PresentationFormat>宽屏</PresentationFormat>
  <Paragraphs>875</Paragraphs>
  <Slides>59</Slides>
  <Notes>37</Notes>
  <HiddenSlides>1</HiddenSlides>
  <MMClips>0</MMClips>
  <ScaleCrop>false</ScaleCrop>
  <HeadingPairs>
    <vt:vector size="6" baseType="variant">
      <vt:variant>
        <vt:lpstr>已用的字体</vt:lpstr>
      </vt:variant>
      <vt:variant>
        <vt:i4>10</vt:i4>
      </vt:variant>
      <vt:variant>
        <vt:lpstr>主题</vt:lpstr>
      </vt:variant>
      <vt:variant>
        <vt:i4>3</vt:i4>
      </vt:variant>
      <vt:variant>
        <vt:lpstr>幻灯片标题</vt:lpstr>
      </vt:variant>
      <vt:variant>
        <vt:i4>59</vt:i4>
      </vt:variant>
    </vt:vector>
  </HeadingPairs>
  <TitlesOfParts>
    <vt:vector size="72" baseType="lpstr">
      <vt:lpstr>Arial</vt:lpstr>
      <vt:lpstr>宋体</vt:lpstr>
      <vt:lpstr>Wingdings</vt:lpstr>
      <vt:lpstr>Microsoft YaHei UI</vt:lpstr>
      <vt:lpstr>Calibri</vt:lpstr>
      <vt:lpstr>微软雅黑</vt:lpstr>
      <vt:lpstr>Impact</vt:lpstr>
      <vt:lpstr>Arial Unicode MS</vt:lpstr>
      <vt:lpstr>Calibri Light</vt:lpstr>
      <vt:lpstr>MS PGothic</vt:lpstr>
      <vt:lpstr>Office 主题</vt:lpstr>
      <vt:lpstr>Blue Tan Gradient 16x9</vt:lpstr>
      <vt:lpstr>1_Office 主题</vt:lpstr>
      <vt:lpstr>PowerPoint 演示文稿</vt:lpstr>
      <vt:lpstr>PowerPoint 演示文稿</vt:lpstr>
      <vt:lpstr>PowerPoint 演示文稿</vt:lpstr>
      <vt:lpstr>引入</vt:lpstr>
      <vt:lpstr>PowerPoint 演示文稿</vt:lpstr>
      <vt:lpstr>PowerPoint 演示文稿</vt:lpstr>
      <vt:lpstr>PowerPoint 演示文稿</vt:lpstr>
      <vt:lpstr>PowerPoint 演示文稿</vt:lpstr>
      <vt:lpstr>PowerPoint 演示文稿</vt:lpstr>
      <vt:lpstr>概念定义</vt:lpstr>
      <vt:lpstr>PowerPoint 演示文稿</vt:lpstr>
      <vt:lpstr>PowerPoint 演示文稿</vt:lpstr>
      <vt:lpstr>PowerPoint 演示文稿</vt:lpstr>
      <vt:lpstr>PowerPoint 演示文稿</vt:lpstr>
      <vt:lpstr>PowerPoint 演示文稿</vt:lpstr>
      <vt:lpstr>PowerPoint 演示文稿</vt:lpstr>
      <vt:lpstr>意义目标</vt:lpstr>
      <vt:lpstr>PowerPoint 演示文稿</vt:lpstr>
      <vt:lpstr>PowerPoint 演示文稿</vt:lpstr>
      <vt:lpstr>PowerPoint 演示文稿</vt:lpstr>
      <vt:lpstr>PowerPoint 演示文稿</vt:lpstr>
      <vt:lpstr>PowerPoint 演示文稿</vt:lpstr>
      <vt:lpstr>PowerPoint 演示文稿</vt:lpstr>
      <vt:lpstr>发展历史</vt:lpstr>
      <vt:lpstr>主要内容——简述</vt:lpstr>
      <vt:lpstr>主要内容——相关概念</vt:lpstr>
      <vt:lpstr>主要内容——过程</vt:lpstr>
      <vt:lpstr>主要内容——细化</vt:lpstr>
      <vt:lpstr>主要内容——细化</vt:lpstr>
      <vt:lpstr>主要内容——细化</vt:lpstr>
      <vt:lpstr>优点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5.6.1 软件配置标准</vt:lpstr>
      <vt:lpstr>软件配置标准和指南</vt:lpstr>
      <vt:lpstr>思考题</vt:lpstr>
    </vt:vector>
  </TitlesOfParts>
  <Company>DPHOME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user</dc:title>
  <dc:creator>user</dc:creator>
  <cp:keywords>user</cp:keywords>
  <dc:description>https://800sucai.taobao.com</dc:description>
  <dc:subject>哎呀小小草</dc:subject>
  <cp:category>https://800sucai.taobao.com</cp:category>
  <cp:lastModifiedBy>Mr Nie</cp:lastModifiedBy>
  <cp:revision>47</cp:revision>
  <dcterms:created xsi:type="dcterms:W3CDTF">2014-12-17T15:36:00Z</dcterms:created>
  <dcterms:modified xsi:type="dcterms:W3CDTF">2022-09-26T02:22:36Z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2052-11.1.0.11411</vt:lpwstr>
  </property>
  <property fmtid="{D5CDD505-2E9C-101B-9397-08002B2CF9AE}" pid="3" name="ICV">
    <vt:lpwstr>6211BF6FBDB34D90908DD4F765A92AB9</vt:lpwstr>
  </property>
</Properties>
</file>