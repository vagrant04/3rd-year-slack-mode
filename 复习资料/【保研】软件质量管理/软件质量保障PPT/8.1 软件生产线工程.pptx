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3004800" cy="9753600"/>
  <p:notesSz cx="6858000" cy="9144000"/>
  <p:defaultTextStyle>
    <a:lvl1pPr algn="ctr" defTabSz="584200">
      <a:defRPr sz="4200">
        <a:solidFill>
          <a:srgbClr val="FFFFFF"/>
        </a:solidFill>
        <a:effectLst>
          <a:outerShdw blurRad="50800" dist="38100" dir="5400000" rotWithShape="0">
            <a:srgbClr val="000000"/>
          </a:outerShdw>
        </a:effectLst>
        <a:latin typeface="+mn-lt"/>
        <a:ea typeface="+mn-ea"/>
        <a:cs typeface="+mn-cs"/>
        <a:sym typeface="Helvetica Neue Light"/>
      </a:defRPr>
    </a:lvl1pPr>
    <a:lvl2pPr indent="228600" algn="ctr" defTabSz="584200">
      <a:defRPr sz="4200">
        <a:solidFill>
          <a:srgbClr val="FFFFFF"/>
        </a:solidFill>
        <a:effectLst>
          <a:outerShdw blurRad="50800" dist="38100" dir="5400000" rotWithShape="0">
            <a:srgbClr val="000000"/>
          </a:outerShdw>
        </a:effectLst>
        <a:latin typeface="+mn-lt"/>
        <a:ea typeface="+mn-ea"/>
        <a:cs typeface="+mn-cs"/>
        <a:sym typeface="Helvetica Neue Light"/>
      </a:defRPr>
    </a:lvl2pPr>
    <a:lvl3pPr indent="457200" algn="ctr" defTabSz="584200">
      <a:defRPr sz="4200">
        <a:solidFill>
          <a:srgbClr val="FFFFFF"/>
        </a:solidFill>
        <a:effectLst>
          <a:outerShdw blurRad="50800" dist="38100" dir="5400000" rotWithShape="0">
            <a:srgbClr val="000000"/>
          </a:outerShdw>
        </a:effectLst>
        <a:latin typeface="+mn-lt"/>
        <a:ea typeface="+mn-ea"/>
        <a:cs typeface="+mn-cs"/>
        <a:sym typeface="Helvetica Neue Light"/>
      </a:defRPr>
    </a:lvl3pPr>
    <a:lvl4pPr indent="685800" algn="ctr" defTabSz="584200">
      <a:defRPr sz="4200">
        <a:solidFill>
          <a:srgbClr val="FFFFFF"/>
        </a:solidFill>
        <a:effectLst>
          <a:outerShdw blurRad="50800" dist="38100" dir="5400000" rotWithShape="0">
            <a:srgbClr val="000000"/>
          </a:outerShdw>
        </a:effectLst>
        <a:latin typeface="+mn-lt"/>
        <a:ea typeface="+mn-ea"/>
        <a:cs typeface="+mn-cs"/>
        <a:sym typeface="Helvetica Neue Light"/>
      </a:defRPr>
    </a:lvl4pPr>
    <a:lvl5pPr indent="914400" algn="ctr" defTabSz="584200">
      <a:defRPr sz="4200">
        <a:solidFill>
          <a:srgbClr val="FFFFFF"/>
        </a:solidFill>
        <a:effectLst>
          <a:outerShdw blurRad="50800" dist="38100" dir="5400000" rotWithShape="0">
            <a:srgbClr val="000000"/>
          </a:outerShdw>
        </a:effectLst>
        <a:latin typeface="+mn-lt"/>
        <a:ea typeface="+mn-ea"/>
        <a:cs typeface="+mn-cs"/>
        <a:sym typeface="Helvetica Neue Light"/>
      </a:defRPr>
    </a:lvl5pPr>
    <a:lvl6pPr indent="1143000" algn="ctr" defTabSz="584200">
      <a:defRPr sz="4200">
        <a:solidFill>
          <a:srgbClr val="FFFFFF"/>
        </a:solidFill>
        <a:effectLst>
          <a:outerShdw blurRad="50800" dist="38100" dir="5400000" rotWithShape="0">
            <a:srgbClr val="000000"/>
          </a:outerShdw>
        </a:effectLst>
        <a:latin typeface="+mn-lt"/>
        <a:ea typeface="+mn-ea"/>
        <a:cs typeface="+mn-cs"/>
        <a:sym typeface="Helvetica Neue Light"/>
      </a:defRPr>
    </a:lvl6pPr>
    <a:lvl7pPr indent="1371600" algn="ctr" defTabSz="584200">
      <a:defRPr sz="4200">
        <a:solidFill>
          <a:srgbClr val="FFFFFF"/>
        </a:solidFill>
        <a:effectLst>
          <a:outerShdw blurRad="50800" dist="38100" dir="5400000" rotWithShape="0">
            <a:srgbClr val="000000"/>
          </a:outerShdw>
        </a:effectLst>
        <a:latin typeface="+mn-lt"/>
        <a:ea typeface="+mn-ea"/>
        <a:cs typeface="+mn-cs"/>
        <a:sym typeface="Helvetica Neue Light"/>
      </a:defRPr>
    </a:lvl7pPr>
    <a:lvl8pPr indent="1600200" algn="ctr" defTabSz="584200">
      <a:defRPr sz="4200">
        <a:solidFill>
          <a:srgbClr val="FFFFFF"/>
        </a:solidFill>
        <a:effectLst>
          <a:outerShdw blurRad="50800" dist="38100" dir="5400000" rotWithShape="0">
            <a:srgbClr val="000000"/>
          </a:outerShdw>
        </a:effectLst>
        <a:latin typeface="+mn-lt"/>
        <a:ea typeface="+mn-ea"/>
        <a:cs typeface="+mn-cs"/>
        <a:sym typeface="Helvetica Neue Light"/>
      </a:defRPr>
    </a:lvl8pPr>
    <a:lvl9pPr indent="1828800" algn="ctr" defTabSz="584200">
      <a:defRPr sz="4200">
        <a:solidFill>
          <a:srgbClr val="FFFFFF"/>
        </a:solidFill>
        <a:effectLst>
          <a:outerShdw blurRad="50800" dist="38100" dir="5400000" rotWithShape="0">
            <a:srgbClr val="000000"/>
          </a:outerShdw>
        </a:effectLst>
        <a:latin typeface="+mn-lt"/>
        <a:ea typeface="+mn-ea"/>
        <a:cs typeface="+mn-cs"/>
        <a:sym typeface="Helvetica Neue Ligh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FFFFFF"/>
        </a:fontRef>
        <a:srgbClr val="FFFFFF"/>
      </a:tcTxStyle>
      <a:tcStyle>
        <a:tcBdr>
          <a:left>
            <a:ln w="25400" cap="flat">
              <a:solidFill>
                <a:srgbClr val="000000">
                  <a:alpha val="0"/>
                </a:srgbClr>
              </a:solidFill>
              <a:prstDash val="solid"/>
              <a:miter lim="400000"/>
            </a:ln>
          </a:left>
          <a:right>
            <a:ln w="25400" cap="flat">
              <a:solidFill>
                <a:srgbClr val="000000">
                  <a:alpha val="0"/>
                </a:srgbClr>
              </a:solidFill>
              <a:prstDash val="solid"/>
              <a:miter lim="400000"/>
            </a:ln>
          </a:right>
          <a:top>
            <a:ln w="25400" cap="flat">
              <a:solidFill>
                <a:srgbClr val="000000">
                  <a:alpha val="0"/>
                </a:srgbClr>
              </a:solidFill>
              <a:prstDash val="solid"/>
              <a:miter lim="400000"/>
            </a:ln>
          </a:top>
          <a:bottom>
            <a:ln w="25400" cap="flat">
              <a:solidFill>
                <a:srgbClr val="000000">
                  <a:alpha val="0"/>
                </a:srgbClr>
              </a:solidFill>
              <a:prstDash val="solid"/>
              <a:miter lim="400000"/>
            </a:ln>
          </a:bottom>
          <a:insideH>
            <a:ln w="25400" cap="flat">
              <a:solidFill>
                <a:srgbClr val="000000">
                  <a:alpha val="0"/>
                </a:srgbClr>
              </a:solidFill>
              <a:prstDash val="solid"/>
              <a:miter lim="400000"/>
            </a:ln>
          </a:insideH>
          <a:insideV>
            <a:ln w="25400" cap="flat">
              <a:solidFill>
                <a:srgbClr val="000000">
                  <a:alpha val="0"/>
                </a:srgbClr>
              </a:solidFill>
              <a:prstDash val="solid"/>
              <a:miter lim="400000"/>
            </a:ln>
          </a:insideV>
        </a:tcBdr>
        <a:fill>
          <a:noFill/>
        </a:fill>
      </a:tcStyle>
    </a:wholeTbl>
    <a:band2H>
      <a:tcTxStyle/>
      <a:tcStyle>
        <a:tcBdr/>
        <a:fill>
          <a:solidFill>
            <a:srgbClr val="676164">
              <a:alpha val="36000"/>
            </a:srgbClr>
          </a:solidFill>
        </a:fill>
      </a:tcStyle>
    </a:band2H>
    <a:firstCol>
      <a:tcTxStyle b="off" i="off">
        <a:fontRef idx="minor">
          <a:srgbClr val="FFFFFF"/>
        </a:fontRef>
        <a:srgbClr val="FFFFFF"/>
      </a:tcTxStyle>
      <a:tcStyle>
        <a:tcBdr>
          <a:left>
            <a:ln w="25400" cap="flat">
              <a:noFill/>
              <a:miter lim="400000"/>
            </a:ln>
          </a:left>
          <a:right>
            <a:ln w="25400" cap="flat">
              <a:solidFill>
                <a:srgbClr val="000000">
                  <a:alpha val="0"/>
                </a:srgbClr>
              </a:solidFill>
              <a:prstDash val="solid"/>
              <a:miter lim="400000"/>
            </a:ln>
          </a:right>
          <a:top>
            <a:ln w="25400" cap="flat">
              <a:solidFill>
                <a:srgbClr val="000000">
                  <a:alpha val="0"/>
                </a:srgbClr>
              </a:solidFill>
              <a:prstDash val="solid"/>
              <a:miter lim="400000"/>
            </a:ln>
          </a:top>
          <a:bottom>
            <a:ln w="25400" cap="flat">
              <a:solidFill>
                <a:srgbClr val="000000">
                  <a:alpha val="0"/>
                </a:srgbClr>
              </a:solidFill>
              <a:prstDash val="solid"/>
              <a:miter lim="400000"/>
            </a:ln>
          </a:bottom>
          <a:insideH>
            <a:ln w="25400" cap="flat">
              <a:solidFill>
                <a:srgbClr val="000000">
                  <a:alpha val="0"/>
                </a:srgbClr>
              </a:solidFill>
              <a:prstDash val="solid"/>
              <a:miter lim="400000"/>
            </a:ln>
          </a:insideH>
          <a:insideV>
            <a:ln w="25400" cap="flat">
              <a:solidFill>
                <a:srgbClr val="000000">
                  <a:alpha val="0"/>
                </a:srgbClr>
              </a:solidFill>
              <a:prstDash val="solid"/>
              <a:miter lim="400000"/>
            </a:ln>
          </a:insideV>
        </a:tcBdr>
        <a:fill>
          <a:solidFill>
            <a:srgbClr val="0071EB">
              <a:alpha val="60000"/>
            </a:srgbClr>
          </a:solidFill>
        </a:fill>
      </a:tcStyle>
    </a:firstCol>
    <a:lastRow>
      <a:tcTxStyle b="off" i="off">
        <a:fontRef idx="minor">
          <a:srgbClr val="FFFFFF"/>
        </a:fontRef>
        <a:srgbClr val="FFFFFF"/>
      </a:tcTxStyle>
      <a:tcStyle>
        <a:tcBdr>
          <a:left>
            <a:ln w="25400" cap="flat">
              <a:solidFill>
                <a:srgbClr val="000000">
                  <a:alpha val="0"/>
                </a:srgbClr>
              </a:solidFill>
              <a:prstDash val="solid"/>
              <a:miter lim="400000"/>
            </a:ln>
          </a:left>
          <a:right>
            <a:ln w="25400" cap="flat">
              <a:solidFill>
                <a:srgbClr val="000000">
                  <a:alpha val="0"/>
                </a:srgbClr>
              </a:solidFill>
              <a:prstDash val="solid"/>
              <a:miter lim="400000"/>
            </a:ln>
          </a:right>
          <a:top>
            <a:ln w="25400" cap="flat">
              <a:solidFill>
                <a:srgbClr val="000000">
                  <a:alpha val="0"/>
                </a:srgbClr>
              </a:solidFill>
              <a:prstDash val="solid"/>
              <a:miter lim="400000"/>
            </a:ln>
          </a:top>
          <a:bottom>
            <a:ln w="25400" cap="flat">
              <a:noFill/>
              <a:miter lim="400000"/>
            </a:ln>
          </a:bottom>
          <a:insideH>
            <a:ln w="25400" cap="flat">
              <a:solidFill>
                <a:srgbClr val="000000">
                  <a:alpha val="0"/>
                </a:srgbClr>
              </a:solidFill>
              <a:prstDash val="solid"/>
              <a:miter lim="400000"/>
            </a:ln>
          </a:insideH>
          <a:insideV>
            <a:ln w="25400" cap="flat">
              <a:solidFill>
                <a:srgbClr val="000000">
                  <a:alpha val="0"/>
                </a:srgbClr>
              </a:solidFill>
              <a:prstDash val="solid"/>
              <a:miter lim="400000"/>
            </a:ln>
          </a:insideV>
        </a:tcBdr>
        <a:fill>
          <a:solidFill>
            <a:srgbClr val="0071EB">
              <a:alpha val="60000"/>
            </a:srgbClr>
          </a:solidFill>
        </a:fill>
      </a:tcStyle>
    </a:lastRow>
    <a:firstRow>
      <a:tcTxStyle b="off" i="off">
        <a:fontRef idx="minor">
          <a:srgbClr val="FFFFFF"/>
        </a:fontRef>
        <a:srgbClr val="FFFFFF"/>
      </a:tcTxStyle>
      <a:tcStyle>
        <a:tcBdr>
          <a:left>
            <a:ln w="25400" cap="flat">
              <a:solidFill>
                <a:srgbClr val="000000">
                  <a:alpha val="0"/>
                </a:srgbClr>
              </a:solidFill>
              <a:prstDash val="solid"/>
              <a:miter lim="400000"/>
            </a:ln>
          </a:left>
          <a:right>
            <a:ln w="25400" cap="flat">
              <a:solidFill>
                <a:srgbClr val="000000">
                  <a:alpha val="0"/>
                </a:srgbClr>
              </a:solidFill>
              <a:prstDash val="solid"/>
              <a:miter lim="400000"/>
            </a:ln>
          </a:right>
          <a:top>
            <a:ln w="25400" cap="flat">
              <a:noFill/>
              <a:miter lim="400000"/>
            </a:ln>
          </a:top>
          <a:bottom>
            <a:ln w="25400" cap="flat">
              <a:solidFill>
                <a:srgbClr val="000000">
                  <a:alpha val="0"/>
                </a:srgbClr>
              </a:solidFill>
              <a:prstDash val="solid"/>
              <a:miter lim="400000"/>
            </a:ln>
          </a:bottom>
          <a:insideH>
            <a:ln w="25400" cap="flat">
              <a:solidFill>
                <a:srgbClr val="000000">
                  <a:alpha val="0"/>
                </a:srgbClr>
              </a:solidFill>
              <a:prstDash val="solid"/>
              <a:miter lim="400000"/>
            </a:ln>
          </a:insideH>
          <a:insideV>
            <a:ln w="25400" cap="flat">
              <a:solidFill>
                <a:srgbClr val="000000">
                  <a:alpha val="0"/>
                </a:srgbClr>
              </a:solidFill>
              <a:prstDash val="solid"/>
              <a:miter lim="400000"/>
            </a:ln>
          </a:insideV>
        </a:tcBdr>
        <a:fill>
          <a:solidFill>
            <a:srgbClr val="0071EB">
              <a:alpha val="60000"/>
            </a:srgbClr>
          </a:solidFill>
        </a:fill>
      </a:tcStyle>
    </a:firstRow>
  </a:tblStyle>
  <a:tblStyle styleId="{C7B018BB-80A7-4F77-B60F-C8B233D01FF8}" styleName="">
    <a:tblBg/>
    <a:wholeTbl>
      <a:tcTxStyle b="off" i="off">
        <a:fontRef idx="minor">
          <a:srgbClr val="FFFFFF"/>
        </a:fontRef>
        <a:srgbClr val="FFFFFF"/>
      </a:tcTxStyle>
      <a:tcStyle>
        <a:tcBdr>
          <a:left>
            <a:ln w="25400" cap="flat">
              <a:solidFill>
                <a:srgbClr val="000000">
                  <a:alpha val="0"/>
                </a:srgbClr>
              </a:solidFill>
              <a:prstDash val="solid"/>
              <a:miter lim="400000"/>
            </a:ln>
          </a:left>
          <a:right>
            <a:ln w="25400" cap="flat">
              <a:solidFill>
                <a:srgbClr val="000000">
                  <a:alpha val="0"/>
                </a:srgbClr>
              </a:solidFill>
              <a:prstDash val="solid"/>
              <a:miter lim="400000"/>
            </a:ln>
          </a:right>
          <a:top>
            <a:ln w="25400" cap="flat">
              <a:solidFill>
                <a:srgbClr val="000000">
                  <a:alpha val="0"/>
                </a:srgbClr>
              </a:solidFill>
              <a:prstDash val="solid"/>
              <a:miter lim="400000"/>
            </a:ln>
          </a:top>
          <a:bottom>
            <a:ln w="25400" cap="flat">
              <a:solidFill>
                <a:srgbClr val="000000">
                  <a:alpha val="0"/>
                </a:srgbClr>
              </a:solidFill>
              <a:prstDash val="solid"/>
              <a:miter lim="400000"/>
            </a:ln>
          </a:bottom>
          <a:insideH>
            <a:ln w="25400" cap="flat">
              <a:solidFill>
                <a:srgbClr val="000000">
                  <a:alpha val="0"/>
                </a:srgbClr>
              </a:solidFill>
              <a:prstDash val="solid"/>
              <a:miter lim="400000"/>
            </a:ln>
          </a:insideH>
          <a:insideV>
            <a:ln w="25400" cap="flat">
              <a:solidFill>
                <a:srgbClr val="000000">
                  <a:alpha val="0"/>
                </a:srgbClr>
              </a:solidFill>
              <a:prstDash val="solid"/>
              <a:miter lim="400000"/>
            </a:ln>
          </a:insideV>
        </a:tcBdr>
        <a:fill>
          <a:solidFill>
            <a:srgbClr val="676164">
              <a:alpha val="36000"/>
            </a:srgbClr>
          </a:solidFill>
        </a:fill>
      </a:tcStyle>
    </a:wholeTbl>
    <a:band2H>
      <a:tcTxStyle/>
      <a:tcStyle>
        <a:tcBdr/>
        <a:fill>
          <a:solidFill>
            <a:srgbClr val="676164">
              <a:alpha val="0"/>
            </a:srgbClr>
          </a:solidFill>
        </a:fill>
      </a:tcStyle>
    </a:band2H>
    <a:firstCol>
      <a:tcTxStyle b="off" i="off">
        <a:fontRef idx="minor">
          <a:srgbClr val="FFFFFF"/>
        </a:fontRef>
        <a:srgbClr val="FFFFFF"/>
      </a:tcTxStyle>
      <a:tcStyle>
        <a:tcBdr>
          <a:left>
            <a:ln w="25400" cap="flat">
              <a:noFill/>
              <a:miter lim="400000"/>
            </a:ln>
          </a:left>
          <a:right>
            <a:ln w="25400" cap="flat">
              <a:solidFill>
                <a:srgbClr val="000000">
                  <a:alpha val="0"/>
                </a:srgbClr>
              </a:solidFill>
              <a:prstDash val="solid"/>
              <a:miter lim="400000"/>
            </a:ln>
          </a:right>
          <a:top>
            <a:ln w="25400" cap="flat">
              <a:solidFill>
                <a:srgbClr val="000000">
                  <a:alpha val="0"/>
                </a:srgbClr>
              </a:solidFill>
              <a:prstDash val="solid"/>
              <a:miter lim="400000"/>
            </a:ln>
          </a:top>
          <a:bottom>
            <a:ln w="25400" cap="flat">
              <a:solidFill>
                <a:srgbClr val="000000">
                  <a:alpha val="0"/>
                </a:srgbClr>
              </a:solidFill>
              <a:prstDash val="solid"/>
              <a:miter lim="400000"/>
            </a:ln>
          </a:bottom>
          <a:insideH>
            <a:ln w="25400" cap="flat">
              <a:solidFill>
                <a:srgbClr val="000000">
                  <a:alpha val="0"/>
                </a:srgbClr>
              </a:solidFill>
              <a:prstDash val="solid"/>
              <a:miter lim="400000"/>
            </a:ln>
          </a:insideH>
          <a:insideV>
            <a:ln w="25400" cap="flat">
              <a:solidFill>
                <a:srgbClr val="000000">
                  <a:alpha val="0"/>
                </a:srgbClr>
              </a:solidFill>
              <a:prstDash val="solid"/>
              <a:miter lim="400000"/>
            </a:ln>
          </a:insideV>
        </a:tcBdr>
        <a:fill>
          <a:solidFill>
            <a:srgbClr val="000000">
              <a:alpha val="25000"/>
            </a:srgbClr>
          </a:solidFill>
        </a:fill>
      </a:tcStyle>
    </a:firstCol>
    <a:lastRow>
      <a:tcTxStyle b="off"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25400" cap="flat">
              <a:noFill/>
              <a:miter lim="400000"/>
            </a:ln>
          </a:bottom>
          <a:insideH>
            <a:ln w="25400" cap="flat">
              <a:solidFill>
                <a:srgbClr val="000000">
                  <a:alpha val="0"/>
                </a:srgbClr>
              </a:solidFill>
              <a:prstDash val="solid"/>
              <a:miter lim="400000"/>
            </a:ln>
          </a:insideH>
          <a:insideV>
            <a:ln w="12700" cap="flat">
              <a:noFill/>
              <a:miter lim="400000"/>
            </a:ln>
          </a:insideV>
        </a:tcBdr>
        <a:fill>
          <a:solidFill>
            <a:srgbClr val="0097EB">
              <a:alpha val="75000"/>
            </a:srgbClr>
          </a:solidFill>
        </a:fill>
      </a:tcStyle>
    </a:lastRow>
    <a:firstRow>
      <a:tcTxStyle b="off" i="off">
        <a:fontRef idx="minor">
          <a:srgbClr val="FFFFFF"/>
        </a:fontRef>
        <a:srgbClr val="FFFFFF"/>
      </a:tcTxStyle>
      <a:tcStyle>
        <a:tcBdr>
          <a:left>
            <a:ln w="12700" cap="flat">
              <a:noFill/>
              <a:miter lim="400000"/>
            </a:ln>
          </a:left>
          <a:right>
            <a:ln w="12700" cap="flat">
              <a:noFill/>
              <a:miter lim="400000"/>
            </a:ln>
          </a:right>
          <a:top>
            <a:ln w="25400" cap="flat">
              <a:noFill/>
              <a:miter lim="400000"/>
            </a:ln>
          </a:top>
          <a:bottom>
            <a:ln w="12700" cap="flat">
              <a:noFill/>
              <a:miter lim="400000"/>
            </a:ln>
          </a:bottom>
          <a:insideH>
            <a:ln w="25400" cap="flat">
              <a:solidFill>
                <a:srgbClr val="000000">
                  <a:alpha val="0"/>
                </a:srgbClr>
              </a:solidFill>
              <a:prstDash val="solid"/>
              <a:miter lim="400000"/>
            </a:ln>
          </a:insideH>
          <a:insideV>
            <a:ln w="12700" cap="flat">
              <a:noFill/>
              <a:miter lim="400000"/>
            </a:ln>
          </a:insideV>
        </a:tcBdr>
        <a:fill>
          <a:solidFill>
            <a:srgbClr val="0097EB">
              <a:alpha val="75000"/>
            </a:srgbClr>
          </a:solidFill>
        </a:fill>
      </a:tcStyle>
    </a:firstRow>
  </a:tblStyle>
  <a:tblStyle styleId="{EEE7283C-3CF3-47DC-8721-378D4A62B228}" styleName="">
    <a:tblBg/>
    <a:wholeTbl>
      <a:tcTxStyle b="off" i="off">
        <a:fontRef idx="minor">
          <a:srgbClr val="FFFFFF"/>
        </a:fontRef>
        <a:srgbClr val="FFFFFF"/>
      </a:tcTxStyle>
      <a:tcStyle>
        <a:tcBdr>
          <a:left>
            <a:ln w="12700" cap="flat">
              <a:noFill/>
              <a:miter lim="400000"/>
            </a:ln>
          </a:left>
          <a:right>
            <a:ln w="12700" cap="flat">
              <a:noFill/>
              <a:miter lim="400000"/>
            </a:ln>
          </a:right>
          <a:top>
            <a:ln w="12700" cap="flat">
              <a:solidFill>
                <a:srgbClr val="FFFFFF">
                  <a:alpha val="50000"/>
                </a:srgbClr>
              </a:solidFill>
              <a:prstDash val="solid"/>
              <a:miter lim="400000"/>
            </a:ln>
          </a:top>
          <a:bottom>
            <a:ln w="12700" cap="flat">
              <a:solidFill>
                <a:srgbClr val="FFFFFF">
                  <a:alpha val="50000"/>
                </a:srgbClr>
              </a:solidFill>
              <a:prstDash val="solid"/>
              <a:miter lim="400000"/>
            </a:ln>
          </a:bottom>
          <a:insideH>
            <a:ln w="12700" cap="flat">
              <a:solidFill>
                <a:srgbClr val="FFFFFF">
                  <a:alpha val="50000"/>
                </a:srgbClr>
              </a:solidFill>
              <a:prstDash val="solid"/>
              <a:miter lim="400000"/>
            </a:ln>
          </a:insideH>
          <a:insideV>
            <a:ln w="12700" cap="flat">
              <a:noFill/>
              <a:miter lim="400000"/>
            </a:ln>
          </a:insideV>
        </a:tcBdr>
        <a:fill>
          <a:noFill/>
        </a:fill>
      </a:tcStyle>
    </a:wholeTbl>
    <a:band2H>
      <a:tcTxStyle/>
      <a:tcStyle>
        <a:tcBdr/>
        <a:fill>
          <a:solidFill>
            <a:srgbClr val="94908F">
              <a:alpha val="64999"/>
            </a:srgbClr>
          </a:solidFill>
        </a:fill>
      </a:tcStyle>
    </a:band2H>
    <a:firstCol>
      <a:tcTxStyle b="off" i="off">
        <a:fontRef idx="minor">
          <a:srgbClr val="FFFFFF"/>
        </a:fontRef>
        <a:srgbClr val="FFFFFF"/>
      </a:tcTxStyle>
      <a:tcStyle>
        <a:tcBdr>
          <a:left>
            <a:ln w="12700" cap="flat">
              <a:noFill/>
              <a:miter lim="400000"/>
            </a:ln>
          </a:left>
          <a:right>
            <a:ln w="12700" cap="flat">
              <a:noFill/>
              <a:miter lim="400000"/>
            </a:ln>
          </a:right>
          <a:top>
            <a:ln w="12700" cap="flat">
              <a:solidFill>
                <a:srgbClr val="FFFFFF">
                  <a:alpha val="50000"/>
                </a:srgbClr>
              </a:solidFill>
              <a:prstDash val="solid"/>
              <a:miter lim="400000"/>
            </a:ln>
          </a:top>
          <a:bottom>
            <a:ln w="12700" cap="flat">
              <a:solidFill>
                <a:srgbClr val="FFFFFF">
                  <a:alpha val="50000"/>
                </a:srgbClr>
              </a:solidFill>
              <a:prstDash val="solid"/>
              <a:miter lim="400000"/>
            </a:ln>
          </a:bottom>
          <a:insideH>
            <a:ln w="12700" cap="flat">
              <a:solidFill>
                <a:srgbClr val="FFFFFF">
                  <a:alpha val="50000"/>
                </a:srgbClr>
              </a:solidFill>
              <a:prstDash val="solid"/>
              <a:miter lim="400000"/>
            </a:ln>
          </a:insideH>
          <a:insideV>
            <a:ln w="12700" cap="flat">
              <a:solidFill>
                <a:srgbClr val="FFFFFF">
                  <a:alpha val="50000"/>
                </a:srgbClr>
              </a:solidFill>
              <a:prstDash val="solid"/>
              <a:miter lim="400000"/>
            </a:ln>
          </a:insideV>
        </a:tcBdr>
        <a:fill>
          <a:solidFill>
            <a:srgbClr val="676164">
              <a:alpha val="36000"/>
            </a:srgbClr>
          </a:solidFill>
        </a:fill>
      </a:tcStyle>
    </a:firstCol>
    <a:lastRow>
      <a:tcTxStyle b="off"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solidFill>
                <a:srgbClr val="FFFFFF">
                  <a:alpha val="50000"/>
                </a:srgbClr>
              </a:solidFill>
              <a:prstDash val="solid"/>
              <a:miter lim="400000"/>
            </a:ln>
          </a:insideH>
          <a:insideV>
            <a:ln w="12700" cap="flat">
              <a:noFill/>
              <a:miter lim="400000"/>
            </a:ln>
          </a:insideV>
        </a:tcBdr>
        <a:fill>
          <a:solidFill>
            <a:srgbClr val="D71E00">
              <a:alpha val="80000"/>
            </a:srgbClr>
          </a:solidFill>
        </a:fill>
      </a:tcStyle>
    </a:lastRow>
    <a:firstRow>
      <a:tcTxStyle b="off"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solidFill>
                <a:srgbClr val="FFFFFF">
                  <a:alpha val="50000"/>
                </a:srgbClr>
              </a:solidFill>
              <a:prstDash val="solid"/>
              <a:miter lim="400000"/>
            </a:ln>
          </a:insideH>
          <a:insideV>
            <a:ln w="12700" cap="flat">
              <a:noFill/>
              <a:miter lim="400000"/>
            </a:ln>
          </a:insideV>
        </a:tcBdr>
        <a:fill>
          <a:solidFill>
            <a:srgbClr val="FF2800">
              <a:alpha val="80000"/>
            </a:srgbClr>
          </a:solidFill>
        </a:fill>
      </a:tcStyle>
    </a:firstRow>
  </a:tblStyle>
  <a:tblStyle styleId="{CF821DB8-F4EB-4A41-A1BA-3FCAFE7338EE}" styleName="">
    <a:tblBg/>
    <a:wholeTbl>
      <a:tcTxStyle b="off" i="off">
        <a:fontRef idx="minor">
          <a:srgbClr val="FFFFFF"/>
        </a:fontRef>
        <a:srgbClr val="FFFFFF"/>
      </a:tcTxStyle>
      <a:tcStyle>
        <a:tcBdr>
          <a:left>
            <a:ln w="12700" cap="flat">
              <a:solidFill>
                <a:srgbClr val="FFFFFF">
                  <a:alpha val="50000"/>
                </a:srgbClr>
              </a:solidFill>
              <a:prstDash val="solid"/>
              <a:miter lim="400000"/>
            </a:ln>
          </a:left>
          <a:right>
            <a:ln w="12700" cap="flat">
              <a:solidFill>
                <a:srgbClr val="FFFFFF">
                  <a:alpha val="50000"/>
                </a:srgbClr>
              </a:solidFill>
              <a:prstDash val="solid"/>
              <a:miter lim="400000"/>
            </a:ln>
          </a:right>
          <a:top>
            <a:ln w="12700" cap="flat">
              <a:solidFill>
                <a:srgbClr val="FFFFFF">
                  <a:alpha val="50000"/>
                </a:srgbClr>
              </a:solidFill>
              <a:prstDash val="solid"/>
              <a:miter lim="400000"/>
            </a:ln>
          </a:top>
          <a:bottom>
            <a:ln w="12700" cap="flat">
              <a:solidFill>
                <a:srgbClr val="FFFFFF">
                  <a:alpha val="50000"/>
                </a:srgbClr>
              </a:solidFill>
              <a:prstDash val="solid"/>
              <a:miter lim="400000"/>
            </a:ln>
          </a:bottom>
          <a:insideH>
            <a:ln w="12700" cap="flat">
              <a:solidFill>
                <a:srgbClr val="FFFFFF">
                  <a:alpha val="50000"/>
                </a:srgbClr>
              </a:solidFill>
              <a:prstDash val="solid"/>
              <a:miter lim="400000"/>
            </a:ln>
          </a:insideH>
          <a:insideV>
            <a:ln w="12700" cap="flat">
              <a:solidFill>
                <a:srgbClr val="FFFFFF">
                  <a:alpha val="50000"/>
                </a:srgbClr>
              </a:solidFill>
              <a:prstDash val="solid"/>
              <a:miter lim="400000"/>
            </a:ln>
          </a:insideV>
        </a:tcBdr>
        <a:fill>
          <a:solidFill>
            <a:srgbClr val="676164">
              <a:alpha val="36000"/>
            </a:srgbClr>
          </a:solidFill>
        </a:fill>
      </a:tcStyle>
    </a:wholeTbl>
    <a:band2H>
      <a:tcTxStyle/>
      <a:tcStyle>
        <a:tcBdr/>
        <a:fill>
          <a:solidFill>
            <a:srgbClr val="676164">
              <a:alpha val="0"/>
            </a:srgbClr>
          </a:solidFill>
        </a:fill>
      </a:tcStyle>
    </a:band2H>
    <a:firstCol>
      <a:tcTxStyle b="off"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solidFill>
                <a:srgbClr val="FFFFFF">
                  <a:alpha val="50000"/>
                </a:srgbClr>
              </a:solidFill>
              <a:prstDash val="solid"/>
              <a:miter lim="400000"/>
            </a:ln>
          </a:insideV>
        </a:tcBdr>
        <a:fill>
          <a:noFill/>
        </a:fill>
      </a:tcStyle>
    </a:firstCol>
    <a:lastRow>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solidFill>
                <a:srgbClr val="FFFFFF">
                  <a:alpha val="50000"/>
                </a:srgbClr>
              </a:solidFill>
              <a:prstDash val="solid"/>
              <a:miter lim="400000"/>
            </a:ln>
          </a:insideH>
          <a:insideV>
            <a:ln w="12700" cap="flat">
              <a:noFill/>
              <a:miter lim="400000"/>
            </a:ln>
          </a:insideV>
        </a:tcBdr>
        <a:fill>
          <a:solidFill>
            <a:srgbClr val="FFB400">
              <a:alpha val="90000"/>
            </a:srgbClr>
          </a:solidFill>
        </a:fill>
      </a:tcStyle>
    </a:lastRow>
    <a:firstRow>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solidFill>
                <a:srgbClr val="FFFFFF">
                  <a:alpha val="50000"/>
                </a:srgbClr>
              </a:solidFill>
              <a:prstDash val="solid"/>
              <a:miter lim="400000"/>
            </a:ln>
          </a:insideH>
          <a:insideV>
            <a:ln w="12700" cap="flat">
              <a:noFill/>
              <a:miter lim="400000"/>
            </a:ln>
          </a:insideV>
        </a:tcBdr>
        <a:fill>
          <a:solidFill>
            <a:srgbClr val="FFB400">
              <a:alpha val="90000"/>
            </a:srgbClr>
          </a:solidFill>
        </a:fill>
      </a:tcStyle>
    </a:firstRow>
  </a:tblStyle>
  <a:tblStyle styleId="{33BA23B1-9221-436E-865A-0063620EA4FD}" styleName="">
    <a:tblBg/>
    <a:wholeTbl>
      <a:tcTxStyle b="off" i="off">
        <a:fontRef idx="minor">
          <a:srgbClr val="FFFFFF"/>
        </a:fontRef>
        <a:srgbClr val="FFFFFF"/>
      </a:tcTxStyle>
      <a:tcStyle>
        <a:tcBdr>
          <a:left>
            <a:ln w="12700" cap="flat">
              <a:solidFill>
                <a:srgbClr val="FFFFFF">
                  <a:alpha val="70000"/>
                </a:srgbClr>
              </a:solidFill>
              <a:prstDash val="solid"/>
              <a:miter lim="400000"/>
            </a:ln>
          </a:left>
          <a:right>
            <a:ln w="12700" cap="flat">
              <a:solidFill>
                <a:srgbClr val="FFFFFF">
                  <a:alpha val="70000"/>
                </a:srgbClr>
              </a:solidFill>
              <a:prstDash val="solid"/>
              <a:miter lim="400000"/>
            </a:ln>
          </a:right>
          <a:top>
            <a:ln w="12700" cap="flat">
              <a:solidFill>
                <a:srgbClr val="FFFFFF">
                  <a:alpha val="70000"/>
                </a:srgbClr>
              </a:solidFill>
              <a:prstDash val="solid"/>
              <a:miter lim="400000"/>
            </a:ln>
          </a:top>
          <a:bottom>
            <a:ln w="12700" cap="flat">
              <a:solidFill>
                <a:srgbClr val="FFFFFF">
                  <a:alpha val="70000"/>
                </a:srgbClr>
              </a:solidFill>
              <a:prstDash val="solid"/>
              <a:miter lim="400000"/>
            </a:ln>
          </a:bottom>
          <a:insideH>
            <a:ln w="12700" cap="flat">
              <a:solidFill>
                <a:srgbClr val="FFFFFF">
                  <a:alpha val="70000"/>
                </a:srgbClr>
              </a:solidFill>
              <a:prstDash val="solid"/>
              <a:miter lim="400000"/>
            </a:ln>
          </a:insideH>
          <a:insideV>
            <a:ln w="12700" cap="flat">
              <a:solidFill>
                <a:srgbClr val="FFFFFF">
                  <a:alpha val="70000"/>
                </a:srgbClr>
              </a:solidFill>
              <a:prstDash val="solid"/>
              <a:miter lim="400000"/>
            </a:ln>
          </a:insideV>
        </a:tcBdr>
        <a:fill>
          <a:noFill/>
        </a:fill>
      </a:tcStyle>
    </a:wholeTbl>
    <a:band2H>
      <a:tcTxStyle/>
      <a:tcStyle>
        <a:tcBdr/>
        <a:fill>
          <a:solidFill>
            <a:srgbClr val="676164">
              <a:alpha val="36000"/>
            </a:srgbClr>
          </a:solidFill>
        </a:fill>
      </a:tcStyle>
    </a:band2H>
    <a:firstCol>
      <a:tcTxStyle b="off"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676164">
              <a:alpha val="36000"/>
            </a:srgbClr>
          </a:solidFill>
        </a:fill>
      </a:tcStyle>
    </a:firstCol>
    <a:lastRow>
      <a:tcTxStyle b="off"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827D7D">
              <a:alpha val="64999"/>
            </a:srgbClr>
          </a:solidFill>
        </a:fill>
      </a:tcStyle>
    </a:lastRow>
    <a:firstRow>
      <a:tcTxStyle b="off"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827D7D">
              <a:alpha val="64999"/>
            </a:srgbClr>
          </a:solidFill>
        </a:fill>
      </a:tcStyle>
    </a:firstRow>
  </a:tblStyle>
  <a:tblStyle styleId="{2708684C-4D16-4618-839F-0558EEFCDFE6}" styleName="">
    <a:tblBg/>
    <a:wholeTbl>
      <a:tcTxStyle b="off" i="off">
        <a:fontRef idx="minor">
          <a:srgbClr val="FFFFFF"/>
        </a:fontRef>
        <a:srgbClr val="FFFFFF"/>
      </a:tcTxStyle>
      <a:tcStyle>
        <a:tcBdr>
          <a:left>
            <a:ln w="12700" cap="flat">
              <a:solidFill>
                <a:srgbClr val="FFFFFF">
                  <a:alpha val="50000"/>
                </a:srgbClr>
              </a:solidFill>
              <a:prstDash val="solid"/>
              <a:miter lim="400000"/>
            </a:ln>
          </a:left>
          <a:right>
            <a:ln w="12700" cap="flat">
              <a:solidFill>
                <a:srgbClr val="FFFFFF">
                  <a:alpha val="50000"/>
                </a:srgbClr>
              </a:solidFill>
              <a:prstDash val="solid"/>
              <a:miter lim="400000"/>
            </a:ln>
          </a:right>
          <a:top>
            <a:ln w="12700" cap="flat">
              <a:solidFill>
                <a:srgbClr val="FFFFFF">
                  <a:alpha val="50000"/>
                </a:srgbClr>
              </a:solidFill>
              <a:prstDash val="solid"/>
              <a:miter lim="400000"/>
            </a:ln>
          </a:top>
          <a:bottom>
            <a:ln w="12700" cap="flat">
              <a:solidFill>
                <a:srgbClr val="FFFFFF">
                  <a:alpha val="50000"/>
                </a:srgbClr>
              </a:solidFill>
              <a:prstDash val="solid"/>
              <a:miter lim="400000"/>
            </a:ln>
          </a:bottom>
          <a:insideH>
            <a:ln w="12700" cap="flat">
              <a:solidFill>
                <a:srgbClr val="FFFFFF">
                  <a:alpha val="50000"/>
                </a:srgbClr>
              </a:solidFill>
              <a:prstDash val="solid"/>
              <a:miter lim="400000"/>
            </a:ln>
          </a:insideH>
          <a:insideV>
            <a:ln w="12700" cap="flat">
              <a:solidFill>
                <a:srgbClr val="FFFFFF">
                  <a:alpha val="50000"/>
                </a:srgbClr>
              </a:solidFill>
              <a:prstDash val="solid"/>
              <a:miter lim="400000"/>
            </a:ln>
          </a:insideV>
        </a:tcBdr>
        <a:fill>
          <a:noFill/>
        </a:fill>
      </a:tcStyle>
    </a:wholeTbl>
    <a:band2H>
      <a:tcTxStyle/>
      <a:tcStyle>
        <a:tcBdr/>
        <a:fill>
          <a:solidFill>
            <a:srgbClr val="676164">
              <a:alpha val="36000"/>
            </a:srgbClr>
          </a:solidFill>
        </a:fill>
      </a:tcStyle>
    </a:band2H>
    <a:firstCol>
      <a:tcTxStyle b="off" i="off">
        <a:fontRef idx="minor">
          <a:srgbClr val="FFFFFF"/>
        </a:fontRef>
        <a:srgbClr val="FFFFFF"/>
      </a:tcTxStyle>
      <a:tcStyle>
        <a:tcBdr>
          <a:left>
            <a:ln w="12700" cap="flat">
              <a:noFill/>
              <a:miter lim="400000"/>
            </a:ln>
          </a:left>
          <a:right>
            <a:ln w="25400" cap="flat">
              <a:solidFill>
                <a:srgbClr val="FFFFFF">
                  <a:alpha val="50000"/>
                </a:srgbClr>
              </a:solidFill>
              <a:prstDash val="solid"/>
              <a:miter lim="400000"/>
            </a:ln>
          </a:right>
          <a:top>
            <a:ln w="12700" cap="flat">
              <a:solidFill>
                <a:srgbClr val="FFFFFF">
                  <a:alpha val="50000"/>
                </a:srgbClr>
              </a:solidFill>
              <a:prstDash val="solid"/>
              <a:miter lim="400000"/>
            </a:ln>
          </a:top>
          <a:bottom>
            <a:ln w="12700" cap="flat">
              <a:solidFill>
                <a:srgbClr val="FFFFFF">
                  <a:alpha val="50000"/>
                </a:srgbClr>
              </a:solidFill>
              <a:prstDash val="solid"/>
              <a:miter lim="400000"/>
            </a:ln>
          </a:bottom>
          <a:insideH>
            <a:ln w="12700" cap="flat">
              <a:solidFill>
                <a:srgbClr val="FFFFFF">
                  <a:alpha val="50000"/>
                </a:srgbClr>
              </a:solidFill>
              <a:prstDash val="solid"/>
              <a:miter lim="400000"/>
            </a:ln>
          </a:insideH>
          <a:insideV>
            <a:ln w="25400" cap="flat">
              <a:solidFill>
                <a:srgbClr val="FFFFFF">
                  <a:alpha val="50000"/>
                </a:srgbClr>
              </a:solidFill>
              <a:prstDash val="solid"/>
              <a:miter lim="400000"/>
            </a:ln>
          </a:insideV>
        </a:tcBdr>
        <a:fill>
          <a:noFill/>
        </a:fill>
      </a:tcStyle>
    </a:firstCol>
    <a:lastRow>
      <a:tcTxStyle b="off" i="off">
        <a:fontRef idx="minor">
          <a:srgbClr val="FFFFFF"/>
        </a:fontRef>
        <a:srgbClr val="FFFFFF"/>
      </a:tcTxStyle>
      <a:tcStyle>
        <a:tcBdr>
          <a:left>
            <a:ln w="12700" cap="flat">
              <a:solidFill>
                <a:srgbClr val="FFFFFF">
                  <a:alpha val="50000"/>
                </a:srgbClr>
              </a:solidFill>
              <a:prstDash val="solid"/>
              <a:miter lim="400000"/>
            </a:ln>
          </a:left>
          <a:right>
            <a:ln w="12700" cap="flat">
              <a:solidFill>
                <a:srgbClr val="FFFFFF">
                  <a:alpha val="50000"/>
                </a:srgbClr>
              </a:solidFill>
              <a:prstDash val="solid"/>
              <a:miter lim="400000"/>
            </a:ln>
          </a:right>
          <a:top>
            <a:ln w="25400" cap="flat">
              <a:solidFill>
                <a:srgbClr val="FFFFFF">
                  <a:alpha val="50000"/>
                </a:srgbClr>
              </a:solidFill>
              <a:prstDash val="solid"/>
              <a:miter lim="400000"/>
            </a:ln>
          </a:top>
          <a:bottom>
            <a:ln w="12700" cap="flat">
              <a:noFill/>
              <a:miter lim="400000"/>
            </a:ln>
          </a:bottom>
          <a:insideH>
            <a:ln w="25400" cap="flat">
              <a:solidFill>
                <a:srgbClr val="A0A4A8"/>
              </a:solidFill>
              <a:prstDash val="solid"/>
              <a:miter lim="400000"/>
            </a:ln>
          </a:insideH>
          <a:insideV>
            <a:ln w="12700" cap="flat">
              <a:solidFill>
                <a:srgbClr val="FFFFFF">
                  <a:alpha val="50000"/>
                </a:srgbClr>
              </a:solidFill>
              <a:prstDash val="solid"/>
              <a:miter lim="400000"/>
            </a:ln>
          </a:insideV>
        </a:tcBdr>
        <a:fill>
          <a:solidFill>
            <a:srgbClr val="676164">
              <a:alpha val="36000"/>
            </a:srgbClr>
          </a:solidFill>
        </a:fill>
      </a:tcStyle>
    </a:lastRow>
    <a:firstRow>
      <a:tcTxStyle b="off" i="off">
        <a:fontRef idx="minor">
          <a:srgbClr val="FFFFFF"/>
        </a:fontRef>
        <a:srgbClr val="FFFFFF"/>
      </a:tcTxStyle>
      <a:tcStyle>
        <a:tcBdr>
          <a:left>
            <a:ln w="25400" cap="flat">
              <a:solidFill>
                <a:srgbClr val="FFFFFF">
                  <a:alpha val="50000"/>
                </a:srgbClr>
              </a:solidFill>
              <a:prstDash val="solid"/>
              <a:miter lim="400000"/>
            </a:ln>
          </a:left>
          <a:right>
            <a:ln w="25400" cap="flat">
              <a:solidFill>
                <a:srgbClr val="FFFFFF">
                  <a:alpha val="50000"/>
                </a:srgbClr>
              </a:solidFill>
              <a:prstDash val="solid"/>
              <a:miter lim="400000"/>
            </a:ln>
          </a:right>
          <a:top>
            <a:ln w="12700" cap="flat">
              <a:noFill/>
              <a:miter lim="400000"/>
            </a:ln>
          </a:top>
          <a:bottom>
            <a:ln w="25400" cap="flat">
              <a:solidFill>
                <a:srgbClr val="FFFFFF">
                  <a:alpha val="50000"/>
                </a:srgbClr>
              </a:solidFill>
              <a:prstDash val="solid"/>
              <a:miter lim="400000"/>
            </a:ln>
          </a:bottom>
          <a:insideH>
            <a:ln w="25400" cap="flat">
              <a:solidFill>
                <a:srgbClr val="A0A4A8"/>
              </a:solidFill>
              <a:prstDash val="solid"/>
              <a:miter lim="400000"/>
            </a:ln>
          </a:insideH>
          <a:insideV>
            <a:ln w="25400" cap="flat">
              <a:solidFill>
                <a:srgbClr val="FFFFFF">
                  <a:alpha val="50000"/>
                </a:srgbClr>
              </a:solidFill>
              <a:prstDash val="solid"/>
              <a:miter lim="400000"/>
            </a:ln>
          </a:insideV>
        </a:tcBdr>
        <a:fill>
          <a:solidFill>
            <a:srgbClr val="676164">
              <a:alpha val="36000"/>
            </a:srgb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7" d="100"/>
          <a:sy n="57" d="100"/>
        </p:scale>
        <p:origin x="222"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0" name="Shape 30"/>
          <p:cNvSpPr>
            <a:spLocks noGrp="1" noRot="1" noChangeAspect="1"/>
          </p:cNvSpPr>
          <p:nvPr>
            <p:ph type="sldImg"/>
          </p:nvPr>
        </p:nvSpPr>
        <p:spPr>
          <a:xfrm>
            <a:off x="1143000" y="685800"/>
            <a:ext cx="4572000" cy="3429000"/>
          </a:xfrm>
          <a:prstGeom prst="rect">
            <a:avLst/>
          </a:prstGeom>
        </p:spPr>
        <p:txBody>
          <a:bodyPr/>
          <a:lstStyle/>
          <a:p>
            <a:pPr lvl="0"/>
            <a:endParaRPr/>
          </a:p>
        </p:txBody>
      </p:sp>
      <p:sp>
        <p:nvSpPr>
          <p:cNvPr id="31" name="Shape 31"/>
          <p:cNvSpPr>
            <a:spLocks noGrp="1"/>
          </p:cNvSpPr>
          <p:nvPr>
            <p:ph type="body" sz="quarter" idx="1"/>
          </p:nvPr>
        </p:nvSpPr>
        <p:spPr>
          <a:xfrm>
            <a:off x="914400" y="4343400"/>
            <a:ext cx="5029200" cy="4114800"/>
          </a:xfrm>
          <a:prstGeom prst="rect">
            <a:avLst/>
          </a:prstGeom>
        </p:spPr>
        <p:txBody>
          <a:bodyPr/>
          <a:lstStyle/>
          <a:p>
            <a:pPr lvl="0"/>
            <a:endParaRPr/>
          </a:p>
        </p:txBody>
      </p:sp>
    </p:spTree>
  </p:cSld>
  <p:clrMap bg1="lt1" tx1="dk1" bg2="lt2" tx2="dk2" accent1="accent1" accent2="accent2" accent3="accent3" accent4="accent4" accent5="accent5" accent6="accent6" hlink="hlink" folHlink="folHlink"/>
  <p:notesStyle>
    <a:lvl1pPr defTabSz="457200">
      <a:lnSpc>
        <a:spcPct val="117999"/>
      </a:lnSpc>
      <a:defRPr sz="2200">
        <a:latin typeface="Helvetica Neue"/>
        <a:ea typeface="Helvetica Neue"/>
        <a:cs typeface="Helvetica Neue"/>
        <a:sym typeface="Helvetica Neue"/>
      </a:defRPr>
    </a:lvl1pPr>
    <a:lvl2pPr indent="228600" defTabSz="457200">
      <a:lnSpc>
        <a:spcPct val="117999"/>
      </a:lnSpc>
      <a:defRPr sz="2200">
        <a:latin typeface="Helvetica Neue"/>
        <a:ea typeface="Helvetica Neue"/>
        <a:cs typeface="Helvetica Neue"/>
        <a:sym typeface="Helvetica Neue"/>
      </a:defRPr>
    </a:lvl2pPr>
    <a:lvl3pPr indent="457200" defTabSz="457200">
      <a:lnSpc>
        <a:spcPct val="117999"/>
      </a:lnSpc>
      <a:defRPr sz="2200">
        <a:latin typeface="Helvetica Neue"/>
        <a:ea typeface="Helvetica Neue"/>
        <a:cs typeface="Helvetica Neue"/>
        <a:sym typeface="Helvetica Neue"/>
      </a:defRPr>
    </a:lvl3pPr>
    <a:lvl4pPr indent="685800" defTabSz="457200">
      <a:lnSpc>
        <a:spcPct val="117999"/>
      </a:lnSpc>
      <a:defRPr sz="2200">
        <a:latin typeface="Helvetica Neue"/>
        <a:ea typeface="Helvetica Neue"/>
        <a:cs typeface="Helvetica Neue"/>
        <a:sym typeface="Helvetica Neue"/>
      </a:defRPr>
    </a:lvl4pPr>
    <a:lvl5pPr indent="914400" defTabSz="457200">
      <a:lnSpc>
        <a:spcPct val="117999"/>
      </a:lnSpc>
      <a:defRPr sz="2200">
        <a:latin typeface="Helvetica Neue"/>
        <a:ea typeface="Helvetica Neue"/>
        <a:cs typeface="Helvetica Neue"/>
        <a:sym typeface="Helvetica Neue"/>
      </a:defRPr>
    </a:lvl5pPr>
    <a:lvl6pPr indent="1143000" defTabSz="457200">
      <a:lnSpc>
        <a:spcPct val="117999"/>
      </a:lnSpc>
      <a:defRPr sz="2200">
        <a:latin typeface="Helvetica Neue"/>
        <a:ea typeface="Helvetica Neue"/>
        <a:cs typeface="Helvetica Neue"/>
        <a:sym typeface="Helvetica Neue"/>
      </a:defRPr>
    </a:lvl6pPr>
    <a:lvl7pPr indent="1371600" defTabSz="457200">
      <a:lnSpc>
        <a:spcPct val="117999"/>
      </a:lnSpc>
      <a:defRPr sz="2200">
        <a:latin typeface="Helvetica Neue"/>
        <a:ea typeface="Helvetica Neue"/>
        <a:cs typeface="Helvetica Neue"/>
        <a:sym typeface="Helvetica Neue"/>
      </a:defRPr>
    </a:lvl7pPr>
    <a:lvl8pPr indent="1600200" defTabSz="457200">
      <a:lnSpc>
        <a:spcPct val="117999"/>
      </a:lnSpc>
      <a:defRPr sz="2200">
        <a:latin typeface="Helvetica Neue"/>
        <a:ea typeface="Helvetica Neue"/>
        <a:cs typeface="Helvetica Neue"/>
        <a:sym typeface="Helvetica Neue"/>
      </a:defRPr>
    </a:lvl8pPr>
    <a:lvl9pPr indent="1828800" defTabSz="457200">
      <a:lnSpc>
        <a:spcPct val="117999"/>
      </a:lnSpc>
      <a:defRPr sz="2200">
        <a:latin typeface="Helvetica Neue"/>
        <a:ea typeface="Helvetica Neue"/>
        <a:cs typeface="Helvetica Neue"/>
        <a:sym typeface="Helvetica Neue"/>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Title &amp; Subtitle">
    <p:spTree>
      <p:nvGrpSpPr>
        <p:cNvPr id="1" name=""/>
        <p:cNvGrpSpPr/>
        <p:nvPr/>
      </p:nvGrpSpPr>
      <p:grpSpPr>
        <a:xfrm>
          <a:off x="0" y="0"/>
          <a:ext cx="0" cy="0"/>
          <a:chOff x="0" y="0"/>
          <a:chExt cx="0" cy="0"/>
        </a:xfrm>
      </p:grpSpPr>
      <p:sp>
        <p:nvSpPr>
          <p:cNvPr id="5" name="Shape 5"/>
          <p:cNvSpPr>
            <a:spLocks noGrp="1"/>
          </p:cNvSpPr>
          <p:nvPr>
            <p:ph type="title"/>
          </p:nvPr>
        </p:nvSpPr>
        <p:spPr>
          <a:xfrm>
            <a:off x="850900" y="1270000"/>
            <a:ext cx="11303000" cy="3505200"/>
          </a:xfrm>
          <a:prstGeom prst="rect">
            <a:avLst/>
          </a:prstGeom>
        </p:spPr>
        <p:txBody>
          <a:bodyPr anchor="b"/>
          <a:lstStyle/>
          <a:p>
            <a:pPr lvl="0">
              <a:defRPr sz="1800">
                <a:solidFill>
                  <a:srgbClr val="000000"/>
                </a:solidFill>
                <a:effectLst/>
              </a:defRPr>
            </a:pPr>
            <a:r>
              <a:rPr sz="7200">
                <a:solidFill>
                  <a:srgbClr val="FFFFFF"/>
                </a:solidFill>
                <a:effectLst>
                  <a:outerShdw blurRad="50800" dist="38100" dir="5400000" rotWithShape="0">
                    <a:srgbClr val="000000"/>
                  </a:outerShdw>
                </a:effectLst>
              </a:rPr>
              <a:t>Title Text</a:t>
            </a:r>
          </a:p>
        </p:txBody>
      </p:sp>
      <p:sp>
        <p:nvSpPr>
          <p:cNvPr id="6" name="Shape 6"/>
          <p:cNvSpPr>
            <a:spLocks noGrp="1"/>
          </p:cNvSpPr>
          <p:nvPr>
            <p:ph type="body" idx="1"/>
          </p:nvPr>
        </p:nvSpPr>
        <p:spPr>
          <a:xfrm>
            <a:off x="850900" y="4864100"/>
            <a:ext cx="11303000" cy="1574800"/>
          </a:xfrm>
          <a:prstGeom prst="rect">
            <a:avLst/>
          </a:prstGeom>
        </p:spPr>
        <p:txBody>
          <a:bodyPr anchor="t"/>
          <a:lstStyle>
            <a:lvl1pPr marL="0" indent="0">
              <a:spcBef>
                <a:spcPts val="0"/>
              </a:spcBef>
              <a:buSzTx/>
              <a:buNone/>
              <a:defRPr sz="4200">
                <a:solidFill>
                  <a:srgbClr val="73BFFF"/>
                </a:solidFill>
              </a:defRPr>
            </a:lvl1pPr>
            <a:lvl2pPr marL="0" indent="228600">
              <a:spcBef>
                <a:spcPts val="0"/>
              </a:spcBef>
              <a:buSzTx/>
              <a:buNone/>
              <a:defRPr sz="4200">
                <a:solidFill>
                  <a:srgbClr val="73BFFF"/>
                </a:solidFill>
              </a:defRPr>
            </a:lvl2pPr>
            <a:lvl3pPr marL="0" indent="457200">
              <a:spcBef>
                <a:spcPts val="0"/>
              </a:spcBef>
              <a:buSzTx/>
              <a:buNone/>
              <a:defRPr sz="4200">
                <a:solidFill>
                  <a:srgbClr val="73BFFF"/>
                </a:solidFill>
              </a:defRPr>
            </a:lvl3pPr>
            <a:lvl4pPr marL="0" indent="685800">
              <a:spcBef>
                <a:spcPts val="0"/>
              </a:spcBef>
              <a:buSzTx/>
              <a:buNone/>
              <a:defRPr sz="4200">
                <a:solidFill>
                  <a:srgbClr val="73BFFF"/>
                </a:solidFill>
              </a:defRPr>
            </a:lvl4pPr>
            <a:lvl5pPr marL="0" indent="914400">
              <a:spcBef>
                <a:spcPts val="0"/>
              </a:spcBef>
              <a:buSzTx/>
              <a:buNone/>
              <a:defRPr sz="4200">
                <a:solidFill>
                  <a:srgbClr val="73BFFF"/>
                </a:solidFill>
              </a:defRPr>
            </a:lvl5pPr>
          </a:lstStyle>
          <a:p>
            <a:pPr lvl="0">
              <a:defRPr sz="1800">
                <a:solidFill>
                  <a:srgbClr val="000000"/>
                </a:solidFill>
                <a:effectLst/>
              </a:defRPr>
            </a:pPr>
            <a:r>
              <a:rPr sz="4200">
                <a:solidFill>
                  <a:srgbClr val="73BFFF"/>
                </a:solidFill>
                <a:effectLst>
                  <a:outerShdw blurRad="50800" dist="38100" dir="5400000" rotWithShape="0">
                    <a:srgbClr val="000000"/>
                  </a:outerShdw>
                </a:effectLst>
              </a:rPr>
              <a:t>Body Level One</a:t>
            </a:r>
          </a:p>
          <a:p>
            <a:pPr lvl="1">
              <a:defRPr sz="1800">
                <a:solidFill>
                  <a:srgbClr val="000000"/>
                </a:solidFill>
                <a:effectLst/>
              </a:defRPr>
            </a:pPr>
            <a:r>
              <a:rPr sz="4200">
                <a:solidFill>
                  <a:srgbClr val="73BFFF"/>
                </a:solidFill>
                <a:effectLst>
                  <a:outerShdw blurRad="50800" dist="38100" dir="5400000" rotWithShape="0">
                    <a:srgbClr val="000000"/>
                  </a:outerShdw>
                </a:effectLst>
              </a:rPr>
              <a:t>Body Level Two</a:t>
            </a:r>
          </a:p>
          <a:p>
            <a:pPr lvl="2">
              <a:defRPr sz="1800">
                <a:solidFill>
                  <a:srgbClr val="000000"/>
                </a:solidFill>
                <a:effectLst/>
              </a:defRPr>
            </a:pPr>
            <a:r>
              <a:rPr sz="4200">
                <a:solidFill>
                  <a:srgbClr val="73BFFF"/>
                </a:solidFill>
                <a:effectLst>
                  <a:outerShdw blurRad="50800" dist="38100" dir="5400000" rotWithShape="0">
                    <a:srgbClr val="000000"/>
                  </a:outerShdw>
                </a:effectLst>
              </a:rPr>
              <a:t>Body Level Three</a:t>
            </a:r>
          </a:p>
          <a:p>
            <a:pPr lvl="3">
              <a:defRPr sz="1800">
                <a:solidFill>
                  <a:srgbClr val="000000"/>
                </a:solidFill>
                <a:effectLst/>
              </a:defRPr>
            </a:pPr>
            <a:r>
              <a:rPr sz="4200">
                <a:solidFill>
                  <a:srgbClr val="73BFFF"/>
                </a:solidFill>
                <a:effectLst>
                  <a:outerShdw blurRad="50800" dist="38100" dir="5400000" rotWithShape="0">
                    <a:srgbClr val="000000"/>
                  </a:outerShdw>
                </a:effectLst>
              </a:rPr>
              <a:t>Body Level Four</a:t>
            </a:r>
          </a:p>
          <a:p>
            <a:pPr lvl="4">
              <a:defRPr sz="1800">
                <a:solidFill>
                  <a:srgbClr val="000000"/>
                </a:solidFill>
                <a:effectLst/>
              </a:defRPr>
            </a:pPr>
            <a:r>
              <a:rPr sz="4200">
                <a:solidFill>
                  <a:srgbClr val="73BFFF"/>
                </a:solidFill>
                <a:effectLst>
                  <a:outerShdw blurRad="50800" dist="38100" dir="5400000" rotWithShape="0">
                    <a:srgbClr val="000000"/>
                  </a:outerShdw>
                </a:effectLst>
              </a:rPr>
              <a:t>Body Level Five</a:t>
            </a: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Photo - Horizontal">
    <p:spTree>
      <p:nvGrpSpPr>
        <p:cNvPr id="1" name=""/>
        <p:cNvGrpSpPr/>
        <p:nvPr/>
      </p:nvGrpSpPr>
      <p:grpSpPr>
        <a:xfrm>
          <a:off x="0" y="0"/>
          <a:ext cx="0" cy="0"/>
          <a:chOff x="0" y="0"/>
          <a:chExt cx="0" cy="0"/>
        </a:xfrm>
      </p:grpSpPr>
      <p:sp>
        <p:nvSpPr>
          <p:cNvPr id="8" name="Shape 8"/>
          <p:cNvSpPr/>
          <p:nvPr/>
        </p:nvSpPr>
        <p:spPr>
          <a:xfrm>
            <a:off x="5981700" y="4508500"/>
            <a:ext cx="1042950" cy="736600"/>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nchor="ctr">
            <a:spAutoFit/>
          </a:bodyPr>
          <a:lstStyle/>
          <a:p>
            <a:pPr lvl="0">
              <a:defRPr sz="1800">
                <a:solidFill>
                  <a:srgbClr val="000000"/>
                </a:solidFill>
                <a:effectLst/>
              </a:defRPr>
            </a:pPr>
            <a:r>
              <a:rPr sz="4200">
                <a:solidFill>
                  <a:srgbClr val="FFFFFF"/>
                </a:solidFill>
                <a:effectLst>
                  <a:outerShdw blurRad="50800" dist="38100" dir="5400000" rotWithShape="0">
                    <a:srgbClr val="000000"/>
                  </a:outerShdw>
                </a:effectLst>
              </a:rPr>
              <a:t>Text</a:t>
            </a:r>
          </a:p>
        </p:txBody>
      </p:sp>
      <p:sp>
        <p:nvSpPr>
          <p:cNvPr id="9" name="Shape 9"/>
          <p:cNvSpPr>
            <a:spLocks noGrp="1"/>
          </p:cNvSpPr>
          <p:nvPr>
            <p:ph type="title"/>
          </p:nvPr>
        </p:nvSpPr>
        <p:spPr>
          <a:xfrm>
            <a:off x="787400" y="6807200"/>
            <a:ext cx="11430000" cy="1219200"/>
          </a:xfrm>
          <a:prstGeom prst="rect">
            <a:avLst/>
          </a:prstGeom>
        </p:spPr>
        <p:txBody>
          <a:bodyPr anchor="b"/>
          <a:lstStyle/>
          <a:p>
            <a:pPr lvl="0">
              <a:defRPr sz="1800">
                <a:solidFill>
                  <a:srgbClr val="000000"/>
                </a:solidFill>
                <a:effectLst/>
              </a:defRPr>
            </a:pPr>
            <a:r>
              <a:rPr sz="7200">
                <a:solidFill>
                  <a:srgbClr val="FFFFFF"/>
                </a:solidFill>
                <a:effectLst>
                  <a:outerShdw blurRad="50800" dist="38100" dir="5400000" rotWithShape="0">
                    <a:srgbClr val="000000"/>
                  </a:outerShdw>
                </a:effectLst>
              </a:rPr>
              <a:t>Title Text</a:t>
            </a:r>
          </a:p>
        </p:txBody>
      </p:sp>
      <p:sp>
        <p:nvSpPr>
          <p:cNvPr id="10" name="Shape 10"/>
          <p:cNvSpPr>
            <a:spLocks noGrp="1"/>
          </p:cNvSpPr>
          <p:nvPr>
            <p:ph type="body" idx="1"/>
          </p:nvPr>
        </p:nvSpPr>
        <p:spPr>
          <a:xfrm>
            <a:off x="787400" y="8013700"/>
            <a:ext cx="11430000" cy="1562100"/>
          </a:xfrm>
          <a:prstGeom prst="rect">
            <a:avLst/>
          </a:prstGeom>
        </p:spPr>
        <p:txBody>
          <a:bodyPr anchor="t"/>
          <a:lstStyle>
            <a:lvl1pPr marL="0" indent="0">
              <a:spcBef>
                <a:spcPts val="0"/>
              </a:spcBef>
              <a:buSzTx/>
              <a:buNone/>
              <a:defRPr sz="4200">
                <a:solidFill>
                  <a:srgbClr val="73BFFF"/>
                </a:solidFill>
              </a:defRPr>
            </a:lvl1pPr>
            <a:lvl2pPr marL="0" indent="228600">
              <a:spcBef>
                <a:spcPts val="0"/>
              </a:spcBef>
              <a:buSzTx/>
              <a:buNone/>
              <a:defRPr sz="4200">
                <a:solidFill>
                  <a:srgbClr val="73BFFF"/>
                </a:solidFill>
              </a:defRPr>
            </a:lvl2pPr>
            <a:lvl3pPr marL="0" indent="457200">
              <a:spcBef>
                <a:spcPts val="0"/>
              </a:spcBef>
              <a:buSzTx/>
              <a:buNone/>
              <a:defRPr sz="4200">
                <a:solidFill>
                  <a:srgbClr val="73BFFF"/>
                </a:solidFill>
              </a:defRPr>
            </a:lvl3pPr>
            <a:lvl4pPr marL="0" indent="685800">
              <a:spcBef>
                <a:spcPts val="0"/>
              </a:spcBef>
              <a:buSzTx/>
              <a:buNone/>
              <a:defRPr sz="4200">
                <a:solidFill>
                  <a:srgbClr val="73BFFF"/>
                </a:solidFill>
              </a:defRPr>
            </a:lvl4pPr>
            <a:lvl5pPr marL="0" indent="914400">
              <a:spcBef>
                <a:spcPts val="0"/>
              </a:spcBef>
              <a:buSzTx/>
              <a:buNone/>
              <a:defRPr sz="4200">
                <a:solidFill>
                  <a:srgbClr val="73BFFF"/>
                </a:solidFill>
              </a:defRPr>
            </a:lvl5pPr>
          </a:lstStyle>
          <a:p>
            <a:pPr lvl="0">
              <a:defRPr sz="1800">
                <a:solidFill>
                  <a:srgbClr val="000000"/>
                </a:solidFill>
                <a:effectLst/>
              </a:defRPr>
            </a:pPr>
            <a:r>
              <a:rPr sz="4200">
                <a:solidFill>
                  <a:srgbClr val="73BFFF"/>
                </a:solidFill>
                <a:effectLst>
                  <a:outerShdw blurRad="50800" dist="38100" dir="5400000" rotWithShape="0">
                    <a:srgbClr val="000000"/>
                  </a:outerShdw>
                </a:effectLst>
              </a:rPr>
              <a:t>Body Level One</a:t>
            </a:r>
          </a:p>
          <a:p>
            <a:pPr lvl="1">
              <a:defRPr sz="1800">
                <a:solidFill>
                  <a:srgbClr val="000000"/>
                </a:solidFill>
                <a:effectLst/>
              </a:defRPr>
            </a:pPr>
            <a:r>
              <a:rPr sz="4200">
                <a:solidFill>
                  <a:srgbClr val="73BFFF"/>
                </a:solidFill>
                <a:effectLst>
                  <a:outerShdw blurRad="50800" dist="38100" dir="5400000" rotWithShape="0">
                    <a:srgbClr val="000000"/>
                  </a:outerShdw>
                </a:effectLst>
              </a:rPr>
              <a:t>Body Level Two</a:t>
            </a:r>
          </a:p>
          <a:p>
            <a:pPr lvl="2">
              <a:defRPr sz="1800">
                <a:solidFill>
                  <a:srgbClr val="000000"/>
                </a:solidFill>
                <a:effectLst/>
              </a:defRPr>
            </a:pPr>
            <a:r>
              <a:rPr sz="4200">
                <a:solidFill>
                  <a:srgbClr val="73BFFF"/>
                </a:solidFill>
                <a:effectLst>
                  <a:outerShdw blurRad="50800" dist="38100" dir="5400000" rotWithShape="0">
                    <a:srgbClr val="000000"/>
                  </a:outerShdw>
                </a:effectLst>
              </a:rPr>
              <a:t>Body Level Three</a:t>
            </a:r>
          </a:p>
          <a:p>
            <a:pPr lvl="3">
              <a:defRPr sz="1800">
                <a:solidFill>
                  <a:srgbClr val="000000"/>
                </a:solidFill>
                <a:effectLst/>
              </a:defRPr>
            </a:pPr>
            <a:r>
              <a:rPr sz="4200">
                <a:solidFill>
                  <a:srgbClr val="73BFFF"/>
                </a:solidFill>
                <a:effectLst>
                  <a:outerShdw blurRad="50800" dist="38100" dir="5400000" rotWithShape="0">
                    <a:srgbClr val="000000"/>
                  </a:outerShdw>
                </a:effectLst>
              </a:rPr>
              <a:t>Body Level Four</a:t>
            </a:r>
          </a:p>
          <a:p>
            <a:pPr lvl="4">
              <a:defRPr sz="1800">
                <a:solidFill>
                  <a:srgbClr val="000000"/>
                </a:solidFill>
                <a:effectLst/>
              </a:defRPr>
            </a:pPr>
            <a:r>
              <a:rPr sz="4200">
                <a:solidFill>
                  <a:srgbClr val="73BFFF"/>
                </a:solidFill>
                <a:effectLst>
                  <a:outerShdw blurRad="50800" dist="38100" dir="5400000" rotWithShape="0">
                    <a:srgbClr val="000000"/>
                  </a:outerShdw>
                </a:effectLst>
              </a:rPr>
              <a:t>Body Level Five</a:t>
            </a: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 Center">
    <p:spTree>
      <p:nvGrpSpPr>
        <p:cNvPr id="1" name=""/>
        <p:cNvGrpSpPr/>
        <p:nvPr/>
      </p:nvGrpSpPr>
      <p:grpSpPr>
        <a:xfrm>
          <a:off x="0" y="0"/>
          <a:ext cx="0" cy="0"/>
          <a:chOff x="0" y="0"/>
          <a:chExt cx="0" cy="0"/>
        </a:xfrm>
      </p:grpSpPr>
      <p:sp>
        <p:nvSpPr>
          <p:cNvPr id="12" name="Shape 12"/>
          <p:cNvSpPr>
            <a:spLocks noGrp="1"/>
          </p:cNvSpPr>
          <p:nvPr>
            <p:ph type="title"/>
          </p:nvPr>
        </p:nvSpPr>
        <p:spPr>
          <a:xfrm>
            <a:off x="787400" y="3657600"/>
            <a:ext cx="11430000" cy="2438400"/>
          </a:xfrm>
          <a:prstGeom prst="rect">
            <a:avLst/>
          </a:prstGeom>
        </p:spPr>
        <p:txBody>
          <a:bodyPr/>
          <a:lstStyle/>
          <a:p>
            <a:pPr lvl="0">
              <a:defRPr sz="1800">
                <a:solidFill>
                  <a:srgbClr val="000000"/>
                </a:solidFill>
                <a:effectLst/>
              </a:defRPr>
            </a:pPr>
            <a:r>
              <a:rPr sz="7200">
                <a:solidFill>
                  <a:srgbClr val="FFFFFF"/>
                </a:solidFill>
                <a:effectLst>
                  <a:outerShdw blurRad="50800" dist="38100" dir="5400000" rotWithShape="0">
                    <a:srgbClr val="000000"/>
                  </a:outerShdw>
                </a:effectLst>
              </a:rPr>
              <a:t>Title Text</a:t>
            </a: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Photo - Vertical">
    <p:spTree>
      <p:nvGrpSpPr>
        <p:cNvPr id="1" name=""/>
        <p:cNvGrpSpPr/>
        <p:nvPr/>
      </p:nvGrpSpPr>
      <p:grpSpPr>
        <a:xfrm>
          <a:off x="0" y="0"/>
          <a:ext cx="0" cy="0"/>
          <a:chOff x="0" y="0"/>
          <a:chExt cx="0" cy="0"/>
        </a:xfrm>
      </p:grpSpPr>
      <p:sp>
        <p:nvSpPr>
          <p:cNvPr id="14" name="Shape 14"/>
          <p:cNvSpPr>
            <a:spLocks noGrp="1"/>
          </p:cNvSpPr>
          <p:nvPr>
            <p:ph type="title"/>
          </p:nvPr>
        </p:nvSpPr>
        <p:spPr>
          <a:xfrm>
            <a:off x="787400" y="1384300"/>
            <a:ext cx="5638800" cy="3505200"/>
          </a:xfrm>
          <a:prstGeom prst="rect">
            <a:avLst/>
          </a:prstGeom>
        </p:spPr>
        <p:txBody>
          <a:bodyPr anchor="b"/>
          <a:lstStyle/>
          <a:p>
            <a:pPr lvl="0">
              <a:defRPr sz="1800">
                <a:solidFill>
                  <a:srgbClr val="000000"/>
                </a:solidFill>
                <a:effectLst/>
              </a:defRPr>
            </a:pPr>
            <a:r>
              <a:rPr sz="7200">
                <a:solidFill>
                  <a:srgbClr val="FFFFFF"/>
                </a:solidFill>
                <a:effectLst>
                  <a:outerShdw blurRad="50800" dist="38100" dir="5400000" rotWithShape="0">
                    <a:srgbClr val="000000"/>
                  </a:outerShdw>
                </a:effectLst>
              </a:rPr>
              <a:t>Title Text</a:t>
            </a:r>
          </a:p>
        </p:txBody>
      </p:sp>
      <p:sp>
        <p:nvSpPr>
          <p:cNvPr id="15" name="Shape 15"/>
          <p:cNvSpPr>
            <a:spLocks noGrp="1"/>
          </p:cNvSpPr>
          <p:nvPr>
            <p:ph type="body" idx="1"/>
          </p:nvPr>
        </p:nvSpPr>
        <p:spPr>
          <a:xfrm>
            <a:off x="787400" y="4876800"/>
            <a:ext cx="5638800" cy="3759200"/>
          </a:xfrm>
          <a:prstGeom prst="rect">
            <a:avLst/>
          </a:prstGeom>
        </p:spPr>
        <p:txBody>
          <a:bodyPr anchor="t"/>
          <a:lstStyle>
            <a:lvl1pPr marL="0" indent="0">
              <a:spcBef>
                <a:spcPts val="0"/>
              </a:spcBef>
              <a:buSzTx/>
              <a:buNone/>
              <a:defRPr sz="4200">
                <a:solidFill>
                  <a:srgbClr val="73BFFF"/>
                </a:solidFill>
              </a:defRPr>
            </a:lvl1pPr>
            <a:lvl2pPr marL="0" indent="228600">
              <a:spcBef>
                <a:spcPts val="0"/>
              </a:spcBef>
              <a:buSzTx/>
              <a:buNone/>
              <a:defRPr sz="4200">
                <a:solidFill>
                  <a:srgbClr val="73BFFF"/>
                </a:solidFill>
              </a:defRPr>
            </a:lvl2pPr>
            <a:lvl3pPr marL="0" indent="457200">
              <a:spcBef>
                <a:spcPts val="0"/>
              </a:spcBef>
              <a:buSzTx/>
              <a:buNone/>
              <a:defRPr sz="4200">
                <a:solidFill>
                  <a:srgbClr val="73BFFF"/>
                </a:solidFill>
              </a:defRPr>
            </a:lvl3pPr>
            <a:lvl4pPr marL="0" indent="685800">
              <a:spcBef>
                <a:spcPts val="0"/>
              </a:spcBef>
              <a:buSzTx/>
              <a:buNone/>
              <a:defRPr sz="4200">
                <a:solidFill>
                  <a:srgbClr val="73BFFF"/>
                </a:solidFill>
              </a:defRPr>
            </a:lvl4pPr>
            <a:lvl5pPr marL="0" indent="914400">
              <a:spcBef>
                <a:spcPts val="0"/>
              </a:spcBef>
              <a:buSzTx/>
              <a:buNone/>
              <a:defRPr sz="4200">
                <a:solidFill>
                  <a:srgbClr val="73BFFF"/>
                </a:solidFill>
              </a:defRPr>
            </a:lvl5pPr>
          </a:lstStyle>
          <a:p>
            <a:pPr lvl="0">
              <a:defRPr sz="1800">
                <a:solidFill>
                  <a:srgbClr val="000000"/>
                </a:solidFill>
                <a:effectLst/>
              </a:defRPr>
            </a:pPr>
            <a:r>
              <a:rPr sz="4200">
                <a:solidFill>
                  <a:srgbClr val="73BFFF"/>
                </a:solidFill>
                <a:effectLst>
                  <a:outerShdw blurRad="50800" dist="38100" dir="5400000" rotWithShape="0">
                    <a:srgbClr val="000000"/>
                  </a:outerShdw>
                </a:effectLst>
              </a:rPr>
              <a:t>Body Level One</a:t>
            </a:r>
          </a:p>
          <a:p>
            <a:pPr lvl="1">
              <a:defRPr sz="1800">
                <a:solidFill>
                  <a:srgbClr val="000000"/>
                </a:solidFill>
                <a:effectLst/>
              </a:defRPr>
            </a:pPr>
            <a:r>
              <a:rPr sz="4200">
                <a:solidFill>
                  <a:srgbClr val="73BFFF"/>
                </a:solidFill>
                <a:effectLst>
                  <a:outerShdw blurRad="50800" dist="38100" dir="5400000" rotWithShape="0">
                    <a:srgbClr val="000000"/>
                  </a:outerShdw>
                </a:effectLst>
              </a:rPr>
              <a:t>Body Level Two</a:t>
            </a:r>
          </a:p>
          <a:p>
            <a:pPr lvl="2">
              <a:defRPr sz="1800">
                <a:solidFill>
                  <a:srgbClr val="000000"/>
                </a:solidFill>
                <a:effectLst/>
              </a:defRPr>
            </a:pPr>
            <a:r>
              <a:rPr sz="4200">
                <a:solidFill>
                  <a:srgbClr val="73BFFF"/>
                </a:solidFill>
                <a:effectLst>
                  <a:outerShdw blurRad="50800" dist="38100" dir="5400000" rotWithShape="0">
                    <a:srgbClr val="000000"/>
                  </a:outerShdw>
                </a:effectLst>
              </a:rPr>
              <a:t>Body Level Three</a:t>
            </a:r>
          </a:p>
          <a:p>
            <a:pPr lvl="3">
              <a:defRPr sz="1800">
                <a:solidFill>
                  <a:srgbClr val="000000"/>
                </a:solidFill>
                <a:effectLst/>
              </a:defRPr>
            </a:pPr>
            <a:r>
              <a:rPr sz="4200">
                <a:solidFill>
                  <a:srgbClr val="73BFFF"/>
                </a:solidFill>
                <a:effectLst>
                  <a:outerShdw blurRad="50800" dist="38100" dir="5400000" rotWithShape="0">
                    <a:srgbClr val="000000"/>
                  </a:outerShdw>
                </a:effectLst>
              </a:rPr>
              <a:t>Body Level Four</a:t>
            </a:r>
          </a:p>
          <a:p>
            <a:pPr lvl="4">
              <a:defRPr sz="1800">
                <a:solidFill>
                  <a:srgbClr val="000000"/>
                </a:solidFill>
                <a:effectLst/>
              </a:defRPr>
            </a:pPr>
            <a:r>
              <a:rPr sz="4200">
                <a:solidFill>
                  <a:srgbClr val="73BFFF"/>
                </a:solidFill>
                <a:effectLst>
                  <a:outerShdw blurRad="50800" dist="38100" dir="5400000" rotWithShape="0">
                    <a:srgbClr val="000000"/>
                  </a:outerShdw>
                </a:effectLst>
              </a:rPr>
              <a:t>Body Level Five</a:t>
            </a: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itle - Top">
    <p:spTree>
      <p:nvGrpSpPr>
        <p:cNvPr id="1" name=""/>
        <p:cNvGrpSpPr/>
        <p:nvPr/>
      </p:nvGrpSpPr>
      <p:grpSpPr>
        <a:xfrm>
          <a:off x="0" y="0"/>
          <a:ext cx="0" cy="0"/>
          <a:chOff x="0" y="0"/>
          <a:chExt cx="0" cy="0"/>
        </a:xfrm>
      </p:grpSpPr>
      <p:sp>
        <p:nvSpPr>
          <p:cNvPr id="17" name="Shape 17"/>
          <p:cNvSpPr>
            <a:spLocks noGrp="1"/>
          </p:cNvSpPr>
          <p:nvPr>
            <p:ph type="title"/>
          </p:nvPr>
        </p:nvSpPr>
        <p:spPr>
          <a:prstGeom prst="rect">
            <a:avLst/>
          </a:prstGeom>
        </p:spPr>
        <p:txBody>
          <a:bodyPr/>
          <a:lstStyle/>
          <a:p>
            <a:pPr lvl="0">
              <a:defRPr sz="1800">
                <a:solidFill>
                  <a:srgbClr val="000000"/>
                </a:solidFill>
                <a:effectLst/>
              </a:defRPr>
            </a:pPr>
            <a:r>
              <a:rPr sz="7200">
                <a:solidFill>
                  <a:srgbClr val="FFFFFF"/>
                </a:solidFill>
                <a:effectLst>
                  <a:outerShdw blurRad="50800" dist="38100" dir="5400000" rotWithShape="0">
                    <a:srgbClr val="000000"/>
                  </a:outerShdw>
                </a:effectLst>
              </a:rPr>
              <a:t>Title Text</a:t>
            </a: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19" name="Shape 19"/>
          <p:cNvSpPr>
            <a:spLocks noGrp="1"/>
          </p:cNvSpPr>
          <p:nvPr>
            <p:ph type="title"/>
          </p:nvPr>
        </p:nvSpPr>
        <p:spPr>
          <a:prstGeom prst="rect">
            <a:avLst/>
          </a:prstGeom>
        </p:spPr>
        <p:txBody>
          <a:bodyPr/>
          <a:lstStyle/>
          <a:p>
            <a:pPr lvl="0">
              <a:defRPr sz="1800">
                <a:solidFill>
                  <a:srgbClr val="000000"/>
                </a:solidFill>
                <a:effectLst/>
              </a:defRPr>
            </a:pPr>
            <a:r>
              <a:rPr sz="7200">
                <a:solidFill>
                  <a:srgbClr val="FFFFFF"/>
                </a:solidFill>
                <a:effectLst>
                  <a:outerShdw blurRad="50800" dist="38100" dir="5400000" rotWithShape="0">
                    <a:srgbClr val="000000"/>
                  </a:outerShdw>
                </a:effectLst>
              </a:rPr>
              <a:t>Title Text</a:t>
            </a:r>
          </a:p>
        </p:txBody>
      </p:sp>
      <p:sp>
        <p:nvSpPr>
          <p:cNvPr id="20" name="Shape 20"/>
          <p:cNvSpPr>
            <a:spLocks noGrp="1"/>
          </p:cNvSpPr>
          <p:nvPr>
            <p:ph type="body" idx="1"/>
          </p:nvPr>
        </p:nvSpPr>
        <p:spPr>
          <a:prstGeom prst="rect">
            <a:avLst/>
          </a:prstGeom>
        </p:spPr>
        <p:txBody>
          <a:bodyPr/>
          <a:lstStyle>
            <a:lvl1pPr>
              <a:buBlip>
                <a:blip r:embed="rId2"/>
              </a:buBlip>
            </a:lvl1pPr>
            <a:lvl2pPr>
              <a:buBlip>
                <a:blip r:embed="rId2"/>
              </a:buBlip>
            </a:lvl2pPr>
            <a:lvl3pPr>
              <a:buBlip>
                <a:blip r:embed="rId2"/>
              </a:buBlip>
            </a:lvl3pPr>
            <a:lvl4pPr>
              <a:buBlip>
                <a:blip r:embed="rId2"/>
              </a:buBlip>
            </a:lvl4pPr>
            <a:lvl5pPr>
              <a:buBlip>
                <a:blip r:embed="rId2"/>
              </a:buBlip>
            </a:lvl5pPr>
          </a:lstStyle>
          <a:p>
            <a:pPr lvl="0">
              <a:defRPr sz="1800">
                <a:solidFill>
                  <a:srgbClr val="000000"/>
                </a:solidFill>
                <a:effectLst/>
              </a:defRPr>
            </a:pPr>
            <a:r>
              <a:rPr sz="3600">
                <a:solidFill>
                  <a:srgbClr val="FFFFFF"/>
                </a:solidFill>
                <a:effectLst>
                  <a:outerShdw blurRad="50800" dist="38100" dir="5400000" rotWithShape="0">
                    <a:srgbClr val="000000"/>
                  </a:outerShdw>
                </a:effectLst>
              </a:rPr>
              <a:t>Body Level One</a:t>
            </a:r>
          </a:p>
          <a:p>
            <a:pPr lvl="1">
              <a:defRPr sz="1800">
                <a:solidFill>
                  <a:srgbClr val="000000"/>
                </a:solidFill>
                <a:effectLst/>
              </a:defRPr>
            </a:pPr>
            <a:r>
              <a:rPr sz="3600">
                <a:solidFill>
                  <a:srgbClr val="FFFFFF"/>
                </a:solidFill>
                <a:effectLst>
                  <a:outerShdw blurRad="50800" dist="38100" dir="5400000" rotWithShape="0">
                    <a:srgbClr val="000000"/>
                  </a:outerShdw>
                </a:effectLst>
              </a:rPr>
              <a:t>Body Level Two</a:t>
            </a:r>
          </a:p>
          <a:p>
            <a:pPr lvl="2">
              <a:defRPr sz="1800">
                <a:solidFill>
                  <a:srgbClr val="000000"/>
                </a:solidFill>
                <a:effectLst/>
              </a:defRPr>
            </a:pPr>
            <a:r>
              <a:rPr sz="3600">
                <a:solidFill>
                  <a:srgbClr val="FFFFFF"/>
                </a:solidFill>
                <a:effectLst>
                  <a:outerShdw blurRad="50800" dist="38100" dir="5400000" rotWithShape="0">
                    <a:srgbClr val="000000"/>
                  </a:outerShdw>
                </a:effectLst>
              </a:rPr>
              <a:t>Body Level Three</a:t>
            </a:r>
          </a:p>
          <a:p>
            <a:pPr lvl="3">
              <a:defRPr sz="1800">
                <a:solidFill>
                  <a:srgbClr val="000000"/>
                </a:solidFill>
                <a:effectLst/>
              </a:defRPr>
            </a:pPr>
            <a:r>
              <a:rPr sz="3600">
                <a:solidFill>
                  <a:srgbClr val="FFFFFF"/>
                </a:solidFill>
                <a:effectLst>
                  <a:outerShdw blurRad="50800" dist="38100" dir="5400000" rotWithShape="0">
                    <a:srgbClr val="000000"/>
                  </a:outerShdw>
                </a:effectLst>
              </a:rPr>
              <a:t>Body Level Four</a:t>
            </a:r>
          </a:p>
          <a:p>
            <a:pPr lvl="4">
              <a:defRPr sz="1800">
                <a:solidFill>
                  <a:srgbClr val="000000"/>
                </a:solidFill>
                <a:effectLst/>
              </a:defRPr>
            </a:pPr>
            <a:r>
              <a:rPr sz="3600">
                <a:solidFill>
                  <a:srgbClr val="FFFFFF"/>
                </a:solidFill>
                <a:effectLst>
                  <a:outerShdw blurRad="50800" dist="38100" dir="5400000" rotWithShape="0">
                    <a:srgbClr val="000000"/>
                  </a:outerShdw>
                </a:effectLst>
              </a:rPr>
              <a:t>Body Level Five</a:t>
            </a: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Title, Bullets &amp; Photo">
    <p:spTree>
      <p:nvGrpSpPr>
        <p:cNvPr id="1" name=""/>
        <p:cNvGrpSpPr/>
        <p:nvPr/>
      </p:nvGrpSpPr>
      <p:grpSpPr>
        <a:xfrm>
          <a:off x="0" y="0"/>
          <a:ext cx="0" cy="0"/>
          <a:chOff x="0" y="0"/>
          <a:chExt cx="0" cy="0"/>
        </a:xfrm>
      </p:grpSpPr>
      <p:sp>
        <p:nvSpPr>
          <p:cNvPr id="22" name="Shape 22"/>
          <p:cNvSpPr>
            <a:spLocks noGrp="1"/>
          </p:cNvSpPr>
          <p:nvPr>
            <p:ph type="title"/>
          </p:nvPr>
        </p:nvSpPr>
        <p:spPr>
          <a:prstGeom prst="rect">
            <a:avLst/>
          </a:prstGeom>
        </p:spPr>
        <p:txBody>
          <a:bodyPr/>
          <a:lstStyle/>
          <a:p>
            <a:pPr lvl="0">
              <a:defRPr sz="1800">
                <a:solidFill>
                  <a:srgbClr val="000000"/>
                </a:solidFill>
                <a:effectLst/>
              </a:defRPr>
            </a:pPr>
            <a:r>
              <a:rPr sz="7200">
                <a:solidFill>
                  <a:srgbClr val="FFFFFF"/>
                </a:solidFill>
                <a:effectLst>
                  <a:outerShdw blurRad="50800" dist="38100" dir="5400000" rotWithShape="0">
                    <a:srgbClr val="000000"/>
                  </a:outerShdw>
                </a:effectLst>
              </a:rPr>
              <a:t>Title Text</a:t>
            </a:r>
          </a:p>
        </p:txBody>
      </p:sp>
      <p:sp>
        <p:nvSpPr>
          <p:cNvPr id="23" name="Shape 23"/>
          <p:cNvSpPr>
            <a:spLocks noGrp="1"/>
          </p:cNvSpPr>
          <p:nvPr>
            <p:ph type="body" idx="1"/>
          </p:nvPr>
        </p:nvSpPr>
        <p:spPr>
          <a:xfrm>
            <a:off x="787400" y="2768600"/>
            <a:ext cx="5422900" cy="5715000"/>
          </a:xfrm>
          <a:prstGeom prst="rect">
            <a:avLst/>
          </a:prstGeom>
        </p:spPr>
        <p:txBody>
          <a:bodyPr/>
          <a:lstStyle>
            <a:lvl1pPr>
              <a:buBlip>
                <a:blip r:embed="rId2"/>
              </a:buBlip>
            </a:lvl1pPr>
            <a:lvl2pPr>
              <a:buBlip>
                <a:blip r:embed="rId2"/>
              </a:buBlip>
            </a:lvl2pPr>
            <a:lvl3pPr>
              <a:buBlip>
                <a:blip r:embed="rId2"/>
              </a:buBlip>
            </a:lvl3pPr>
            <a:lvl4pPr>
              <a:buBlip>
                <a:blip r:embed="rId2"/>
              </a:buBlip>
            </a:lvl4pPr>
            <a:lvl5pPr>
              <a:buBlip>
                <a:blip r:embed="rId2"/>
              </a:buBlip>
            </a:lvl5pPr>
          </a:lstStyle>
          <a:p>
            <a:pPr lvl="0">
              <a:defRPr sz="1800">
                <a:solidFill>
                  <a:srgbClr val="000000"/>
                </a:solidFill>
                <a:effectLst/>
              </a:defRPr>
            </a:pPr>
            <a:r>
              <a:rPr sz="3600">
                <a:solidFill>
                  <a:srgbClr val="FFFFFF"/>
                </a:solidFill>
                <a:effectLst>
                  <a:outerShdw blurRad="50800" dist="38100" dir="5400000" rotWithShape="0">
                    <a:srgbClr val="000000"/>
                  </a:outerShdw>
                </a:effectLst>
              </a:rPr>
              <a:t>Body Level One</a:t>
            </a:r>
          </a:p>
          <a:p>
            <a:pPr lvl="1">
              <a:defRPr sz="1800">
                <a:solidFill>
                  <a:srgbClr val="000000"/>
                </a:solidFill>
                <a:effectLst/>
              </a:defRPr>
            </a:pPr>
            <a:r>
              <a:rPr sz="3600">
                <a:solidFill>
                  <a:srgbClr val="FFFFFF"/>
                </a:solidFill>
                <a:effectLst>
                  <a:outerShdw blurRad="50800" dist="38100" dir="5400000" rotWithShape="0">
                    <a:srgbClr val="000000"/>
                  </a:outerShdw>
                </a:effectLst>
              </a:rPr>
              <a:t>Body Level Two</a:t>
            </a:r>
          </a:p>
          <a:p>
            <a:pPr lvl="2">
              <a:defRPr sz="1800">
                <a:solidFill>
                  <a:srgbClr val="000000"/>
                </a:solidFill>
                <a:effectLst/>
              </a:defRPr>
            </a:pPr>
            <a:r>
              <a:rPr sz="3600">
                <a:solidFill>
                  <a:srgbClr val="FFFFFF"/>
                </a:solidFill>
                <a:effectLst>
                  <a:outerShdw blurRad="50800" dist="38100" dir="5400000" rotWithShape="0">
                    <a:srgbClr val="000000"/>
                  </a:outerShdw>
                </a:effectLst>
              </a:rPr>
              <a:t>Body Level Three</a:t>
            </a:r>
          </a:p>
          <a:p>
            <a:pPr lvl="3">
              <a:defRPr sz="1800">
                <a:solidFill>
                  <a:srgbClr val="000000"/>
                </a:solidFill>
                <a:effectLst/>
              </a:defRPr>
            </a:pPr>
            <a:r>
              <a:rPr sz="3600">
                <a:solidFill>
                  <a:srgbClr val="FFFFFF"/>
                </a:solidFill>
                <a:effectLst>
                  <a:outerShdw blurRad="50800" dist="38100" dir="5400000" rotWithShape="0">
                    <a:srgbClr val="000000"/>
                  </a:outerShdw>
                </a:effectLst>
              </a:rPr>
              <a:t>Body Level Four</a:t>
            </a:r>
          </a:p>
          <a:p>
            <a:pPr lvl="4">
              <a:defRPr sz="1800">
                <a:solidFill>
                  <a:srgbClr val="000000"/>
                </a:solidFill>
                <a:effectLst/>
              </a:defRPr>
            </a:pPr>
            <a:r>
              <a:rPr sz="3600">
                <a:solidFill>
                  <a:srgbClr val="FFFFFF"/>
                </a:solidFill>
                <a:effectLst>
                  <a:outerShdw blurRad="50800" dist="38100" dir="5400000" rotWithShape="0">
                    <a:srgbClr val="000000"/>
                  </a:outerShdw>
                </a:effectLst>
              </a:rPr>
              <a:t>Body Level Five</a:t>
            </a: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25" name="Shape 25"/>
          <p:cNvSpPr>
            <a:spLocks noGrp="1"/>
          </p:cNvSpPr>
          <p:nvPr>
            <p:ph type="body" idx="1"/>
          </p:nvPr>
        </p:nvSpPr>
        <p:spPr>
          <a:xfrm>
            <a:off x="787400" y="1371600"/>
            <a:ext cx="11430000" cy="7010400"/>
          </a:xfrm>
          <a:prstGeom prst="rect">
            <a:avLst/>
          </a:prstGeom>
        </p:spPr>
        <p:txBody>
          <a:bodyPr/>
          <a:lstStyle>
            <a:lvl1pPr>
              <a:buBlip>
                <a:blip r:embed="rId2"/>
              </a:buBlip>
            </a:lvl1pPr>
            <a:lvl2pPr>
              <a:buBlip>
                <a:blip r:embed="rId2"/>
              </a:buBlip>
            </a:lvl2pPr>
            <a:lvl3pPr>
              <a:buBlip>
                <a:blip r:embed="rId2"/>
              </a:buBlip>
            </a:lvl3pPr>
            <a:lvl4pPr>
              <a:buBlip>
                <a:blip r:embed="rId2"/>
              </a:buBlip>
            </a:lvl4pPr>
            <a:lvl5pPr>
              <a:buBlip>
                <a:blip r:embed="rId2"/>
              </a:buBlip>
            </a:lvl5pPr>
          </a:lstStyle>
          <a:p>
            <a:pPr lvl="0">
              <a:defRPr sz="1800">
                <a:solidFill>
                  <a:srgbClr val="000000"/>
                </a:solidFill>
                <a:effectLst/>
              </a:defRPr>
            </a:pPr>
            <a:r>
              <a:rPr sz="3600">
                <a:solidFill>
                  <a:srgbClr val="FFFFFF"/>
                </a:solidFill>
                <a:effectLst>
                  <a:outerShdw blurRad="50800" dist="38100" dir="5400000" rotWithShape="0">
                    <a:srgbClr val="000000"/>
                  </a:outerShdw>
                </a:effectLst>
              </a:rPr>
              <a:t>Body Level One</a:t>
            </a:r>
          </a:p>
          <a:p>
            <a:pPr lvl="1">
              <a:defRPr sz="1800">
                <a:solidFill>
                  <a:srgbClr val="000000"/>
                </a:solidFill>
                <a:effectLst/>
              </a:defRPr>
            </a:pPr>
            <a:r>
              <a:rPr sz="3600">
                <a:solidFill>
                  <a:srgbClr val="FFFFFF"/>
                </a:solidFill>
                <a:effectLst>
                  <a:outerShdw blurRad="50800" dist="38100" dir="5400000" rotWithShape="0">
                    <a:srgbClr val="000000"/>
                  </a:outerShdw>
                </a:effectLst>
              </a:rPr>
              <a:t>Body Level Two</a:t>
            </a:r>
          </a:p>
          <a:p>
            <a:pPr lvl="2">
              <a:defRPr sz="1800">
                <a:solidFill>
                  <a:srgbClr val="000000"/>
                </a:solidFill>
                <a:effectLst/>
              </a:defRPr>
            </a:pPr>
            <a:r>
              <a:rPr sz="3600">
                <a:solidFill>
                  <a:srgbClr val="FFFFFF"/>
                </a:solidFill>
                <a:effectLst>
                  <a:outerShdw blurRad="50800" dist="38100" dir="5400000" rotWithShape="0">
                    <a:srgbClr val="000000"/>
                  </a:outerShdw>
                </a:effectLst>
              </a:rPr>
              <a:t>Body Level Three</a:t>
            </a:r>
          </a:p>
          <a:p>
            <a:pPr lvl="3">
              <a:defRPr sz="1800">
                <a:solidFill>
                  <a:srgbClr val="000000"/>
                </a:solidFill>
                <a:effectLst/>
              </a:defRPr>
            </a:pPr>
            <a:r>
              <a:rPr sz="3600">
                <a:solidFill>
                  <a:srgbClr val="FFFFFF"/>
                </a:solidFill>
                <a:effectLst>
                  <a:outerShdw blurRad="50800" dist="38100" dir="5400000" rotWithShape="0">
                    <a:srgbClr val="000000"/>
                  </a:outerShdw>
                </a:effectLst>
              </a:rPr>
              <a:t>Body Level Four</a:t>
            </a:r>
          </a:p>
          <a:p>
            <a:pPr lvl="4">
              <a:defRPr sz="1800">
                <a:solidFill>
                  <a:srgbClr val="000000"/>
                </a:solidFill>
                <a:effectLst/>
              </a:defRPr>
            </a:pPr>
            <a:r>
              <a:rPr sz="3600">
                <a:solidFill>
                  <a:srgbClr val="FFFFFF"/>
                </a:solidFill>
                <a:effectLst>
                  <a:outerShdw blurRad="50800" dist="38100" dir="5400000" rotWithShape="0">
                    <a:srgbClr val="000000"/>
                  </a:outerShdw>
                </a:effectLst>
              </a:rPr>
              <a:t>Body Level Five</a:t>
            </a: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Photo - 3 Up">
    <p:spTree>
      <p:nvGrpSpPr>
        <p:cNvPr id="1" name=""/>
        <p:cNvGrpSpPr/>
        <p:nvPr/>
      </p:nvGrpSpPr>
      <p:grpSpPr>
        <a:xfrm>
          <a:off x="0" y="0"/>
          <a:ext cx="0" cy="0"/>
          <a:chOff x="0" y="0"/>
          <a:chExt cx="0" cy="0"/>
        </a:xfrm>
      </p:grpSpPr>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Quote">
    <p:spTree>
      <p:nvGrpSpPr>
        <p:cNvPr id="1" name=""/>
        <p:cNvGrpSpPr/>
        <p:nvPr/>
      </p:nvGrpSpPr>
      <p:grpSpPr>
        <a:xfrm>
          <a:off x="0" y="0"/>
          <a:ext cx="0" cy="0"/>
          <a:chOff x="0" y="0"/>
          <a:chExt cx="0" cy="0"/>
        </a:xfrm>
      </p:grpSpPr>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Photo">
    <p:spTree>
      <p:nvGrpSpPr>
        <p:cNvPr id="1" name=""/>
        <p:cNvGrpSpPr/>
        <p:nvPr/>
      </p:nvGrpSpPr>
      <p:grpSpPr>
        <a:xfrm>
          <a:off x="0" y="0"/>
          <a:ext cx="0" cy="0"/>
          <a:chOff x="0" y="0"/>
          <a:chExt cx="0" cy="0"/>
        </a:xfrm>
      </p:grpSpPr>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14"/>
          <a:srcRect/>
          <a:stretch>
            <a:fillRect/>
          </a:stretch>
        </a:blipFill>
        <a:effectLst/>
      </p:bgPr>
    </p:bg>
    <p:spTree>
      <p:nvGrpSpPr>
        <p:cNvPr id="1" name=""/>
        <p:cNvGrpSpPr/>
        <p:nvPr/>
      </p:nvGrpSpPr>
      <p:grpSpPr>
        <a:xfrm>
          <a:off x="0" y="0"/>
          <a:ext cx="0" cy="0"/>
          <a:chOff x="0" y="0"/>
          <a:chExt cx="0" cy="0"/>
        </a:xfrm>
      </p:grpSpPr>
      <p:sp>
        <p:nvSpPr>
          <p:cNvPr id="2" name="Shape 2"/>
          <p:cNvSpPr>
            <a:spLocks noGrp="1"/>
          </p:cNvSpPr>
          <p:nvPr>
            <p:ph type="title"/>
          </p:nvPr>
        </p:nvSpPr>
        <p:spPr>
          <a:xfrm>
            <a:off x="787400" y="254000"/>
            <a:ext cx="11430000" cy="2438400"/>
          </a:xfrm>
          <a:prstGeom prst="rect">
            <a:avLst/>
          </a:prstGeom>
          <a:ln w="12700">
            <a:miter lim="400000"/>
          </a:ln>
          <a:extLst>
            <a:ext uri="{C572A759-6A51-4108-AA02-DFA0A04FC94B}">
              <ma14:wrappingTextBoxFlag xmlns:ma14="http://schemas.microsoft.com/office/mac/drawingml/2011/main" xmlns="" val="1"/>
            </a:ext>
          </a:extLst>
        </p:spPr>
        <p:txBody>
          <a:bodyPr lIns="0" tIns="0" rIns="0" bIns="0" anchor="ctr">
            <a:normAutofit/>
          </a:bodyPr>
          <a:lstStyle/>
          <a:p>
            <a:pPr lvl="0">
              <a:defRPr sz="1800">
                <a:solidFill>
                  <a:srgbClr val="000000"/>
                </a:solidFill>
                <a:effectLst/>
              </a:defRPr>
            </a:pPr>
            <a:r>
              <a:rPr sz="7200">
                <a:solidFill>
                  <a:srgbClr val="FFFFFF"/>
                </a:solidFill>
                <a:effectLst>
                  <a:outerShdw blurRad="50800" dist="38100" dir="5400000" rotWithShape="0">
                    <a:srgbClr val="000000"/>
                  </a:outerShdw>
                </a:effectLst>
              </a:rPr>
              <a:t>Title Text</a:t>
            </a:r>
          </a:p>
        </p:txBody>
      </p:sp>
      <p:sp>
        <p:nvSpPr>
          <p:cNvPr id="3" name="Shape 3"/>
          <p:cNvSpPr>
            <a:spLocks noGrp="1"/>
          </p:cNvSpPr>
          <p:nvPr>
            <p:ph type="body" idx="1"/>
          </p:nvPr>
        </p:nvSpPr>
        <p:spPr>
          <a:xfrm>
            <a:off x="787400" y="2768600"/>
            <a:ext cx="11430000" cy="5715000"/>
          </a:xfrm>
          <a:prstGeom prst="rect">
            <a:avLst/>
          </a:prstGeom>
          <a:ln w="12700">
            <a:miter lim="400000"/>
          </a:ln>
          <a:extLst>
            <a:ext uri="{C572A759-6A51-4108-AA02-DFA0A04FC94B}">
              <ma14:wrappingTextBoxFlag xmlns:ma14="http://schemas.microsoft.com/office/mac/drawingml/2011/main" xmlns="" val="1"/>
            </a:ext>
          </a:extLst>
        </p:spPr>
        <p:txBody>
          <a:bodyPr lIns="0" tIns="0" rIns="0" bIns="0" anchor="ctr">
            <a:normAutofit/>
          </a:bodyPr>
          <a:lstStyle>
            <a:lvl1pPr>
              <a:buBlip>
                <a:blip r:embed="rId15"/>
              </a:buBlip>
            </a:lvl1pPr>
            <a:lvl2pPr>
              <a:buBlip>
                <a:blip r:embed="rId15"/>
              </a:buBlip>
            </a:lvl2pPr>
            <a:lvl3pPr>
              <a:buBlip>
                <a:blip r:embed="rId15"/>
              </a:buBlip>
            </a:lvl3pPr>
            <a:lvl4pPr>
              <a:buBlip>
                <a:blip r:embed="rId15"/>
              </a:buBlip>
            </a:lvl4pPr>
            <a:lvl5pPr>
              <a:buBlip>
                <a:blip r:embed="rId15"/>
              </a:buBlip>
            </a:lvl5pPr>
          </a:lstStyle>
          <a:p>
            <a:pPr lvl="0">
              <a:defRPr sz="1800">
                <a:solidFill>
                  <a:srgbClr val="000000"/>
                </a:solidFill>
                <a:effectLst/>
              </a:defRPr>
            </a:pPr>
            <a:r>
              <a:rPr sz="3600">
                <a:solidFill>
                  <a:srgbClr val="FFFFFF"/>
                </a:solidFill>
                <a:effectLst>
                  <a:outerShdw blurRad="50800" dist="38100" dir="5400000" rotWithShape="0">
                    <a:srgbClr val="000000"/>
                  </a:outerShdw>
                </a:effectLst>
              </a:rPr>
              <a:t>Body Level One</a:t>
            </a:r>
          </a:p>
          <a:p>
            <a:pPr lvl="1">
              <a:defRPr sz="1800">
                <a:solidFill>
                  <a:srgbClr val="000000"/>
                </a:solidFill>
                <a:effectLst/>
              </a:defRPr>
            </a:pPr>
            <a:r>
              <a:rPr sz="3600">
                <a:solidFill>
                  <a:srgbClr val="FFFFFF"/>
                </a:solidFill>
                <a:effectLst>
                  <a:outerShdw blurRad="50800" dist="38100" dir="5400000" rotWithShape="0">
                    <a:srgbClr val="000000"/>
                  </a:outerShdw>
                </a:effectLst>
              </a:rPr>
              <a:t>Body Level Two</a:t>
            </a:r>
          </a:p>
          <a:p>
            <a:pPr lvl="2">
              <a:defRPr sz="1800">
                <a:solidFill>
                  <a:srgbClr val="000000"/>
                </a:solidFill>
                <a:effectLst/>
              </a:defRPr>
            </a:pPr>
            <a:r>
              <a:rPr sz="3600">
                <a:solidFill>
                  <a:srgbClr val="FFFFFF"/>
                </a:solidFill>
                <a:effectLst>
                  <a:outerShdw blurRad="50800" dist="38100" dir="5400000" rotWithShape="0">
                    <a:srgbClr val="000000"/>
                  </a:outerShdw>
                </a:effectLst>
              </a:rPr>
              <a:t>Body Level Three</a:t>
            </a:r>
          </a:p>
          <a:p>
            <a:pPr lvl="3">
              <a:defRPr sz="1800">
                <a:solidFill>
                  <a:srgbClr val="000000"/>
                </a:solidFill>
                <a:effectLst/>
              </a:defRPr>
            </a:pPr>
            <a:r>
              <a:rPr sz="3600">
                <a:solidFill>
                  <a:srgbClr val="FFFFFF"/>
                </a:solidFill>
                <a:effectLst>
                  <a:outerShdw blurRad="50800" dist="38100" dir="5400000" rotWithShape="0">
                    <a:srgbClr val="000000"/>
                  </a:outerShdw>
                </a:effectLst>
              </a:rPr>
              <a:t>Body Level Four</a:t>
            </a:r>
          </a:p>
          <a:p>
            <a:pPr lvl="4">
              <a:defRPr sz="1800">
                <a:solidFill>
                  <a:srgbClr val="000000"/>
                </a:solidFill>
                <a:effectLst/>
              </a:defRPr>
            </a:pPr>
            <a:r>
              <a:rPr sz="3600">
                <a:solidFill>
                  <a:srgbClr val="FFFFFF"/>
                </a:solidFill>
                <a:effectLst>
                  <a:outerShdw blurRad="50800" dist="38100" dir="5400000" rotWithShape="0">
                    <a:srgbClr val="000000"/>
                  </a:outerShdw>
                </a:effectLst>
              </a:rPr>
              <a:t>Body Level Five</a:t>
            </a:r>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spd="med"/>
  <p:txStyles>
    <p:titleStyle>
      <a:lvl1pPr defTabSz="584200">
        <a:defRPr sz="7200">
          <a:solidFill>
            <a:srgbClr val="FFFFFF"/>
          </a:solidFill>
          <a:effectLst>
            <a:outerShdw blurRad="50800" dist="38100" dir="5400000" rotWithShape="0">
              <a:srgbClr val="000000"/>
            </a:outerShdw>
          </a:effectLst>
          <a:latin typeface="+mn-lt"/>
          <a:ea typeface="+mn-ea"/>
          <a:cs typeface="+mn-cs"/>
          <a:sym typeface="Helvetica Neue Light"/>
        </a:defRPr>
      </a:lvl1pPr>
      <a:lvl2pPr indent="228600" defTabSz="584200">
        <a:defRPr sz="7200">
          <a:solidFill>
            <a:srgbClr val="FFFFFF"/>
          </a:solidFill>
          <a:effectLst>
            <a:outerShdw blurRad="50800" dist="38100" dir="5400000" rotWithShape="0">
              <a:srgbClr val="000000"/>
            </a:outerShdw>
          </a:effectLst>
          <a:latin typeface="+mn-lt"/>
          <a:ea typeface="+mn-ea"/>
          <a:cs typeface="+mn-cs"/>
          <a:sym typeface="Helvetica Neue Light"/>
        </a:defRPr>
      </a:lvl2pPr>
      <a:lvl3pPr indent="457200" defTabSz="584200">
        <a:defRPr sz="7200">
          <a:solidFill>
            <a:srgbClr val="FFFFFF"/>
          </a:solidFill>
          <a:effectLst>
            <a:outerShdw blurRad="50800" dist="38100" dir="5400000" rotWithShape="0">
              <a:srgbClr val="000000"/>
            </a:outerShdw>
          </a:effectLst>
          <a:latin typeface="+mn-lt"/>
          <a:ea typeface="+mn-ea"/>
          <a:cs typeface="+mn-cs"/>
          <a:sym typeface="Helvetica Neue Light"/>
        </a:defRPr>
      </a:lvl3pPr>
      <a:lvl4pPr indent="685800" defTabSz="584200">
        <a:defRPr sz="7200">
          <a:solidFill>
            <a:srgbClr val="FFFFFF"/>
          </a:solidFill>
          <a:effectLst>
            <a:outerShdw blurRad="50800" dist="38100" dir="5400000" rotWithShape="0">
              <a:srgbClr val="000000"/>
            </a:outerShdw>
          </a:effectLst>
          <a:latin typeface="+mn-lt"/>
          <a:ea typeface="+mn-ea"/>
          <a:cs typeface="+mn-cs"/>
          <a:sym typeface="Helvetica Neue Light"/>
        </a:defRPr>
      </a:lvl4pPr>
      <a:lvl5pPr indent="914400" defTabSz="584200">
        <a:defRPr sz="7200">
          <a:solidFill>
            <a:srgbClr val="FFFFFF"/>
          </a:solidFill>
          <a:effectLst>
            <a:outerShdw blurRad="50800" dist="38100" dir="5400000" rotWithShape="0">
              <a:srgbClr val="000000"/>
            </a:outerShdw>
          </a:effectLst>
          <a:latin typeface="+mn-lt"/>
          <a:ea typeface="+mn-ea"/>
          <a:cs typeface="+mn-cs"/>
          <a:sym typeface="Helvetica Neue Light"/>
        </a:defRPr>
      </a:lvl5pPr>
      <a:lvl6pPr indent="1143000" defTabSz="584200">
        <a:defRPr sz="7200">
          <a:solidFill>
            <a:srgbClr val="FFFFFF"/>
          </a:solidFill>
          <a:effectLst>
            <a:outerShdw blurRad="50800" dist="38100" dir="5400000" rotWithShape="0">
              <a:srgbClr val="000000"/>
            </a:outerShdw>
          </a:effectLst>
          <a:latin typeface="+mn-lt"/>
          <a:ea typeface="+mn-ea"/>
          <a:cs typeface="+mn-cs"/>
          <a:sym typeface="Helvetica Neue Light"/>
        </a:defRPr>
      </a:lvl6pPr>
      <a:lvl7pPr indent="1371600" defTabSz="584200">
        <a:defRPr sz="7200">
          <a:solidFill>
            <a:srgbClr val="FFFFFF"/>
          </a:solidFill>
          <a:effectLst>
            <a:outerShdw blurRad="50800" dist="38100" dir="5400000" rotWithShape="0">
              <a:srgbClr val="000000"/>
            </a:outerShdw>
          </a:effectLst>
          <a:latin typeface="+mn-lt"/>
          <a:ea typeface="+mn-ea"/>
          <a:cs typeface="+mn-cs"/>
          <a:sym typeface="Helvetica Neue Light"/>
        </a:defRPr>
      </a:lvl7pPr>
      <a:lvl8pPr indent="1600200" defTabSz="584200">
        <a:defRPr sz="7200">
          <a:solidFill>
            <a:srgbClr val="FFFFFF"/>
          </a:solidFill>
          <a:effectLst>
            <a:outerShdw blurRad="50800" dist="38100" dir="5400000" rotWithShape="0">
              <a:srgbClr val="000000"/>
            </a:outerShdw>
          </a:effectLst>
          <a:latin typeface="+mn-lt"/>
          <a:ea typeface="+mn-ea"/>
          <a:cs typeface="+mn-cs"/>
          <a:sym typeface="Helvetica Neue Light"/>
        </a:defRPr>
      </a:lvl8pPr>
      <a:lvl9pPr indent="1828800" defTabSz="584200">
        <a:defRPr sz="7200">
          <a:solidFill>
            <a:srgbClr val="FFFFFF"/>
          </a:solidFill>
          <a:effectLst>
            <a:outerShdw blurRad="50800" dist="38100" dir="5400000" rotWithShape="0">
              <a:srgbClr val="000000"/>
            </a:outerShdw>
          </a:effectLst>
          <a:latin typeface="+mn-lt"/>
          <a:ea typeface="+mn-ea"/>
          <a:cs typeface="+mn-cs"/>
          <a:sym typeface="Helvetica Neue Light"/>
        </a:defRPr>
      </a:lvl9pPr>
    </p:titleStyle>
    <p:bodyStyle>
      <a:lvl1pPr marL="444500" indent="-444500" defTabSz="584200">
        <a:spcBef>
          <a:spcPts val="3600"/>
        </a:spcBef>
        <a:buSzPct val="30000"/>
        <a:buBlip>
          <a:blip r:embed="rId15"/>
        </a:buBlip>
        <a:defRPr sz="3600">
          <a:solidFill>
            <a:srgbClr val="FFFFFF"/>
          </a:solidFill>
          <a:effectLst>
            <a:outerShdw blurRad="50800" dist="38100" dir="5400000" rotWithShape="0">
              <a:srgbClr val="000000"/>
            </a:outerShdw>
          </a:effectLst>
          <a:latin typeface="+mn-lt"/>
          <a:ea typeface="+mn-ea"/>
          <a:cs typeface="+mn-cs"/>
          <a:sym typeface="Helvetica Neue Light"/>
        </a:defRPr>
      </a:lvl1pPr>
      <a:lvl2pPr marL="889000" indent="-444500" defTabSz="584200">
        <a:spcBef>
          <a:spcPts val="3600"/>
        </a:spcBef>
        <a:buSzPct val="30000"/>
        <a:buBlip>
          <a:blip r:embed="rId15"/>
        </a:buBlip>
        <a:defRPr sz="3600">
          <a:solidFill>
            <a:srgbClr val="FFFFFF"/>
          </a:solidFill>
          <a:effectLst>
            <a:outerShdw blurRad="50800" dist="38100" dir="5400000" rotWithShape="0">
              <a:srgbClr val="000000"/>
            </a:outerShdw>
          </a:effectLst>
          <a:latin typeface="+mn-lt"/>
          <a:ea typeface="+mn-ea"/>
          <a:cs typeface="+mn-cs"/>
          <a:sym typeface="Helvetica Neue Light"/>
        </a:defRPr>
      </a:lvl2pPr>
      <a:lvl3pPr marL="1333500" indent="-444500" defTabSz="584200">
        <a:spcBef>
          <a:spcPts val="3600"/>
        </a:spcBef>
        <a:buSzPct val="30000"/>
        <a:buBlip>
          <a:blip r:embed="rId15"/>
        </a:buBlip>
        <a:defRPr sz="3600">
          <a:solidFill>
            <a:srgbClr val="FFFFFF"/>
          </a:solidFill>
          <a:effectLst>
            <a:outerShdw blurRad="50800" dist="38100" dir="5400000" rotWithShape="0">
              <a:srgbClr val="000000"/>
            </a:outerShdw>
          </a:effectLst>
          <a:latin typeface="+mn-lt"/>
          <a:ea typeface="+mn-ea"/>
          <a:cs typeface="+mn-cs"/>
          <a:sym typeface="Helvetica Neue Light"/>
        </a:defRPr>
      </a:lvl3pPr>
      <a:lvl4pPr marL="1778000" indent="-444500" defTabSz="584200">
        <a:spcBef>
          <a:spcPts val="3600"/>
        </a:spcBef>
        <a:buSzPct val="30000"/>
        <a:buBlip>
          <a:blip r:embed="rId15"/>
        </a:buBlip>
        <a:defRPr sz="3600">
          <a:solidFill>
            <a:srgbClr val="FFFFFF"/>
          </a:solidFill>
          <a:effectLst>
            <a:outerShdw blurRad="50800" dist="38100" dir="5400000" rotWithShape="0">
              <a:srgbClr val="000000"/>
            </a:outerShdw>
          </a:effectLst>
          <a:latin typeface="+mn-lt"/>
          <a:ea typeface="+mn-ea"/>
          <a:cs typeface="+mn-cs"/>
          <a:sym typeface="Helvetica Neue Light"/>
        </a:defRPr>
      </a:lvl4pPr>
      <a:lvl5pPr marL="2222500" indent="-444500" defTabSz="584200">
        <a:spcBef>
          <a:spcPts val="3600"/>
        </a:spcBef>
        <a:buSzPct val="30000"/>
        <a:buBlip>
          <a:blip r:embed="rId15"/>
        </a:buBlip>
        <a:defRPr sz="3600">
          <a:solidFill>
            <a:srgbClr val="FFFFFF"/>
          </a:solidFill>
          <a:effectLst>
            <a:outerShdw blurRad="50800" dist="38100" dir="5400000" rotWithShape="0">
              <a:srgbClr val="000000"/>
            </a:outerShdw>
          </a:effectLst>
          <a:latin typeface="+mn-lt"/>
          <a:ea typeface="+mn-ea"/>
          <a:cs typeface="+mn-cs"/>
          <a:sym typeface="Helvetica Neue Light"/>
        </a:defRPr>
      </a:lvl5pPr>
      <a:lvl6pPr marL="2667000" indent="-444500" defTabSz="584200">
        <a:spcBef>
          <a:spcPts val="3600"/>
        </a:spcBef>
        <a:buSzPct val="30000"/>
        <a:buBlip>
          <a:blip r:embed="rId15"/>
        </a:buBlip>
        <a:defRPr sz="3600">
          <a:solidFill>
            <a:srgbClr val="FFFFFF"/>
          </a:solidFill>
          <a:effectLst>
            <a:outerShdw blurRad="50800" dist="38100" dir="5400000" rotWithShape="0">
              <a:srgbClr val="000000"/>
            </a:outerShdw>
          </a:effectLst>
          <a:latin typeface="+mn-lt"/>
          <a:ea typeface="+mn-ea"/>
          <a:cs typeface="+mn-cs"/>
          <a:sym typeface="Helvetica Neue Light"/>
        </a:defRPr>
      </a:lvl6pPr>
      <a:lvl7pPr marL="3111500" indent="-444500" defTabSz="584200">
        <a:spcBef>
          <a:spcPts val="3600"/>
        </a:spcBef>
        <a:buSzPct val="30000"/>
        <a:buBlip>
          <a:blip r:embed="rId15"/>
        </a:buBlip>
        <a:defRPr sz="3600">
          <a:solidFill>
            <a:srgbClr val="FFFFFF"/>
          </a:solidFill>
          <a:effectLst>
            <a:outerShdw blurRad="50800" dist="38100" dir="5400000" rotWithShape="0">
              <a:srgbClr val="000000"/>
            </a:outerShdw>
          </a:effectLst>
          <a:latin typeface="+mn-lt"/>
          <a:ea typeface="+mn-ea"/>
          <a:cs typeface="+mn-cs"/>
          <a:sym typeface="Helvetica Neue Light"/>
        </a:defRPr>
      </a:lvl7pPr>
      <a:lvl8pPr marL="3556000" indent="-444500" defTabSz="584200">
        <a:spcBef>
          <a:spcPts val="3600"/>
        </a:spcBef>
        <a:buSzPct val="30000"/>
        <a:buBlip>
          <a:blip r:embed="rId15"/>
        </a:buBlip>
        <a:defRPr sz="3600">
          <a:solidFill>
            <a:srgbClr val="FFFFFF"/>
          </a:solidFill>
          <a:effectLst>
            <a:outerShdw blurRad="50800" dist="38100" dir="5400000" rotWithShape="0">
              <a:srgbClr val="000000"/>
            </a:outerShdw>
          </a:effectLst>
          <a:latin typeface="+mn-lt"/>
          <a:ea typeface="+mn-ea"/>
          <a:cs typeface="+mn-cs"/>
          <a:sym typeface="Helvetica Neue Light"/>
        </a:defRPr>
      </a:lvl8pPr>
      <a:lvl9pPr marL="4000500" indent="-444500" defTabSz="584200">
        <a:spcBef>
          <a:spcPts val="3600"/>
        </a:spcBef>
        <a:buSzPct val="30000"/>
        <a:buBlip>
          <a:blip r:embed="rId15"/>
        </a:buBlip>
        <a:defRPr sz="3600">
          <a:solidFill>
            <a:srgbClr val="FFFFFF"/>
          </a:solidFill>
          <a:effectLst>
            <a:outerShdw blurRad="50800" dist="38100" dir="5400000" rotWithShape="0">
              <a:srgbClr val="000000"/>
            </a:outerShdw>
          </a:effectLst>
          <a:latin typeface="+mn-lt"/>
          <a:ea typeface="+mn-ea"/>
          <a:cs typeface="+mn-cs"/>
          <a:sym typeface="Helvetica Neue Light"/>
        </a:defRPr>
      </a:lvl9pPr>
    </p:bodyStyle>
    <p:otherStyle>
      <a:lvl1pPr algn="r" defTabSz="584200">
        <a:defRPr sz="1400" b="1">
          <a:solidFill>
            <a:schemeClr val="tx1"/>
          </a:solidFill>
          <a:latin typeface="+mn-lt"/>
          <a:ea typeface="+mn-ea"/>
          <a:cs typeface="+mn-cs"/>
          <a:sym typeface="Helvetica Neue"/>
        </a:defRPr>
      </a:lvl1pPr>
      <a:lvl2pPr indent="228600" algn="r" defTabSz="584200">
        <a:defRPr sz="1400" b="1">
          <a:solidFill>
            <a:schemeClr val="tx1"/>
          </a:solidFill>
          <a:latin typeface="+mn-lt"/>
          <a:ea typeface="+mn-ea"/>
          <a:cs typeface="+mn-cs"/>
          <a:sym typeface="Helvetica Neue"/>
        </a:defRPr>
      </a:lvl2pPr>
      <a:lvl3pPr indent="457200" algn="r" defTabSz="584200">
        <a:defRPr sz="1400" b="1">
          <a:solidFill>
            <a:schemeClr val="tx1"/>
          </a:solidFill>
          <a:latin typeface="+mn-lt"/>
          <a:ea typeface="+mn-ea"/>
          <a:cs typeface="+mn-cs"/>
          <a:sym typeface="Helvetica Neue"/>
        </a:defRPr>
      </a:lvl3pPr>
      <a:lvl4pPr indent="685800" algn="r" defTabSz="584200">
        <a:defRPr sz="1400" b="1">
          <a:solidFill>
            <a:schemeClr val="tx1"/>
          </a:solidFill>
          <a:latin typeface="+mn-lt"/>
          <a:ea typeface="+mn-ea"/>
          <a:cs typeface="+mn-cs"/>
          <a:sym typeface="Helvetica Neue"/>
        </a:defRPr>
      </a:lvl4pPr>
      <a:lvl5pPr indent="914400" algn="r" defTabSz="584200">
        <a:defRPr sz="1400" b="1">
          <a:solidFill>
            <a:schemeClr val="tx1"/>
          </a:solidFill>
          <a:latin typeface="+mn-lt"/>
          <a:ea typeface="+mn-ea"/>
          <a:cs typeface="+mn-cs"/>
          <a:sym typeface="Helvetica Neue"/>
        </a:defRPr>
      </a:lvl5pPr>
      <a:lvl6pPr indent="1143000" algn="r" defTabSz="584200">
        <a:defRPr sz="1400" b="1">
          <a:solidFill>
            <a:schemeClr val="tx1"/>
          </a:solidFill>
          <a:latin typeface="+mn-lt"/>
          <a:ea typeface="+mn-ea"/>
          <a:cs typeface="+mn-cs"/>
          <a:sym typeface="Helvetica Neue"/>
        </a:defRPr>
      </a:lvl6pPr>
      <a:lvl7pPr indent="1371600" algn="r" defTabSz="584200">
        <a:defRPr sz="1400" b="1">
          <a:solidFill>
            <a:schemeClr val="tx1"/>
          </a:solidFill>
          <a:latin typeface="+mn-lt"/>
          <a:ea typeface="+mn-ea"/>
          <a:cs typeface="+mn-cs"/>
          <a:sym typeface="Helvetica Neue"/>
        </a:defRPr>
      </a:lvl7pPr>
      <a:lvl8pPr indent="1600200" algn="r" defTabSz="584200">
        <a:defRPr sz="1400" b="1">
          <a:solidFill>
            <a:schemeClr val="tx1"/>
          </a:solidFill>
          <a:latin typeface="+mn-lt"/>
          <a:ea typeface="+mn-ea"/>
          <a:cs typeface="+mn-cs"/>
          <a:sym typeface="Helvetica Neue"/>
        </a:defRPr>
      </a:lvl8pPr>
      <a:lvl9pPr indent="1828800" algn="r" defTabSz="584200">
        <a:defRPr sz="1400" b="1">
          <a:solidFill>
            <a:schemeClr val="tx1"/>
          </a:solidFill>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Shape 33"/>
          <p:cNvSpPr>
            <a:spLocks noGrp="1"/>
          </p:cNvSpPr>
          <p:nvPr>
            <p:ph type="title"/>
          </p:nvPr>
        </p:nvSpPr>
        <p:spPr>
          <a:prstGeom prst="rect">
            <a:avLst/>
          </a:prstGeom>
        </p:spPr>
        <p:txBody>
          <a:bodyPr/>
          <a:lstStyle>
            <a:lvl1pPr algn="ctr"/>
          </a:lstStyle>
          <a:p>
            <a:pPr lvl="0">
              <a:defRPr sz="1800">
                <a:solidFill>
                  <a:srgbClr val="000000"/>
                </a:solidFill>
                <a:effectLst/>
              </a:defRPr>
            </a:pPr>
            <a:r>
              <a:rPr sz="7200">
                <a:solidFill>
                  <a:srgbClr val="FFFFFF"/>
                </a:solidFill>
                <a:effectLst>
                  <a:outerShdw blurRad="50800" dist="38100" dir="5400000" rotWithShape="0">
                    <a:srgbClr val="000000"/>
                  </a:outerShdw>
                </a:effectLst>
              </a:rPr>
              <a:t>软件生产线工程</a:t>
            </a:r>
          </a:p>
        </p:txBody>
      </p:sp>
      <p:sp>
        <p:nvSpPr>
          <p:cNvPr id="2" name="文本占位符 1"/>
          <p:cNvSpPr>
            <a:spLocks noGrp="1"/>
          </p:cNvSpPr>
          <p:nvPr>
            <p:ph type="body" idx="1"/>
          </p:nvPr>
        </p:nvSpPr>
        <p:spPr/>
        <p:txBody>
          <a:bodyPr/>
          <a:lstStyle/>
          <a:p>
            <a:endParaRPr lang="zh-CN" altLang="en-US"/>
          </a:p>
        </p:txBody>
      </p:sp>
    </p:spTree>
  </p:cSld>
  <p:clrMapOvr>
    <a:masterClrMapping/>
  </p:clrMapOvr>
  <p:transition spd="med"/>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Shape 36"/>
          <p:cNvSpPr>
            <a:spLocks noGrp="1"/>
          </p:cNvSpPr>
          <p:nvPr>
            <p:ph type="title"/>
          </p:nvPr>
        </p:nvSpPr>
        <p:spPr>
          <a:xfrm>
            <a:off x="787400" y="644389"/>
            <a:ext cx="11430000" cy="2438401"/>
          </a:xfrm>
          <a:prstGeom prst="rect">
            <a:avLst/>
          </a:prstGeom>
        </p:spPr>
        <p:txBody>
          <a:bodyPr/>
          <a:lstStyle/>
          <a:p>
            <a:pPr lvl="0">
              <a:defRPr sz="1800">
                <a:solidFill>
                  <a:srgbClr val="000000"/>
                </a:solidFill>
                <a:effectLst/>
              </a:defRPr>
            </a:pPr>
            <a:r>
              <a:rPr sz="6000">
                <a:solidFill>
                  <a:srgbClr val="FFFFFF"/>
                </a:solidFill>
                <a:effectLst>
                  <a:outerShdw blurRad="50800" dist="38100" dir="5400000" rotWithShape="0">
                    <a:srgbClr val="000000"/>
                  </a:outerShdw>
                </a:effectLst>
              </a:rPr>
              <a:t>软件生产线工程</a:t>
            </a:r>
          </a:p>
          <a:p>
            <a:pPr lvl="0">
              <a:defRPr sz="1800">
                <a:solidFill>
                  <a:srgbClr val="000000"/>
                </a:solidFill>
                <a:effectLst/>
              </a:defRPr>
            </a:pPr>
            <a:r>
              <a:rPr sz="4900">
                <a:solidFill>
                  <a:srgbClr val="FFFFFF"/>
                </a:solidFill>
                <a:effectLst>
                  <a:outerShdw blurRad="50800" dist="38100" dir="5400000" rotWithShape="0">
                    <a:srgbClr val="000000"/>
                  </a:outerShdw>
                </a:effectLst>
              </a:rPr>
              <a:t>(Software Product Line Engineering)</a:t>
            </a:r>
          </a:p>
        </p:txBody>
      </p:sp>
      <p:sp>
        <p:nvSpPr>
          <p:cNvPr id="37" name="Shape 37"/>
          <p:cNvSpPr>
            <a:spLocks noGrp="1"/>
          </p:cNvSpPr>
          <p:nvPr>
            <p:ph type="body" idx="1"/>
          </p:nvPr>
        </p:nvSpPr>
        <p:spPr>
          <a:xfrm>
            <a:off x="787400" y="2019300"/>
            <a:ext cx="11430000" cy="5715000"/>
          </a:xfrm>
          <a:prstGeom prst="rect">
            <a:avLst/>
          </a:prstGeom>
        </p:spPr>
        <p:txBody>
          <a:bodyPr/>
          <a:lstStyle/>
          <a:p>
            <a:pPr lvl="0">
              <a:buBlip>
                <a:blip r:embed="rId2"/>
              </a:buBlip>
              <a:defRPr sz="1800">
                <a:solidFill>
                  <a:srgbClr val="000000"/>
                </a:solidFill>
                <a:effectLst/>
              </a:defRPr>
            </a:pPr>
            <a:r>
              <a:rPr sz="3600" dirty="0">
                <a:solidFill>
                  <a:srgbClr val="FFFFFF"/>
                </a:solidFill>
                <a:effectLst>
                  <a:outerShdw blurRad="50800" dist="38100" dir="5400000" rotWithShape="0">
                    <a:srgbClr val="000000"/>
                  </a:outerShdw>
                </a:effectLst>
              </a:rPr>
              <a:t>Software Product Line Engineering is defined as the engineering of a portfolio of </a:t>
            </a:r>
            <a:r>
              <a:rPr sz="3600" dirty="0">
                <a:solidFill>
                  <a:srgbClr val="1497FC"/>
                </a:solidFill>
                <a:effectLst>
                  <a:outerShdw blurRad="50800" dist="38100" dir="5400000" rotWithShape="0">
                    <a:srgbClr val="000000"/>
                  </a:outerShdw>
                </a:effectLst>
              </a:rPr>
              <a:t>related</a:t>
            </a:r>
            <a:r>
              <a:rPr sz="3600" dirty="0">
                <a:solidFill>
                  <a:srgbClr val="FFFFFF"/>
                </a:solidFill>
                <a:effectLst>
                  <a:outerShdw blurRad="50800" dist="38100" dir="5400000" rotWithShape="0">
                    <a:srgbClr val="000000"/>
                  </a:outerShdw>
                </a:effectLst>
              </a:rPr>
              <a:t> products using a </a:t>
            </a:r>
            <a:r>
              <a:rPr sz="3600" dirty="0">
                <a:solidFill>
                  <a:srgbClr val="1497FC"/>
                </a:solidFill>
                <a:effectLst>
                  <a:outerShdw blurRad="50800" dist="38100" dir="5400000" rotWithShape="0">
                    <a:srgbClr val="000000"/>
                  </a:outerShdw>
                </a:effectLst>
              </a:rPr>
              <a:t>shared set of engineering assets </a:t>
            </a:r>
            <a:r>
              <a:rPr sz="3600" dirty="0">
                <a:solidFill>
                  <a:srgbClr val="FFFFFF"/>
                </a:solidFill>
                <a:effectLst>
                  <a:outerShdw blurRad="50800" dist="38100" dir="5400000" rotWithShape="0">
                    <a:srgbClr val="000000"/>
                  </a:outerShdw>
                </a:effectLst>
              </a:rPr>
              <a:t>and an efficient means of production.</a:t>
            </a:r>
          </a:p>
        </p:txBody>
      </p:sp>
    </p:spTree>
  </p:cSld>
  <p:clrMapOvr>
    <a:masterClrMapping/>
  </p:clrMapOvr>
  <p:transition spd="med"/>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Shape 39"/>
          <p:cNvSpPr>
            <a:spLocks noGrp="1"/>
          </p:cNvSpPr>
          <p:nvPr>
            <p:ph type="title"/>
          </p:nvPr>
        </p:nvSpPr>
        <p:spPr>
          <a:prstGeom prst="rect">
            <a:avLst/>
          </a:prstGeom>
        </p:spPr>
        <p:txBody>
          <a:bodyPr/>
          <a:lstStyle/>
          <a:p>
            <a:pPr lvl="0">
              <a:defRPr sz="1800">
                <a:solidFill>
                  <a:srgbClr val="000000"/>
                </a:solidFill>
                <a:effectLst/>
              </a:defRPr>
            </a:pPr>
            <a:r>
              <a:rPr sz="7200">
                <a:solidFill>
                  <a:srgbClr val="FFFFFF"/>
                </a:solidFill>
                <a:effectLst>
                  <a:outerShdw blurRad="50800" dist="38100" dir="5400000" rotWithShape="0">
                    <a:srgbClr val="000000"/>
                  </a:outerShdw>
                </a:effectLst>
              </a:rPr>
              <a:t>Assets</a:t>
            </a:r>
          </a:p>
        </p:txBody>
      </p:sp>
      <p:sp>
        <p:nvSpPr>
          <p:cNvPr id="40" name="Shape 40"/>
          <p:cNvSpPr>
            <a:spLocks noGrp="1"/>
          </p:cNvSpPr>
          <p:nvPr>
            <p:ph type="body" idx="1"/>
          </p:nvPr>
        </p:nvSpPr>
        <p:spPr>
          <a:prstGeom prst="rect">
            <a:avLst/>
          </a:prstGeom>
        </p:spPr>
        <p:txBody>
          <a:bodyPr/>
          <a:lstStyle/>
          <a:p>
            <a:pPr marL="413384" lvl="0" indent="-413384" defTabSz="543305">
              <a:spcBef>
                <a:spcPts val="3300"/>
              </a:spcBef>
              <a:buBlip>
                <a:blip r:embed="rId2"/>
              </a:buBlip>
              <a:defRPr sz="1800">
                <a:solidFill>
                  <a:srgbClr val="000000"/>
                </a:solidFill>
                <a:effectLst/>
              </a:defRPr>
            </a:pPr>
            <a:r>
              <a:rPr sz="3348" dirty="0">
                <a:solidFill>
                  <a:srgbClr val="FFFFFF"/>
                </a:solidFill>
                <a:effectLst>
                  <a:outerShdw blurRad="47244" dist="35433" dir="5400000" rotWithShape="0">
                    <a:srgbClr val="000000"/>
                  </a:outerShdw>
                </a:effectLst>
              </a:rPr>
              <a:t>需求</a:t>
            </a:r>
          </a:p>
          <a:p>
            <a:pPr marL="413384" lvl="0" indent="-413384" defTabSz="543305">
              <a:spcBef>
                <a:spcPts val="3300"/>
              </a:spcBef>
              <a:buBlip>
                <a:blip r:embed="rId2"/>
              </a:buBlip>
              <a:defRPr sz="1800">
                <a:solidFill>
                  <a:srgbClr val="000000"/>
                </a:solidFill>
                <a:effectLst/>
              </a:defRPr>
            </a:pPr>
            <a:r>
              <a:rPr sz="3348" dirty="0">
                <a:solidFill>
                  <a:srgbClr val="FFFFFF"/>
                </a:solidFill>
                <a:effectLst>
                  <a:outerShdw blurRad="47244" dist="35433" dir="5400000" rotWithShape="0">
                    <a:srgbClr val="000000"/>
                  </a:outerShdw>
                </a:effectLst>
              </a:rPr>
              <a:t>源码</a:t>
            </a:r>
          </a:p>
          <a:p>
            <a:pPr marL="413384" lvl="0" indent="-413384" defTabSz="543305">
              <a:spcBef>
                <a:spcPts val="3300"/>
              </a:spcBef>
              <a:buBlip>
                <a:blip r:embed="rId2"/>
              </a:buBlip>
              <a:defRPr sz="1800">
                <a:solidFill>
                  <a:srgbClr val="000000"/>
                </a:solidFill>
                <a:effectLst/>
              </a:defRPr>
            </a:pPr>
            <a:r>
              <a:rPr sz="3348" dirty="0">
                <a:solidFill>
                  <a:srgbClr val="FFFFFF"/>
                </a:solidFill>
                <a:effectLst>
                  <a:outerShdw blurRad="47244" dist="35433" dir="5400000" rotWithShape="0">
                    <a:srgbClr val="000000"/>
                  </a:outerShdw>
                </a:effectLst>
              </a:rPr>
              <a:t>测试方法和测试用例</a:t>
            </a:r>
          </a:p>
          <a:p>
            <a:pPr marL="413384" lvl="0" indent="-413384" defTabSz="543305">
              <a:spcBef>
                <a:spcPts val="3300"/>
              </a:spcBef>
              <a:buBlip>
                <a:blip r:embed="rId2"/>
              </a:buBlip>
              <a:defRPr sz="1800">
                <a:solidFill>
                  <a:srgbClr val="000000"/>
                </a:solidFill>
                <a:effectLst/>
              </a:defRPr>
            </a:pPr>
            <a:r>
              <a:rPr sz="3348" dirty="0">
                <a:solidFill>
                  <a:srgbClr val="FFFFFF"/>
                </a:solidFill>
                <a:effectLst>
                  <a:outerShdw blurRad="47244" dist="35433" dir="5400000" rotWithShape="0">
                    <a:srgbClr val="000000"/>
                  </a:outerShdw>
                </a:effectLst>
              </a:rPr>
              <a:t>使用手册</a:t>
            </a:r>
          </a:p>
          <a:p>
            <a:pPr marL="413384" lvl="0" indent="-413384" defTabSz="543305">
              <a:spcBef>
                <a:spcPts val="3300"/>
              </a:spcBef>
              <a:buBlip>
                <a:blip r:embed="rId2"/>
              </a:buBlip>
              <a:defRPr sz="1800">
                <a:solidFill>
                  <a:srgbClr val="000000"/>
                </a:solidFill>
                <a:effectLst/>
              </a:defRPr>
            </a:pPr>
            <a:r>
              <a:rPr sz="3348" dirty="0">
                <a:solidFill>
                  <a:srgbClr val="FFFFFF"/>
                </a:solidFill>
                <a:effectLst>
                  <a:outerShdw blurRad="47244" dist="35433" dir="5400000" rotWithShape="0">
                    <a:srgbClr val="000000"/>
                  </a:outerShdw>
                </a:effectLst>
              </a:rPr>
              <a:t>安装和维修手册</a:t>
            </a:r>
          </a:p>
          <a:p>
            <a:pPr marL="413384" lvl="0" indent="-413384" defTabSz="543305">
              <a:spcBef>
                <a:spcPts val="3300"/>
              </a:spcBef>
              <a:buBlip>
                <a:blip r:embed="rId2"/>
              </a:buBlip>
              <a:defRPr sz="1800">
                <a:solidFill>
                  <a:srgbClr val="000000"/>
                </a:solidFill>
                <a:effectLst/>
              </a:defRPr>
            </a:pPr>
            <a:r>
              <a:rPr sz="3348" dirty="0">
                <a:solidFill>
                  <a:srgbClr val="FFFFFF"/>
                </a:solidFill>
                <a:effectLst>
                  <a:outerShdw blurRad="47244" dist="35433" dir="5400000" rotWithShape="0">
                    <a:srgbClr val="000000"/>
                  </a:outerShdw>
                </a:effectLst>
              </a:rPr>
              <a:t>……</a:t>
            </a:r>
          </a:p>
        </p:txBody>
      </p:sp>
    </p:spTree>
  </p:cSld>
  <p:clrMapOvr>
    <a:masterClrMapping/>
  </p:clrMapOvr>
  <p:transition spd="med"/>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 name="pasted-image.png"/>
          <p:cNvPicPr/>
          <p:nvPr/>
        </p:nvPicPr>
        <p:blipFill>
          <a:blip r:embed="rId2">
            <a:extLst/>
          </a:blip>
          <a:stretch>
            <a:fillRect/>
          </a:stretch>
        </p:blipFill>
        <p:spPr>
          <a:xfrm>
            <a:off x="0" y="251853"/>
            <a:ext cx="13004800" cy="9249894"/>
          </a:xfrm>
          <a:prstGeom prst="rect">
            <a:avLst/>
          </a:prstGeom>
          <a:ln w="12700">
            <a:miter lim="400000"/>
          </a:ln>
        </p:spPr>
      </p:pic>
    </p:spTree>
  </p:cSld>
  <p:clrMapOvr>
    <a:masterClrMapping/>
  </p:clrMapOvr>
  <p:transition spd="med"/>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Shape 44"/>
          <p:cNvSpPr>
            <a:spLocks noGrp="1"/>
          </p:cNvSpPr>
          <p:nvPr>
            <p:ph type="title"/>
          </p:nvPr>
        </p:nvSpPr>
        <p:spPr>
          <a:prstGeom prst="rect">
            <a:avLst/>
          </a:prstGeom>
        </p:spPr>
        <p:txBody>
          <a:bodyPr/>
          <a:lstStyle>
            <a:lvl1pPr>
              <a:defRPr sz="5400"/>
            </a:lvl1pPr>
          </a:lstStyle>
          <a:p>
            <a:pPr lvl="0">
              <a:defRPr sz="1800">
                <a:solidFill>
                  <a:srgbClr val="000000"/>
                </a:solidFill>
                <a:effectLst/>
              </a:defRPr>
            </a:pPr>
            <a:r>
              <a:rPr sz="5400">
                <a:solidFill>
                  <a:srgbClr val="FFFFFF"/>
                </a:solidFill>
                <a:effectLst>
                  <a:outerShdw blurRad="50800" dist="38100" dir="5400000" rotWithShape="0">
                    <a:srgbClr val="000000"/>
                  </a:outerShdw>
                </a:effectLst>
              </a:rPr>
              <a:t>What SPLE are not</a:t>
            </a:r>
          </a:p>
        </p:txBody>
      </p:sp>
      <p:sp>
        <p:nvSpPr>
          <p:cNvPr id="45" name="Shape 45"/>
          <p:cNvSpPr>
            <a:spLocks noGrp="1"/>
          </p:cNvSpPr>
          <p:nvPr>
            <p:ph type="body" idx="1"/>
          </p:nvPr>
        </p:nvSpPr>
        <p:spPr>
          <a:prstGeom prst="rect">
            <a:avLst/>
          </a:prstGeom>
        </p:spPr>
        <p:txBody>
          <a:bodyPr/>
          <a:lstStyle/>
          <a:p>
            <a:pPr marL="408940" lvl="0" indent="-408940" defTabSz="537463">
              <a:spcBef>
                <a:spcPts val="3300"/>
              </a:spcBef>
              <a:buBlip>
                <a:blip r:embed="rId2"/>
              </a:buBlip>
              <a:defRPr sz="1800">
                <a:solidFill>
                  <a:srgbClr val="000000"/>
                </a:solidFill>
                <a:effectLst/>
              </a:defRPr>
            </a:pPr>
            <a:r>
              <a:rPr sz="3312" dirty="0">
                <a:solidFill>
                  <a:srgbClr val="FFFFFF"/>
                </a:solidFill>
                <a:effectLst>
                  <a:outerShdw blurRad="46736" dist="35052" dir="5400000" rotWithShape="0">
                    <a:srgbClr val="000000"/>
                  </a:outerShdw>
                </a:effectLst>
              </a:rPr>
              <a:t>偶然的，小粒度的重用</a:t>
            </a:r>
          </a:p>
          <a:p>
            <a:pPr marL="408940" lvl="0" indent="-408940" defTabSz="537463">
              <a:spcBef>
                <a:spcPts val="3300"/>
              </a:spcBef>
              <a:buBlip>
                <a:blip r:embed="rId2"/>
              </a:buBlip>
              <a:defRPr sz="1800">
                <a:solidFill>
                  <a:srgbClr val="000000"/>
                </a:solidFill>
                <a:effectLst/>
              </a:defRPr>
            </a:pPr>
            <a:r>
              <a:rPr sz="3312" dirty="0">
                <a:solidFill>
                  <a:srgbClr val="FFFFFF"/>
                </a:solidFill>
                <a:effectLst>
                  <a:outerShdw blurRad="46736" dist="35052" dir="5400000" rotWithShape="0">
                    <a:srgbClr val="000000"/>
                  </a:outerShdw>
                </a:effectLst>
              </a:rPr>
              <a:t>单系统开发与重用</a:t>
            </a:r>
          </a:p>
          <a:p>
            <a:pPr marL="408940" lvl="0" indent="-408940" defTabSz="537463">
              <a:spcBef>
                <a:spcPts val="3300"/>
              </a:spcBef>
              <a:buBlip>
                <a:blip r:embed="rId2"/>
              </a:buBlip>
              <a:defRPr sz="1800">
                <a:solidFill>
                  <a:srgbClr val="000000"/>
                </a:solidFill>
                <a:effectLst/>
              </a:defRPr>
            </a:pPr>
            <a:r>
              <a:rPr sz="3312" dirty="0">
                <a:solidFill>
                  <a:srgbClr val="FFFFFF"/>
                </a:solidFill>
                <a:effectLst>
                  <a:outerShdw blurRad="46736" dist="35052" dir="5400000" rotWithShape="0">
                    <a:srgbClr val="000000"/>
                  </a:outerShdw>
                </a:effectLst>
              </a:rPr>
              <a:t>仅仅基于组件或基于服务的开发</a:t>
            </a:r>
          </a:p>
          <a:p>
            <a:pPr marL="408940" lvl="0" indent="-408940" defTabSz="537463">
              <a:spcBef>
                <a:spcPts val="3300"/>
              </a:spcBef>
              <a:buBlip>
                <a:blip r:embed="rId2"/>
              </a:buBlip>
              <a:defRPr sz="1800">
                <a:solidFill>
                  <a:srgbClr val="000000"/>
                </a:solidFill>
                <a:effectLst/>
              </a:defRPr>
            </a:pPr>
            <a:r>
              <a:rPr sz="3312" dirty="0">
                <a:solidFill>
                  <a:srgbClr val="FFFFFF"/>
                </a:solidFill>
                <a:effectLst>
                  <a:outerShdw blurRad="46736" dist="35052" dir="5400000" rotWithShape="0">
                    <a:srgbClr val="000000"/>
                  </a:outerShdw>
                </a:effectLst>
              </a:rPr>
              <a:t>仅仅一个可重构的架构</a:t>
            </a:r>
          </a:p>
          <a:p>
            <a:pPr marL="408940" lvl="0" indent="-408940" defTabSz="537463">
              <a:spcBef>
                <a:spcPts val="3300"/>
              </a:spcBef>
              <a:buBlip>
                <a:blip r:embed="rId2"/>
              </a:buBlip>
              <a:defRPr sz="1800">
                <a:solidFill>
                  <a:srgbClr val="000000"/>
                </a:solidFill>
                <a:effectLst/>
              </a:defRPr>
            </a:pPr>
            <a:r>
              <a:rPr sz="3312" dirty="0">
                <a:solidFill>
                  <a:srgbClr val="FFFFFF"/>
                </a:solidFill>
                <a:effectLst>
                  <a:outerShdw blurRad="46736" dist="35052" dir="5400000" rotWithShape="0">
                    <a:srgbClr val="000000"/>
                  </a:outerShdw>
                </a:effectLst>
              </a:rPr>
              <a:t>单一产品的版本</a:t>
            </a:r>
          </a:p>
          <a:p>
            <a:pPr marL="408940" lvl="0" indent="-408940" defTabSz="537463">
              <a:spcBef>
                <a:spcPts val="3300"/>
              </a:spcBef>
              <a:buBlip>
                <a:blip r:embed="rId2"/>
              </a:buBlip>
              <a:defRPr sz="1800">
                <a:solidFill>
                  <a:srgbClr val="000000"/>
                </a:solidFill>
                <a:effectLst/>
              </a:defRPr>
            </a:pPr>
            <a:r>
              <a:rPr sz="3312" dirty="0">
                <a:solidFill>
                  <a:srgbClr val="FFFFFF"/>
                </a:solidFill>
                <a:effectLst>
                  <a:outerShdw blurRad="46736" dist="35052" dir="5400000" rotWithShape="0">
                    <a:srgbClr val="000000"/>
                  </a:outerShdw>
                </a:effectLst>
              </a:rPr>
              <a:t>只一套技术标准</a:t>
            </a:r>
          </a:p>
        </p:txBody>
      </p:sp>
    </p:spTree>
  </p:cSld>
  <p:clrMapOvr>
    <a:masterClrMapping/>
  </p:clrMapOvr>
  <p:transition spd="med"/>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Shape 47"/>
          <p:cNvSpPr>
            <a:spLocks noGrp="1"/>
          </p:cNvSpPr>
          <p:nvPr>
            <p:ph type="title"/>
          </p:nvPr>
        </p:nvSpPr>
        <p:spPr>
          <a:prstGeom prst="rect">
            <a:avLst/>
          </a:prstGeom>
        </p:spPr>
        <p:txBody>
          <a:bodyPr/>
          <a:lstStyle/>
          <a:p>
            <a:pPr lvl="0">
              <a:defRPr sz="1800">
                <a:solidFill>
                  <a:srgbClr val="000000"/>
                </a:solidFill>
                <a:effectLst/>
              </a:defRPr>
            </a:pPr>
            <a:r>
              <a:rPr sz="7200">
                <a:solidFill>
                  <a:srgbClr val="FFFFFF"/>
                </a:solidFill>
                <a:effectLst>
                  <a:outerShdw blurRad="50800" dist="38100" dir="5400000" rotWithShape="0">
                    <a:srgbClr val="000000"/>
                  </a:outerShdw>
                </a:effectLst>
              </a:rPr>
              <a:t>Why SPLE</a:t>
            </a:r>
          </a:p>
        </p:txBody>
      </p:sp>
      <p:sp>
        <p:nvSpPr>
          <p:cNvPr id="48" name="Shape 48"/>
          <p:cNvSpPr>
            <a:spLocks noGrp="1"/>
          </p:cNvSpPr>
          <p:nvPr>
            <p:ph type="body" idx="1"/>
          </p:nvPr>
        </p:nvSpPr>
        <p:spPr>
          <a:xfrm>
            <a:off x="787400" y="1246080"/>
            <a:ext cx="11430000" cy="5715001"/>
          </a:xfrm>
          <a:prstGeom prst="rect">
            <a:avLst/>
          </a:prstGeom>
        </p:spPr>
        <p:txBody>
          <a:bodyPr/>
          <a:lstStyle>
            <a:lvl1pPr>
              <a:buBlip>
                <a:blip r:embed="rId2"/>
              </a:buBlip>
              <a:defRPr sz="6000"/>
            </a:lvl1pPr>
          </a:lstStyle>
          <a:p>
            <a:pPr lvl="0">
              <a:defRPr sz="1800">
                <a:solidFill>
                  <a:srgbClr val="000000"/>
                </a:solidFill>
                <a:effectLst/>
              </a:defRPr>
            </a:pPr>
            <a:r>
              <a:rPr sz="6000">
                <a:solidFill>
                  <a:srgbClr val="FFFFFF"/>
                </a:solidFill>
                <a:effectLst>
                  <a:outerShdw blurRad="50800" dist="38100" dir="5400000" rotWithShape="0">
                    <a:srgbClr val="000000"/>
                  </a:outerShdw>
                </a:effectLst>
              </a:rPr>
              <a:t>高效！</a:t>
            </a:r>
          </a:p>
        </p:txBody>
      </p:sp>
    </p:spTree>
  </p:cSld>
  <p:clrMapOvr>
    <a:masterClrMapping/>
  </p:clrMapOvr>
  <p:transition spd="med"/>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a:spLocks noGrp="1"/>
          </p:cNvSpPr>
          <p:nvPr>
            <p:ph type="title"/>
          </p:nvPr>
        </p:nvSpPr>
        <p:spPr>
          <a:prstGeom prst="rect">
            <a:avLst/>
          </a:prstGeom>
        </p:spPr>
        <p:txBody>
          <a:bodyPr/>
          <a:lstStyle/>
          <a:p>
            <a:pPr lvl="0">
              <a:defRPr sz="1800">
                <a:solidFill>
                  <a:srgbClr val="000000"/>
                </a:solidFill>
                <a:effectLst/>
              </a:defRPr>
            </a:pPr>
            <a:r>
              <a:rPr sz="7200">
                <a:solidFill>
                  <a:srgbClr val="FFFFFF"/>
                </a:solidFill>
                <a:effectLst>
                  <a:outerShdw blurRad="50800" dist="38100" dir="5400000" rotWithShape="0">
                    <a:srgbClr val="000000"/>
                  </a:outerShdw>
                </a:effectLst>
              </a:rPr>
              <a:t>Why SPLE</a:t>
            </a:r>
          </a:p>
        </p:txBody>
      </p:sp>
      <p:sp>
        <p:nvSpPr>
          <p:cNvPr id="51" name="Shape 51"/>
          <p:cNvSpPr>
            <a:spLocks noGrp="1"/>
          </p:cNvSpPr>
          <p:nvPr>
            <p:ph type="body" idx="1"/>
          </p:nvPr>
        </p:nvSpPr>
        <p:spPr>
          <a:xfrm>
            <a:off x="1064714" y="3097656"/>
            <a:ext cx="9239777" cy="4365565"/>
          </a:xfrm>
          <a:prstGeom prst="rect">
            <a:avLst/>
          </a:prstGeom>
        </p:spPr>
        <p:txBody>
          <a:bodyPr/>
          <a:lstStyle/>
          <a:p>
            <a:pPr marL="262254" lvl="0" indent="-262254" defTabSz="344677">
              <a:spcBef>
                <a:spcPts val="2100"/>
              </a:spcBef>
              <a:buBlip>
                <a:blip r:embed="rId2"/>
              </a:buBlip>
              <a:defRPr sz="1800">
                <a:solidFill>
                  <a:srgbClr val="000000"/>
                </a:solidFill>
                <a:effectLst/>
              </a:defRPr>
            </a:pPr>
            <a:r>
              <a:rPr sz="3539" dirty="0">
                <a:solidFill>
                  <a:srgbClr val="FFFFFF"/>
                </a:solidFill>
                <a:effectLst>
                  <a:outerShdw blurRad="29971" dist="22479" dir="5400000" rotWithShape="0">
                    <a:srgbClr val="000000"/>
                  </a:outerShdw>
                </a:effectLst>
              </a:rPr>
              <a:t>大规模的生产力收益</a:t>
            </a:r>
          </a:p>
          <a:p>
            <a:pPr marL="262254" lvl="0" indent="-262254" defTabSz="344677">
              <a:spcBef>
                <a:spcPts val="2100"/>
              </a:spcBef>
              <a:buBlip>
                <a:blip r:embed="rId2"/>
              </a:buBlip>
              <a:defRPr sz="1800">
                <a:solidFill>
                  <a:srgbClr val="000000"/>
                </a:solidFill>
                <a:effectLst/>
              </a:defRPr>
            </a:pPr>
            <a:r>
              <a:rPr sz="3539" dirty="0">
                <a:solidFill>
                  <a:srgbClr val="FFFFFF"/>
                </a:solidFill>
                <a:effectLst>
                  <a:outerShdw blurRad="29971" dist="22479" dir="5400000" rotWithShape="0">
                    <a:srgbClr val="000000"/>
                  </a:outerShdw>
                </a:effectLst>
              </a:rPr>
              <a:t>缩短上市时间</a:t>
            </a:r>
          </a:p>
          <a:p>
            <a:pPr marL="262254" lvl="0" indent="-262254" defTabSz="344677">
              <a:spcBef>
                <a:spcPts val="2100"/>
              </a:spcBef>
              <a:buBlip>
                <a:blip r:embed="rId2"/>
              </a:buBlip>
              <a:defRPr sz="1800">
                <a:solidFill>
                  <a:srgbClr val="000000"/>
                </a:solidFill>
                <a:effectLst/>
              </a:defRPr>
            </a:pPr>
            <a:r>
              <a:rPr sz="3539" dirty="0">
                <a:solidFill>
                  <a:srgbClr val="FFFFFF"/>
                </a:solidFill>
                <a:effectLst>
                  <a:outerShdw blurRad="29971" dist="22479" dir="5400000" rotWithShape="0">
                    <a:srgbClr val="000000"/>
                  </a:outerShdw>
                </a:effectLst>
              </a:rPr>
              <a:t>提高产品质量</a:t>
            </a:r>
          </a:p>
          <a:p>
            <a:pPr marL="262254" lvl="0" indent="-262254" defTabSz="344677">
              <a:spcBef>
                <a:spcPts val="2100"/>
              </a:spcBef>
              <a:buBlip>
                <a:blip r:embed="rId2"/>
              </a:buBlip>
              <a:defRPr sz="1800">
                <a:solidFill>
                  <a:srgbClr val="000000"/>
                </a:solidFill>
                <a:effectLst/>
              </a:defRPr>
            </a:pPr>
            <a:r>
              <a:rPr sz="3539" dirty="0">
                <a:solidFill>
                  <a:srgbClr val="FFFFFF"/>
                </a:solidFill>
                <a:effectLst>
                  <a:outerShdw blurRad="29971" dist="22479" dir="5400000" rotWithShape="0">
                    <a:srgbClr val="000000"/>
                  </a:outerShdw>
                </a:effectLst>
              </a:rPr>
              <a:t>降低产品风险</a:t>
            </a:r>
          </a:p>
          <a:p>
            <a:pPr marL="262254" lvl="0" indent="-262254" defTabSz="344677">
              <a:spcBef>
                <a:spcPts val="2100"/>
              </a:spcBef>
              <a:buBlip>
                <a:blip r:embed="rId2"/>
              </a:buBlip>
              <a:defRPr sz="1800">
                <a:solidFill>
                  <a:srgbClr val="000000"/>
                </a:solidFill>
                <a:effectLst/>
              </a:defRPr>
            </a:pPr>
            <a:r>
              <a:rPr sz="3539" dirty="0">
                <a:solidFill>
                  <a:srgbClr val="FFFFFF"/>
                </a:solidFill>
                <a:effectLst>
                  <a:outerShdw blurRad="29971" dist="22479" dir="5400000" rotWithShape="0">
                    <a:srgbClr val="000000"/>
                  </a:outerShdw>
                </a:effectLst>
              </a:rPr>
              <a:t>提高市场敏捷性</a:t>
            </a:r>
          </a:p>
        </p:txBody>
      </p:sp>
      <p:sp>
        <p:nvSpPr>
          <p:cNvPr id="52" name="Shape 52"/>
          <p:cNvSpPr/>
          <p:nvPr/>
        </p:nvSpPr>
        <p:spPr>
          <a:xfrm>
            <a:off x="6716414" y="2327418"/>
            <a:ext cx="7755610" cy="5098764"/>
          </a:xfrm>
          <a:prstGeom prst="rect">
            <a:avLst/>
          </a:prstGeom>
          <a:ln w="12700">
            <a:miter lim="400000"/>
          </a:ln>
          <a:extLst>
            <a:ext uri="{C572A759-6A51-4108-AA02-DFA0A04FC94B}">
              <ma14:wrappingTextBoxFlag xmlns:ma14="http://schemas.microsoft.com/office/mac/drawingml/2011/main" xmlns="" val="1"/>
            </a:ext>
          </a:extLst>
        </p:spPr>
        <p:txBody>
          <a:bodyPr lIns="0" tIns="0" rIns="0" bIns="0" anchor="ctr">
            <a:normAutofit/>
          </a:bodyPr>
          <a:lstStyle/>
          <a:p>
            <a:pPr marL="257809" lvl="0" indent="-257809" algn="l" defTabSz="338835">
              <a:spcBef>
                <a:spcPts val="2000"/>
              </a:spcBef>
              <a:buSzPct val="30000"/>
              <a:buBlip>
                <a:blip r:embed="rId2"/>
              </a:buBlip>
              <a:defRPr sz="1800">
                <a:solidFill>
                  <a:srgbClr val="000000"/>
                </a:solidFill>
                <a:effectLst/>
              </a:defRPr>
            </a:pPr>
            <a:endParaRPr sz="3480" dirty="0">
              <a:solidFill>
                <a:srgbClr val="FFFFFF"/>
              </a:solidFill>
              <a:effectLst>
                <a:outerShdw blurRad="29464" dist="22098" dir="5400000" rotWithShape="0">
                  <a:srgbClr val="000000"/>
                </a:outerShdw>
              </a:effectLst>
            </a:endParaRPr>
          </a:p>
          <a:p>
            <a:pPr marL="257809" lvl="0" indent="-257809" algn="l" defTabSz="338835">
              <a:spcBef>
                <a:spcPts val="2000"/>
              </a:spcBef>
              <a:buSzPct val="30000"/>
              <a:buBlip>
                <a:blip r:embed="rId2"/>
              </a:buBlip>
              <a:defRPr sz="1800">
                <a:solidFill>
                  <a:srgbClr val="000000"/>
                </a:solidFill>
                <a:effectLst/>
              </a:defRPr>
            </a:pPr>
            <a:r>
              <a:rPr sz="3480" dirty="0">
                <a:solidFill>
                  <a:srgbClr val="FFFFFF"/>
                </a:solidFill>
                <a:effectLst>
                  <a:outerShdw blurRad="29464" dist="22098" dir="5400000" rotWithShape="0">
                    <a:srgbClr val="000000"/>
                  </a:outerShdw>
                </a:effectLst>
              </a:rPr>
              <a:t>提高客户满意度</a:t>
            </a:r>
          </a:p>
          <a:p>
            <a:pPr marL="257809" lvl="0" indent="-257809" algn="l" defTabSz="338835">
              <a:spcBef>
                <a:spcPts val="2000"/>
              </a:spcBef>
              <a:buSzPct val="30000"/>
              <a:buBlip>
                <a:blip r:embed="rId2"/>
              </a:buBlip>
              <a:defRPr sz="1800">
                <a:solidFill>
                  <a:srgbClr val="000000"/>
                </a:solidFill>
                <a:effectLst/>
              </a:defRPr>
            </a:pPr>
            <a:r>
              <a:rPr sz="3480" dirty="0">
                <a:solidFill>
                  <a:srgbClr val="FFFFFF"/>
                </a:solidFill>
                <a:effectLst>
                  <a:outerShdw blurRad="29464" dist="22098" dir="5400000" rotWithShape="0">
                    <a:srgbClr val="000000"/>
                  </a:outerShdw>
                </a:effectLst>
              </a:rPr>
              <a:t>实现大规模定制的能力</a:t>
            </a:r>
          </a:p>
          <a:p>
            <a:pPr marL="257809" lvl="0" indent="-257809" algn="l" defTabSz="338835">
              <a:spcBef>
                <a:spcPts val="2000"/>
              </a:spcBef>
              <a:buSzPct val="30000"/>
              <a:buBlip>
                <a:blip r:embed="rId2"/>
              </a:buBlip>
              <a:defRPr sz="1800">
                <a:solidFill>
                  <a:srgbClr val="000000"/>
                </a:solidFill>
                <a:effectLst/>
              </a:defRPr>
            </a:pPr>
            <a:r>
              <a:rPr sz="3480" dirty="0">
                <a:solidFill>
                  <a:srgbClr val="FFFFFF"/>
                </a:solidFill>
                <a:effectLst>
                  <a:outerShdw blurRad="29464" dist="22098" dir="5400000" rotWithShape="0">
                    <a:srgbClr val="000000"/>
                  </a:outerShdw>
                </a:effectLst>
              </a:rPr>
              <a:t>更有效地利用人力资源</a:t>
            </a:r>
          </a:p>
          <a:p>
            <a:pPr marL="257809" lvl="0" indent="-257809" algn="l" defTabSz="338835">
              <a:spcBef>
                <a:spcPts val="2000"/>
              </a:spcBef>
              <a:buSzPct val="30000"/>
              <a:buBlip>
                <a:blip r:embed="rId2"/>
              </a:buBlip>
              <a:defRPr sz="1800">
                <a:solidFill>
                  <a:srgbClr val="000000"/>
                </a:solidFill>
                <a:effectLst/>
              </a:defRPr>
            </a:pPr>
            <a:r>
              <a:rPr sz="3480" dirty="0">
                <a:solidFill>
                  <a:srgbClr val="FFFFFF"/>
                </a:solidFill>
                <a:effectLst>
                  <a:outerShdw blurRad="29464" dist="22098" dir="5400000" rotWithShape="0">
                    <a:srgbClr val="000000"/>
                  </a:outerShdw>
                </a:effectLst>
              </a:rPr>
              <a:t>保持市场占有能力</a:t>
            </a:r>
          </a:p>
          <a:p>
            <a:pPr marL="257809" lvl="0" indent="-257809" algn="l" defTabSz="338835">
              <a:spcBef>
                <a:spcPts val="2000"/>
              </a:spcBef>
              <a:buSzPct val="30000"/>
              <a:buBlip>
                <a:blip r:embed="rId2"/>
              </a:buBlip>
              <a:defRPr sz="1800">
                <a:solidFill>
                  <a:srgbClr val="000000"/>
                </a:solidFill>
                <a:effectLst/>
              </a:defRPr>
            </a:pPr>
            <a:r>
              <a:rPr sz="3480" dirty="0">
                <a:solidFill>
                  <a:srgbClr val="FFFFFF"/>
                </a:solidFill>
                <a:effectLst>
                  <a:outerShdw blurRad="29464" dist="22098" dir="5400000" rotWithShape="0">
                    <a:srgbClr val="000000"/>
                  </a:outerShdw>
                </a:effectLst>
              </a:rPr>
              <a:t>维持空前增长的能力</a:t>
            </a:r>
          </a:p>
        </p:txBody>
      </p:sp>
    </p:spTree>
  </p:cSld>
  <p:clrMapOvr>
    <a:masterClrMapping/>
  </p:clrMapOvr>
  <p:transition spd="med"/>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Shape 54"/>
          <p:cNvSpPr>
            <a:spLocks noGrp="1"/>
          </p:cNvSpPr>
          <p:nvPr>
            <p:ph type="title"/>
          </p:nvPr>
        </p:nvSpPr>
        <p:spPr>
          <a:prstGeom prst="rect">
            <a:avLst/>
          </a:prstGeom>
        </p:spPr>
        <p:txBody>
          <a:bodyPr/>
          <a:lstStyle/>
          <a:p>
            <a:pPr lvl="0">
              <a:defRPr sz="1800">
                <a:solidFill>
                  <a:srgbClr val="000000"/>
                </a:solidFill>
                <a:effectLst/>
              </a:defRPr>
            </a:pPr>
            <a:r>
              <a:rPr sz="7200">
                <a:solidFill>
                  <a:srgbClr val="FFFFFF"/>
                </a:solidFill>
                <a:effectLst>
                  <a:outerShdw blurRad="50800" dist="38100" dir="5400000" rotWithShape="0">
                    <a:srgbClr val="000000"/>
                  </a:outerShdw>
                </a:effectLst>
              </a:rPr>
              <a:t>Examples</a:t>
            </a:r>
          </a:p>
        </p:txBody>
      </p:sp>
      <p:sp>
        <p:nvSpPr>
          <p:cNvPr id="55" name="Shape 55"/>
          <p:cNvSpPr>
            <a:spLocks noGrp="1"/>
          </p:cNvSpPr>
          <p:nvPr>
            <p:ph type="body" idx="1"/>
          </p:nvPr>
        </p:nvSpPr>
        <p:spPr>
          <a:prstGeom prst="rect">
            <a:avLst/>
          </a:prstGeom>
        </p:spPr>
        <p:txBody>
          <a:bodyPr/>
          <a:lstStyle/>
          <a:p>
            <a:pPr marL="280034" lvl="0" indent="-280034" defTabSz="368045">
              <a:spcBef>
                <a:spcPts val="2200"/>
              </a:spcBef>
              <a:buBlip>
                <a:blip r:embed="rId2"/>
              </a:buBlip>
              <a:defRPr sz="1800">
                <a:solidFill>
                  <a:srgbClr val="000000"/>
                </a:solidFill>
                <a:effectLst/>
              </a:defRPr>
            </a:pPr>
            <a:r>
              <a:rPr sz="2268" dirty="0" err="1">
                <a:solidFill>
                  <a:srgbClr val="FFFFFF"/>
                </a:solidFill>
                <a:effectLst>
                  <a:outerShdw blurRad="32004" dist="24003" dir="5400000" rotWithShape="0">
                    <a:srgbClr val="000000"/>
                  </a:outerShdw>
                </a:effectLst>
              </a:rPr>
              <a:t>康明斯公司（Cummins，Inc</a:t>
            </a:r>
            <a:r>
              <a:rPr sz="2268" dirty="0">
                <a:solidFill>
                  <a:srgbClr val="FFFFFF"/>
                </a:solidFill>
                <a:effectLst>
                  <a:outerShdw blurRad="32004" dist="24003" dir="5400000" rotWithShape="0">
                    <a:srgbClr val="000000"/>
                  </a:outerShdw>
                </a:effectLst>
              </a:rPr>
              <a:t>.）</a:t>
            </a:r>
            <a:r>
              <a:rPr sz="2268" dirty="0" err="1">
                <a:solidFill>
                  <a:srgbClr val="FFFFFF"/>
                </a:solidFill>
                <a:effectLst>
                  <a:outerShdw blurRad="32004" dist="24003" dir="5400000" rotWithShape="0">
                    <a:srgbClr val="000000"/>
                  </a:outerShdw>
                </a:effectLst>
              </a:rPr>
              <a:t>使用SPLE在其引擎中构建软件，过去需要花费一年时间的软件项目现在大约需要一周的时间</a:t>
            </a:r>
            <a:endParaRPr sz="2268" dirty="0">
              <a:solidFill>
                <a:srgbClr val="FFFFFF"/>
              </a:solidFill>
              <a:effectLst>
                <a:outerShdw blurRad="32004" dist="24003" dir="5400000" rotWithShape="0">
                  <a:srgbClr val="000000"/>
                </a:outerShdw>
              </a:effectLst>
            </a:endParaRPr>
          </a:p>
          <a:p>
            <a:pPr marL="280034" lvl="0" indent="-280034" defTabSz="368045">
              <a:spcBef>
                <a:spcPts val="2200"/>
              </a:spcBef>
              <a:buBlip>
                <a:blip r:embed="rId2"/>
              </a:buBlip>
              <a:defRPr sz="1800">
                <a:solidFill>
                  <a:srgbClr val="000000"/>
                </a:solidFill>
                <a:effectLst/>
              </a:defRPr>
            </a:pPr>
            <a:r>
              <a:rPr sz="2268" dirty="0">
                <a:solidFill>
                  <a:srgbClr val="FFFFFF"/>
                </a:solidFill>
                <a:effectLst>
                  <a:outerShdw blurRad="32004" dist="24003" dir="5400000" rotWithShape="0">
                    <a:srgbClr val="000000"/>
                  </a:outerShdw>
                </a:effectLst>
              </a:rPr>
              <a:t>美国军方希望通过采购一系列实况培训系统作为产品线而不是一系列单独的收购来节省5.84亿美元的开发成本。</a:t>
            </a:r>
          </a:p>
          <a:p>
            <a:pPr marL="280034" lvl="0" indent="-280034" defTabSz="368045">
              <a:spcBef>
                <a:spcPts val="2200"/>
              </a:spcBef>
              <a:buBlip>
                <a:blip r:embed="rId2"/>
              </a:buBlip>
              <a:defRPr sz="1800">
                <a:solidFill>
                  <a:srgbClr val="000000"/>
                </a:solidFill>
                <a:effectLst/>
              </a:defRPr>
            </a:pPr>
            <a:r>
              <a:rPr sz="2268" dirty="0">
                <a:solidFill>
                  <a:srgbClr val="FFFFFF"/>
                </a:solidFill>
                <a:effectLst>
                  <a:outerShdw blurRad="32004" dist="24003" dir="5400000" rotWithShape="0">
                    <a:srgbClr val="000000"/>
                  </a:outerShdw>
                </a:effectLst>
              </a:rPr>
              <a:t>MarketMaker软件公司，SPLE导致产品上市时间缩短2倍到4倍，维护成本降低约60％。</a:t>
            </a:r>
          </a:p>
          <a:p>
            <a:pPr marL="280034" lvl="0" indent="-280034" defTabSz="368045">
              <a:spcBef>
                <a:spcPts val="2200"/>
              </a:spcBef>
              <a:buBlip>
                <a:blip r:embed="rId2"/>
              </a:buBlip>
              <a:defRPr sz="1800">
                <a:solidFill>
                  <a:srgbClr val="000000"/>
                </a:solidFill>
                <a:effectLst/>
              </a:defRPr>
            </a:pPr>
            <a:r>
              <a:rPr sz="2268" dirty="0">
                <a:solidFill>
                  <a:srgbClr val="FFFFFF"/>
                </a:solidFill>
                <a:effectLst>
                  <a:outerShdw blurRad="32004" dist="24003" dir="5400000" rotWithShape="0">
                    <a:srgbClr val="000000"/>
                  </a:outerShdw>
                </a:effectLst>
              </a:rPr>
              <a:t>惠普公司，采用产品线方法能够以十分之一的时间构建产品，拥有1/4的员工，三分之一的时间，以及早期产品的1/25的错误数量</a:t>
            </a:r>
          </a:p>
          <a:p>
            <a:pPr marL="280034" lvl="0" indent="-280034" defTabSz="368045">
              <a:spcBef>
                <a:spcPts val="2200"/>
              </a:spcBef>
              <a:buBlip>
                <a:blip r:embed="rId2"/>
              </a:buBlip>
              <a:defRPr sz="1800">
                <a:solidFill>
                  <a:srgbClr val="000000"/>
                </a:solidFill>
                <a:effectLst/>
              </a:defRPr>
            </a:pPr>
            <a:r>
              <a:rPr sz="2268" dirty="0">
                <a:solidFill>
                  <a:srgbClr val="FFFFFF"/>
                </a:solidFill>
                <a:effectLst>
                  <a:outerShdw blurRad="32004" dist="24003" dir="5400000" rotWithShape="0">
                    <a:srgbClr val="000000"/>
                  </a:outerShdw>
                </a:effectLst>
              </a:rPr>
              <a:t>HomeAway.com发布在转换到SPLE后60天内的重大技术和商业利益。主要成果包括减少软件占用空间和硬件要求，降低复杂性，实现更好的控制，更有效的测试，缩短部署时间，提高整体网站产品质量</a:t>
            </a:r>
          </a:p>
        </p:txBody>
      </p:sp>
    </p:spTree>
  </p:cSld>
  <p:clrMapOvr>
    <a:masterClrMapping/>
  </p:clrMapOvr>
  <p:transition spd="med"/>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 name="pasted-image.png"/>
          <p:cNvPicPr/>
          <p:nvPr/>
        </p:nvPicPr>
        <p:blipFill>
          <a:blip r:embed="rId2">
            <a:extLst/>
          </a:blip>
          <a:stretch>
            <a:fillRect/>
          </a:stretch>
        </p:blipFill>
        <p:spPr>
          <a:xfrm>
            <a:off x="0" y="1582250"/>
            <a:ext cx="13004800" cy="6589100"/>
          </a:xfrm>
          <a:prstGeom prst="rect">
            <a:avLst/>
          </a:prstGeom>
          <a:ln w="12700">
            <a:miter lim="400000"/>
          </a:ln>
        </p:spPr>
      </p:pic>
    </p:spTree>
  </p:cSld>
  <p:clrMapOvr>
    <a:masterClrMapping/>
  </p:clrMapOvr>
  <p:transition spd="med"/>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Shape 59"/>
          <p:cNvSpPr>
            <a:spLocks noGrp="1"/>
          </p:cNvSpPr>
          <p:nvPr>
            <p:ph type="body" idx="1"/>
          </p:nvPr>
        </p:nvSpPr>
        <p:spPr>
          <a:prstGeom prst="rect">
            <a:avLst/>
          </a:prstGeom>
        </p:spPr>
        <p:txBody>
          <a:bodyPr/>
          <a:lstStyle/>
          <a:p>
            <a:pPr marL="351155" lvl="0" indent="-351155" defTabSz="461518">
              <a:spcBef>
                <a:spcPts val="2800"/>
              </a:spcBef>
              <a:buBlip>
                <a:blip r:embed="rId2"/>
              </a:buBlip>
              <a:defRPr sz="1800">
                <a:solidFill>
                  <a:srgbClr val="000000"/>
                </a:solidFill>
                <a:effectLst/>
              </a:defRPr>
            </a:pPr>
            <a:r>
              <a:rPr sz="2844" dirty="0">
                <a:solidFill>
                  <a:srgbClr val="FFFFFF"/>
                </a:solidFill>
                <a:effectLst>
                  <a:outerShdw blurRad="40132" dist="30099" dir="5400000" rotWithShape="0">
                    <a:srgbClr val="000000"/>
                  </a:outerShdw>
                </a:effectLst>
              </a:rPr>
              <a:t>第一层专注于将产品配置器整合到组织中，并开始使用它来定义产品线的功能模型和共享资产 。</a:t>
            </a:r>
          </a:p>
          <a:p>
            <a:pPr marL="351155" lvl="0" indent="-351155" defTabSz="461518">
              <a:spcBef>
                <a:spcPts val="2800"/>
              </a:spcBef>
              <a:buBlip>
                <a:blip r:embed="rId2"/>
              </a:buBlip>
              <a:defRPr sz="1800">
                <a:solidFill>
                  <a:srgbClr val="000000"/>
                </a:solidFill>
                <a:effectLst/>
              </a:defRPr>
            </a:pPr>
            <a:r>
              <a:rPr sz="2844" dirty="0">
                <a:solidFill>
                  <a:srgbClr val="FFFFFF"/>
                </a:solidFill>
                <a:effectLst>
                  <a:outerShdw blurRad="40132" dist="30099" dir="5400000" rotWithShape="0">
                    <a:srgbClr val="000000"/>
                  </a:outerShdw>
                </a:effectLst>
              </a:rPr>
              <a:t>第二层专注于将产品资产重新设计为具有变化点的共享资产集合。 在这个层级中，定义和填充特定于PLE的新角色，这些角色将工程师从产品特定的职责转移到特定于资产的产品独立角色。</a:t>
            </a:r>
          </a:p>
          <a:p>
            <a:pPr marL="351155" lvl="0" indent="-351155" defTabSz="461518">
              <a:spcBef>
                <a:spcPts val="2800"/>
              </a:spcBef>
              <a:buBlip>
                <a:blip r:embed="rId2"/>
              </a:buBlip>
              <a:defRPr sz="1800">
                <a:solidFill>
                  <a:srgbClr val="000000"/>
                </a:solidFill>
                <a:effectLst/>
              </a:defRPr>
            </a:pPr>
            <a:r>
              <a:rPr sz="2844" dirty="0">
                <a:solidFill>
                  <a:srgbClr val="FFFFFF"/>
                </a:solidFill>
                <a:effectLst>
                  <a:outerShdw blurRad="40132" dist="30099" dir="5400000" rotWithShape="0">
                    <a:srgbClr val="000000"/>
                  </a:outerShdw>
                </a:effectLst>
              </a:rPr>
              <a:t>第三层允许组织的管理层通过定义具有新功能或新功能组合的产品来引导产品组合的战略方向，例如进入一个新的市场，在该市场中组织快速有效地生产新产品的能力将使其具有竞争优势。</a:t>
            </a:r>
          </a:p>
          <a:p>
            <a:pPr marL="351155" lvl="0" indent="-351155" defTabSz="461518">
              <a:spcBef>
                <a:spcPts val="2800"/>
              </a:spcBef>
              <a:buBlip>
                <a:blip r:embed="rId2"/>
              </a:buBlip>
              <a:defRPr sz="1800">
                <a:solidFill>
                  <a:srgbClr val="000000"/>
                </a:solidFill>
                <a:effectLst/>
              </a:defRPr>
            </a:pPr>
            <a:r>
              <a:rPr sz="2844" dirty="0">
                <a:solidFill>
                  <a:srgbClr val="FFFFFF"/>
                </a:solidFill>
                <a:effectLst>
                  <a:outerShdw blurRad="40132" dist="30099" dir="5400000" rotWithShape="0">
                    <a:srgbClr val="000000"/>
                  </a:outerShdw>
                </a:effectLst>
              </a:rPr>
              <a:t>层次的掌握不一定是顺序的， 组织可以开始在每个层次上一起构建功能。 此外，采用可以是渐进式的，不一定要一次完成。 根据“增量投资增量回报”的原则，朝向完全采纳的每一步都会带来相应的效益。</a:t>
            </a:r>
          </a:p>
        </p:txBody>
      </p:sp>
    </p:spTree>
  </p:cSld>
  <p:clrMapOvr>
    <a:masterClrMapping/>
  </p:clrMapOvr>
  <p:transition spd="med"/>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Shape 61"/>
          <p:cNvSpPr>
            <a:spLocks noGrp="1"/>
          </p:cNvSpPr>
          <p:nvPr>
            <p:ph type="title"/>
          </p:nvPr>
        </p:nvSpPr>
        <p:spPr>
          <a:prstGeom prst="rect">
            <a:avLst/>
          </a:prstGeom>
        </p:spPr>
        <p:txBody>
          <a:bodyPr/>
          <a:lstStyle/>
          <a:p>
            <a:pPr lvl="0">
              <a:defRPr sz="1800">
                <a:solidFill>
                  <a:srgbClr val="000000"/>
                </a:solidFill>
                <a:effectLst/>
              </a:defRPr>
            </a:pPr>
            <a:r>
              <a:rPr sz="7200">
                <a:solidFill>
                  <a:srgbClr val="FFFFFF"/>
                </a:solidFill>
                <a:effectLst>
                  <a:outerShdw blurRad="50800" dist="38100" dir="5400000" rotWithShape="0">
                    <a:srgbClr val="000000"/>
                  </a:outerShdw>
                </a:effectLst>
              </a:rPr>
              <a:t>需要考虑的因素</a:t>
            </a:r>
          </a:p>
        </p:txBody>
      </p:sp>
      <p:sp>
        <p:nvSpPr>
          <p:cNvPr id="62" name="Shape 62"/>
          <p:cNvSpPr>
            <a:spLocks noGrp="1"/>
          </p:cNvSpPr>
          <p:nvPr>
            <p:ph type="body" idx="1"/>
          </p:nvPr>
        </p:nvSpPr>
        <p:spPr>
          <a:prstGeom prst="rect">
            <a:avLst/>
          </a:prstGeom>
        </p:spPr>
        <p:txBody>
          <a:bodyPr/>
          <a:lstStyle/>
          <a:p>
            <a:pPr marL="297815" lvl="0" indent="-297815" defTabSz="391414">
              <a:spcBef>
                <a:spcPts val="2400"/>
              </a:spcBef>
              <a:buBlip>
                <a:blip r:embed="rId2"/>
              </a:buBlip>
              <a:defRPr sz="1800">
                <a:solidFill>
                  <a:srgbClr val="000000"/>
                </a:solidFill>
                <a:effectLst/>
              </a:defRPr>
            </a:pPr>
            <a:r>
              <a:rPr sz="2412">
                <a:solidFill>
                  <a:srgbClr val="FFFFFF"/>
                </a:solidFill>
                <a:effectLst>
                  <a:outerShdw blurRad="34036" dist="25527" dir="5400000" rotWithShape="0">
                    <a:srgbClr val="000000"/>
                  </a:outerShdw>
                </a:effectLst>
              </a:rPr>
              <a:t>正在构建的系统的类型</a:t>
            </a:r>
          </a:p>
          <a:p>
            <a:pPr marL="297815" lvl="0" indent="-297815" defTabSz="391414">
              <a:spcBef>
                <a:spcPts val="2400"/>
              </a:spcBef>
              <a:buBlip>
                <a:blip r:embed="rId2"/>
              </a:buBlip>
              <a:defRPr sz="1800">
                <a:solidFill>
                  <a:srgbClr val="000000"/>
                </a:solidFill>
                <a:effectLst/>
              </a:defRPr>
            </a:pPr>
            <a:r>
              <a:rPr sz="2412">
                <a:solidFill>
                  <a:srgbClr val="FFFFFF"/>
                </a:solidFill>
                <a:effectLst>
                  <a:outerShdw blurRad="34036" dist="25527" dir="5400000" rotWithShape="0">
                    <a:srgbClr val="000000"/>
                  </a:outerShdw>
                </a:effectLst>
              </a:rPr>
              <a:t>组织的领域经验的深度</a:t>
            </a:r>
          </a:p>
          <a:p>
            <a:pPr marL="297815" lvl="0" indent="-297815" defTabSz="391414">
              <a:spcBef>
                <a:spcPts val="2400"/>
              </a:spcBef>
              <a:buBlip>
                <a:blip r:embed="rId2"/>
              </a:buBlip>
              <a:defRPr sz="1800">
                <a:solidFill>
                  <a:srgbClr val="000000"/>
                </a:solidFill>
                <a:effectLst/>
              </a:defRPr>
            </a:pPr>
            <a:r>
              <a:rPr sz="2412">
                <a:solidFill>
                  <a:srgbClr val="FFFFFF"/>
                </a:solidFill>
                <a:effectLst>
                  <a:outerShdw blurRad="34036" dist="25527" dir="5400000" rotWithShape="0">
                    <a:srgbClr val="000000"/>
                  </a:outerShdw>
                </a:effectLst>
              </a:rPr>
              <a:t>可支配的资产</a:t>
            </a:r>
          </a:p>
          <a:p>
            <a:pPr marL="297815" lvl="0" indent="-297815" defTabSz="391414">
              <a:spcBef>
                <a:spcPts val="2400"/>
              </a:spcBef>
              <a:buBlip>
                <a:blip r:embed="rId2"/>
              </a:buBlip>
              <a:defRPr sz="1800">
                <a:solidFill>
                  <a:srgbClr val="000000"/>
                </a:solidFill>
                <a:effectLst/>
              </a:defRPr>
            </a:pPr>
            <a:r>
              <a:rPr sz="2412">
                <a:solidFill>
                  <a:srgbClr val="FFFFFF"/>
                </a:solidFill>
                <a:effectLst>
                  <a:outerShdw blurRad="34036" dist="25527" dir="5400000" rotWithShape="0">
                    <a:srgbClr val="000000"/>
                  </a:outerShdw>
                </a:effectLst>
              </a:rPr>
              <a:t>有组织的目标</a:t>
            </a:r>
          </a:p>
          <a:p>
            <a:pPr marL="297815" lvl="0" indent="-297815" defTabSz="391414">
              <a:spcBef>
                <a:spcPts val="2400"/>
              </a:spcBef>
              <a:buBlip>
                <a:blip r:embed="rId2"/>
              </a:buBlip>
              <a:defRPr sz="1800">
                <a:solidFill>
                  <a:srgbClr val="000000"/>
                </a:solidFill>
                <a:effectLst/>
              </a:defRPr>
            </a:pPr>
            <a:r>
              <a:rPr sz="2412">
                <a:solidFill>
                  <a:srgbClr val="FFFFFF"/>
                </a:solidFill>
                <a:effectLst>
                  <a:outerShdw blurRad="34036" dist="25527" dir="5400000" rotWithShape="0">
                    <a:srgbClr val="000000"/>
                  </a:outerShdw>
                </a:effectLst>
              </a:rPr>
              <a:t>工件和流程的成熟度</a:t>
            </a:r>
          </a:p>
          <a:p>
            <a:pPr marL="297815" lvl="0" indent="-297815" defTabSz="391414">
              <a:spcBef>
                <a:spcPts val="2400"/>
              </a:spcBef>
              <a:buBlip>
                <a:blip r:embed="rId2"/>
              </a:buBlip>
              <a:defRPr sz="1800">
                <a:solidFill>
                  <a:srgbClr val="000000"/>
                </a:solidFill>
                <a:effectLst/>
              </a:defRPr>
            </a:pPr>
            <a:r>
              <a:rPr sz="2412">
                <a:solidFill>
                  <a:srgbClr val="FFFFFF"/>
                </a:solidFill>
                <a:effectLst>
                  <a:outerShdw blurRad="34036" dist="25527" dir="5400000" rotWithShape="0">
                    <a:srgbClr val="000000"/>
                  </a:outerShdw>
                </a:effectLst>
              </a:rPr>
              <a:t>可用人员的技能水平</a:t>
            </a:r>
          </a:p>
          <a:p>
            <a:pPr marL="297815" lvl="0" indent="-297815" defTabSz="391414">
              <a:spcBef>
                <a:spcPts val="2400"/>
              </a:spcBef>
              <a:buBlip>
                <a:blip r:embed="rId2"/>
              </a:buBlip>
              <a:defRPr sz="1800">
                <a:solidFill>
                  <a:srgbClr val="000000"/>
                </a:solidFill>
                <a:effectLst/>
              </a:defRPr>
            </a:pPr>
            <a:r>
              <a:rPr sz="2412">
                <a:solidFill>
                  <a:srgbClr val="FFFFFF"/>
                </a:solidFill>
                <a:effectLst>
                  <a:outerShdw blurRad="34036" dist="25527" dir="5400000" rotWithShape="0">
                    <a:srgbClr val="000000"/>
                  </a:outerShdw>
                </a:effectLst>
              </a:rPr>
              <a:t>采用的产品战略</a:t>
            </a:r>
          </a:p>
          <a:p>
            <a:pPr marL="297815" lvl="0" indent="-297815" defTabSz="391414">
              <a:spcBef>
                <a:spcPts val="2400"/>
              </a:spcBef>
              <a:buBlip>
                <a:blip r:embed="rId2"/>
              </a:buBlip>
              <a:defRPr sz="1800">
                <a:solidFill>
                  <a:srgbClr val="000000"/>
                </a:solidFill>
                <a:effectLst/>
              </a:defRPr>
            </a:pPr>
            <a:r>
              <a:rPr sz="2412">
                <a:solidFill>
                  <a:srgbClr val="FFFFFF"/>
                </a:solidFill>
                <a:effectLst>
                  <a:outerShdw blurRad="34036" dist="25527" dir="5400000" rotWithShape="0">
                    <a:srgbClr val="000000"/>
                  </a:outerShdw>
                </a:effectLst>
              </a:rPr>
              <a:t>其他因素。。。</a:t>
            </a:r>
          </a:p>
        </p:txBody>
      </p:sp>
    </p:spTree>
  </p:cSld>
  <p:clrMapOvr>
    <a:masterClrMapping/>
  </p:clrMapOvr>
  <p:transition spd="med"/>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Shape 64"/>
          <p:cNvSpPr>
            <a:spLocks noGrp="1"/>
          </p:cNvSpPr>
          <p:nvPr>
            <p:ph type="title"/>
          </p:nvPr>
        </p:nvSpPr>
        <p:spPr>
          <a:xfrm>
            <a:off x="787400" y="-97351"/>
            <a:ext cx="11430000" cy="2438401"/>
          </a:xfrm>
          <a:prstGeom prst="rect">
            <a:avLst/>
          </a:prstGeom>
        </p:spPr>
        <p:txBody>
          <a:bodyPr/>
          <a:lstStyle>
            <a:lvl1pPr>
              <a:defRPr sz="5300"/>
            </a:lvl1pPr>
          </a:lstStyle>
          <a:p>
            <a:pPr lvl="0">
              <a:defRPr sz="1800">
                <a:solidFill>
                  <a:srgbClr val="000000"/>
                </a:solidFill>
                <a:effectLst/>
              </a:defRPr>
            </a:pPr>
            <a:r>
              <a:rPr sz="5300">
                <a:solidFill>
                  <a:srgbClr val="FFFFFF"/>
                </a:solidFill>
                <a:effectLst>
                  <a:outerShdw blurRad="50800" dist="38100" dir="5400000" rotWithShape="0">
                    <a:srgbClr val="000000"/>
                  </a:outerShdw>
                </a:effectLst>
              </a:rPr>
              <a:t>以产品为中心的方法阻碍了组合生产</a:t>
            </a:r>
          </a:p>
        </p:txBody>
      </p:sp>
      <p:sp>
        <p:nvSpPr>
          <p:cNvPr id="65" name="Shape 65"/>
          <p:cNvSpPr>
            <a:spLocks noGrp="1"/>
          </p:cNvSpPr>
          <p:nvPr>
            <p:ph type="body" idx="1"/>
          </p:nvPr>
        </p:nvSpPr>
        <p:spPr>
          <a:prstGeom prst="rect">
            <a:avLst/>
          </a:prstGeom>
        </p:spPr>
        <p:txBody>
          <a:bodyPr/>
          <a:lstStyle/>
          <a:p>
            <a:pPr lvl="0">
              <a:buBlip>
                <a:blip r:embed="rId2"/>
              </a:buBlip>
            </a:pPr>
            <a:endParaRPr/>
          </a:p>
        </p:txBody>
      </p:sp>
      <p:pic>
        <p:nvPicPr>
          <p:cNvPr id="66" name="pasted-image.png"/>
          <p:cNvPicPr/>
          <p:nvPr/>
        </p:nvPicPr>
        <p:blipFill>
          <a:blip r:embed="rId3">
            <a:extLst/>
          </a:blip>
          <a:stretch>
            <a:fillRect/>
          </a:stretch>
        </p:blipFill>
        <p:spPr>
          <a:xfrm>
            <a:off x="377972" y="2092940"/>
            <a:ext cx="12248856" cy="7406286"/>
          </a:xfrm>
          <a:prstGeom prst="rect">
            <a:avLst/>
          </a:prstGeom>
          <a:ln w="12700">
            <a:miter lim="400000"/>
          </a:ln>
        </p:spPr>
      </p:pic>
    </p:spTree>
  </p:cSld>
  <p:clrMapOvr>
    <a:masterClrMapping/>
  </p:clrMapOvr>
  <p:transition spd="med"/>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Shape 68"/>
          <p:cNvSpPr>
            <a:spLocks noGrp="1"/>
          </p:cNvSpPr>
          <p:nvPr>
            <p:ph type="title"/>
          </p:nvPr>
        </p:nvSpPr>
        <p:spPr>
          <a:xfrm>
            <a:off x="787400" y="-97351"/>
            <a:ext cx="11430000" cy="2438401"/>
          </a:xfrm>
          <a:prstGeom prst="rect">
            <a:avLst/>
          </a:prstGeom>
        </p:spPr>
        <p:txBody>
          <a:bodyPr/>
          <a:lstStyle>
            <a:lvl1pPr>
              <a:defRPr sz="5300"/>
            </a:lvl1pPr>
          </a:lstStyle>
          <a:p>
            <a:pPr lvl="0">
              <a:defRPr sz="1800">
                <a:solidFill>
                  <a:srgbClr val="000000"/>
                </a:solidFill>
                <a:effectLst/>
              </a:defRPr>
            </a:pPr>
            <a:r>
              <a:rPr sz="5300">
                <a:solidFill>
                  <a:srgbClr val="FFFFFF"/>
                </a:solidFill>
                <a:effectLst>
                  <a:outerShdw blurRad="50800" dist="38100" dir="5400000" rotWithShape="0">
                    <a:srgbClr val="000000"/>
                  </a:outerShdw>
                </a:effectLst>
              </a:rPr>
              <a:t>以产品为中心的方法阻碍了组合生产</a:t>
            </a:r>
          </a:p>
        </p:txBody>
      </p:sp>
      <p:sp>
        <p:nvSpPr>
          <p:cNvPr id="69" name="Shape 69"/>
          <p:cNvSpPr>
            <a:spLocks noGrp="1"/>
          </p:cNvSpPr>
          <p:nvPr>
            <p:ph type="body" idx="1"/>
          </p:nvPr>
        </p:nvSpPr>
        <p:spPr>
          <a:prstGeom prst="rect">
            <a:avLst/>
          </a:prstGeom>
        </p:spPr>
        <p:txBody>
          <a:bodyPr/>
          <a:lstStyle/>
          <a:p>
            <a:pPr lvl="0">
              <a:buBlip>
                <a:blip r:embed="rId2"/>
              </a:buBlip>
            </a:pPr>
            <a:endParaRPr/>
          </a:p>
        </p:txBody>
      </p:sp>
      <p:pic>
        <p:nvPicPr>
          <p:cNvPr id="70" name="pasted-image.png"/>
          <p:cNvPicPr/>
          <p:nvPr/>
        </p:nvPicPr>
        <p:blipFill>
          <a:blip r:embed="rId3">
            <a:extLst/>
          </a:blip>
          <a:stretch>
            <a:fillRect/>
          </a:stretch>
        </p:blipFill>
        <p:spPr>
          <a:xfrm>
            <a:off x="101600" y="1968500"/>
            <a:ext cx="12801600" cy="7315200"/>
          </a:xfrm>
          <a:prstGeom prst="rect">
            <a:avLst/>
          </a:prstGeom>
          <a:ln w="12700">
            <a:miter lim="400000"/>
          </a:ln>
        </p:spPr>
      </p:pic>
    </p:spTree>
  </p:cSld>
  <p:clrMapOvr>
    <a:masterClrMapping/>
  </p:clrMapOvr>
  <p:transition spd="med"/>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Shape 72"/>
          <p:cNvSpPr>
            <a:spLocks noGrp="1"/>
          </p:cNvSpPr>
          <p:nvPr>
            <p:ph type="title"/>
          </p:nvPr>
        </p:nvSpPr>
        <p:spPr>
          <a:prstGeom prst="rect">
            <a:avLst/>
          </a:prstGeom>
        </p:spPr>
        <p:txBody>
          <a:bodyPr/>
          <a:lstStyle/>
          <a:p>
            <a:pPr lvl="0">
              <a:defRPr sz="1800">
                <a:solidFill>
                  <a:srgbClr val="000000"/>
                </a:solidFill>
                <a:effectLst/>
              </a:defRPr>
            </a:pPr>
            <a:r>
              <a:rPr sz="7200">
                <a:solidFill>
                  <a:srgbClr val="FFFFFF"/>
                </a:solidFill>
                <a:effectLst>
                  <a:outerShdw blurRad="50800" dist="38100" dir="5400000" rotWithShape="0">
                    <a:srgbClr val="000000"/>
                  </a:outerShdw>
                </a:effectLst>
              </a:rPr>
              <a:t>开销</a:t>
            </a:r>
          </a:p>
        </p:txBody>
      </p:sp>
      <p:sp>
        <p:nvSpPr>
          <p:cNvPr id="73" name="Shape 73"/>
          <p:cNvSpPr>
            <a:spLocks noGrp="1"/>
          </p:cNvSpPr>
          <p:nvPr>
            <p:ph type="body" idx="1"/>
          </p:nvPr>
        </p:nvSpPr>
        <p:spPr>
          <a:prstGeom prst="rect">
            <a:avLst/>
          </a:prstGeom>
        </p:spPr>
        <p:txBody>
          <a:bodyPr/>
          <a:lstStyle/>
          <a:p>
            <a:pPr lvl="0">
              <a:buBlip>
                <a:blip r:embed="rId2"/>
              </a:buBlip>
              <a:defRPr sz="1800">
                <a:solidFill>
                  <a:srgbClr val="000000"/>
                </a:solidFill>
                <a:effectLst/>
              </a:defRPr>
            </a:pPr>
            <a:r>
              <a:rPr sz="3600" dirty="0">
                <a:solidFill>
                  <a:srgbClr val="FFFFFF"/>
                </a:solidFill>
                <a:effectLst>
                  <a:outerShdw blurRad="50800" dist="38100" dir="5400000" rotWithShape="0">
                    <a:srgbClr val="000000"/>
                  </a:outerShdw>
                </a:effectLst>
              </a:rPr>
              <a:t>所有资产必须设计成健壮和可扩展的，以便它们适用于各种产品环境。 通常，组件必须被设计得更通用而不会损失性能。</a:t>
            </a:r>
          </a:p>
          <a:p>
            <a:pPr lvl="0">
              <a:buBlip>
                <a:blip r:embed="rId2"/>
              </a:buBlip>
              <a:defRPr sz="1800">
                <a:solidFill>
                  <a:srgbClr val="000000"/>
                </a:solidFill>
                <a:effectLst/>
              </a:defRPr>
            </a:pPr>
            <a:r>
              <a:rPr sz="3600" dirty="0">
                <a:solidFill>
                  <a:srgbClr val="FFFFFF"/>
                </a:solidFill>
                <a:effectLst>
                  <a:outerShdw blurRad="50800" dist="38100" dir="5400000" rotWithShape="0">
                    <a:srgbClr val="000000"/>
                  </a:outerShdw>
                </a:effectLst>
              </a:rPr>
              <a:t>每一个种资产，投资成本通常远低于收益的价值。 而且，大部分成本是与建立产品线相关的前期成本。 另一方面，每个新产品的发布都会带来好处。 一旦这种方法建立起来，组织的生产力就会迅速加快，收益远大于成本。</a:t>
            </a:r>
          </a:p>
        </p:txBody>
      </p:sp>
    </p:spTree>
  </p:cSld>
  <p:clrMapOvr>
    <a:masterClrMapping/>
  </p:clrMapOvr>
  <p:transition spd="med"/>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Shape 75"/>
          <p:cNvSpPr>
            <a:spLocks noGrp="1"/>
          </p:cNvSpPr>
          <p:nvPr>
            <p:ph type="body" idx="1"/>
          </p:nvPr>
        </p:nvSpPr>
        <p:spPr>
          <a:xfrm>
            <a:off x="787400" y="1852999"/>
            <a:ext cx="11430000" cy="7010401"/>
          </a:xfrm>
          <a:prstGeom prst="rect">
            <a:avLst/>
          </a:prstGeom>
        </p:spPr>
        <p:txBody>
          <a:bodyPr/>
          <a:lstStyle/>
          <a:p>
            <a:pPr lvl="0">
              <a:buBlip>
                <a:blip r:embed="rId2"/>
              </a:buBlip>
              <a:defRPr sz="1800">
                <a:solidFill>
                  <a:srgbClr val="000000"/>
                </a:solidFill>
                <a:effectLst/>
              </a:defRPr>
            </a:pPr>
            <a:r>
              <a:rPr sz="3600" dirty="0">
                <a:solidFill>
                  <a:srgbClr val="FFFFFF"/>
                </a:solidFill>
                <a:effectLst>
                  <a:outerShdw blurRad="50800" dist="38100" dir="5400000" rotWithShape="0">
                    <a:srgbClr val="000000"/>
                  </a:outerShdw>
                </a:effectLst>
              </a:rPr>
              <a:t>SPLE不只是一种技术创新，更是多也是商业行为</a:t>
            </a:r>
          </a:p>
          <a:p>
            <a:pPr lvl="0">
              <a:buBlip>
                <a:blip r:embed="rId2"/>
              </a:buBlip>
              <a:defRPr sz="1800">
                <a:solidFill>
                  <a:srgbClr val="000000"/>
                </a:solidFill>
                <a:effectLst/>
              </a:defRPr>
            </a:pPr>
            <a:r>
              <a:rPr sz="3600" dirty="0">
                <a:solidFill>
                  <a:srgbClr val="FFFFFF"/>
                </a:solidFill>
                <a:effectLst>
                  <a:outerShdw blurRad="50800" dist="38100" dir="5400000" rotWithShape="0">
                    <a:srgbClr val="000000"/>
                  </a:outerShdw>
                </a:effectLst>
              </a:rPr>
              <a:t>超越单个产品的战略眼光</a:t>
            </a:r>
          </a:p>
          <a:p>
            <a:pPr lvl="0">
              <a:buBlip>
                <a:blip r:embed="rId2"/>
              </a:buBlip>
              <a:defRPr sz="1800">
                <a:solidFill>
                  <a:srgbClr val="000000"/>
                </a:solidFill>
                <a:effectLst/>
              </a:defRPr>
            </a:pPr>
            <a:r>
              <a:rPr sz="3600" dirty="0">
                <a:solidFill>
                  <a:srgbClr val="FFFFFF"/>
                </a:solidFill>
                <a:effectLst>
                  <a:outerShdw blurRad="50800" dist="38100" dir="5400000" rotWithShape="0">
                    <a:srgbClr val="000000"/>
                  </a:outerShdw>
                </a:effectLst>
              </a:rPr>
              <a:t>产品是有计划的相似，有意识的做出系统决策</a:t>
            </a:r>
          </a:p>
          <a:p>
            <a:pPr lvl="0">
              <a:buBlip>
                <a:blip r:embed="rId2"/>
              </a:buBlip>
              <a:defRPr sz="1800">
                <a:solidFill>
                  <a:srgbClr val="000000"/>
                </a:solidFill>
                <a:effectLst/>
              </a:defRPr>
            </a:pPr>
            <a:r>
              <a:rPr sz="3600" dirty="0">
                <a:solidFill>
                  <a:srgbClr val="FFFFFF"/>
                </a:solidFill>
                <a:effectLst>
                  <a:outerShdw blurRad="50800" dist="38100" dir="5400000" rotWithShape="0">
                    <a:srgbClr val="000000"/>
                  </a:outerShdw>
                </a:effectLst>
              </a:rPr>
              <a:t>每个组件都是为了复用而生的</a:t>
            </a:r>
          </a:p>
          <a:p>
            <a:pPr lvl="0">
              <a:buBlip>
                <a:blip r:embed="rId2"/>
              </a:buBlip>
              <a:defRPr sz="1800">
                <a:solidFill>
                  <a:srgbClr val="000000"/>
                </a:solidFill>
                <a:effectLst/>
              </a:defRPr>
            </a:pPr>
            <a:r>
              <a:rPr sz="3600" dirty="0">
                <a:solidFill>
                  <a:srgbClr val="FFFFFF"/>
                </a:solidFill>
                <a:effectLst>
                  <a:outerShdw blurRad="50800" dist="38100" dir="5400000" rotWithShape="0">
                    <a:srgbClr val="000000"/>
                  </a:outerShdw>
                </a:effectLst>
              </a:rPr>
              <a:t>有一整套的规定</a:t>
            </a:r>
          </a:p>
        </p:txBody>
      </p:sp>
      <p:sp>
        <p:nvSpPr>
          <p:cNvPr id="76" name="Shape 76"/>
          <p:cNvSpPr>
            <a:spLocks noGrp="1"/>
          </p:cNvSpPr>
          <p:nvPr>
            <p:ph type="title" idx="4294967295"/>
          </p:nvPr>
        </p:nvSpPr>
        <p:spPr>
          <a:prstGeom prst="rect">
            <a:avLst/>
          </a:prstGeom>
        </p:spPr>
        <p:txBody>
          <a:bodyPr/>
          <a:lstStyle/>
          <a:p>
            <a:pPr lvl="0">
              <a:defRPr sz="1800">
                <a:solidFill>
                  <a:srgbClr val="000000"/>
                </a:solidFill>
                <a:effectLst/>
              </a:defRPr>
            </a:pPr>
            <a:r>
              <a:rPr sz="7200">
                <a:solidFill>
                  <a:srgbClr val="FFFFFF"/>
                </a:solidFill>
                <a:effectLst>
                  <a:outerShdw blurRad="50800" dist="38100" dir="5400000" rotWithShape="0">
                    <a:srgbClr val="000000"/>
                  </a:outerShdw>
                </a:effectLst>
              </a:rPr>
              <a:t>小结</a:t>
            </a:r>
          </a:p>
        </p:txBody>
      </p:sp>
    </p:spTree>
  </p:cSld>
  <p:clrMapOvr>
    <a:masterClrMapping/>
  </p:clrMapOvr>
  <p:transition spd="med"/>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Shape 78"/>
          <p:cNvSpPr>
            <a:spLocks noGrp="1"/>
          </p:cNvSpPr>
          <p:nvPr>
            <p:ph type="body" idx="1"/>
          </p:nvPr>
        </p:nvSpPr>
        <p:spPr>
          <a:prstGeom prst="rect">
            <a:avLst/>
          </a:prstGeom>
        </p:spPr>
        <p:txBody>
          <a:bodyPr/>
          <a:lstStyle/>
          <a:p>
            <a:pPr marL="431165" lvl="0" indent="-431165" defTabSz="566674">
              <a:spcBef>
                <a:spcPts val="3400"/>
              </a:spcBef>
              <a:buBlip>
                <a:blip r:embed="rId2"/>
              </a:buBlip>
              <a:defRPr sz="1800">
                <a:solidFill>
                  <a:srgbClr val="000000"/>
                </a:solidFill>
                <a:effectLst/>
              </a:defRPr>
            </a:pPr>
            <a:r>
              <a:rPr sz="3492" dirty="0" err="1">
                <a:solidFill>
                  <a:srgbClr val="FFFFFF"/>
                </a:solidFill>
                <a:effectLst>
                  <a:outerShdw blurRad="49276" dist="36957" dir="5400000" rotWithShape="0">
                    <a:srgbClr val="000000"/>
                  </a:outerShdw>
                </a:effectLst>
              </a:rPr>
              <a:t>参考文献</a:t>
            </a:r>
            <a:endParaRPr sz="3492" dirty="0">
              <a:solidFill>
                <a:srgbClr val="FFFFFF"/>
              </a:solidFill>
              <a:effectLst>
                <a:outerShdw blurRad="49276" dist="36957" dir="5400000" rotWithShape="0">
                  <a:srgbClr val="000000"/>
                </a:outerShdw>
              </a:effectLst>
            </a:endParaRPr>
          </a:p>
          <a:p>
            <a:pPr marL="431165" lvl="0" indent="-431165" defTabSz="566674">
              <a:spcBef>
                <a:spcPts val="3400"/>
              </a:spcBef>
              <a:buBlip>
                <a:blip r:embed="rId2"/>
              </a:buBlip>
              <a:defRPr sz="1800">
                <a:solidFill>
                  <a:srgbClr val="000000"/>
                </a:solidFill>
                <a:effectLst/>
              </a:defRPr>
            </a:pPr>
            <a:r>
              <a:rPr sz="3492" u="sng" dirty="0">
                <a:solidFill>
                  <a:srgbClr val="FFFFFF"/>
                </a:solidFill>
                <a:effectLst>
                  <a:outerShdw blurRad="49276" dist="36957" dir="5400000" rotWithShape="0">
                    <a:srgbClr val="000000"/>
                  </a:outerShdw>
                </a:effectLst>
              </a:rPr>
              <a:t>http://www.productlineengineering.com/</a:t>
            </a:r>
            <a:endParaRPr sz="3492" dirty="0">
              <a:solidFill>
                <a:srgbClr val="FFFFFF"/>
              </a:solidFill>
              <a:effectLst>
                <a:outerShdw blurRad="49276" dist="36957" dir="5400000" rotWithShape="0">
                  <a:srgbClr val="000000"/>
                </a:outerShdw>
              </a:effectLst>
            </a:endParaRPr>
          </a:p>
          <a:p>
            <a:pPr marL="431165" lvl="0" indent="-431165" defTabSz="566674">
              <a:spcBef>
                <a:spcPts val="3400"/>
              </a:spcBef>
              <a:buBlip>
                <a:blip r:embed="rId2"/>
              </a:buBlip>
              <a:defRPr sz="1800">
                <a:solidFill>
                  <a:srgbClr val="000000"/>
                </a:solidFill>
                <a:effectLst/>
              </a:defRPr>
            </a:pPr>
            <a:r>
              <a:rPr sz="3492" dirty="0">
                <a:solidFill>
                  <a:srgbClr val="FFFFFF"/>
                </a:solidFill>
                <a:effectLst>
                  <a:outerShdw blurRad="49276" dist="36957" dir="5400000" rotWithShape="0">
                    <a:srgbClr val="000000"/>
                  </a:outerShdw>
                </a:effectLst>
              </a:rPr>
              <a:t>Software Engineering Institute, A Framework for Software Product Line Practice, Carnegie Mellon University</a:t>
            </a:r>
          </a:p>
          <a:p>
            <a:pPr marL="431165" lvl="0" indent="-431165" defTabSz="566674">
              <a:spcBef>
                <a:spcPts val="3400"/>
              </a:spcBef>
              <a:buBlip>
                <a:blip r:embed="rId2"/>
              </a:buBlip>
              <a:defRPr sz="1800">
                <a:solidFill>
                  <a:srgbClr val="000000"/>
                </a:solidFill>
                <a:effectLst/>
              </a:defRPr>
            </a:pPr>
            <a:r>
              <a:rPr sz="3492" dirty="0">
                <a:solidFill>
                  <a:srgbClr val="FFFFFF"/>
                </a:solidFill>
                <a:effectLst>
                  <a:outerShdw blurRad="49276" dist="36957" dir="5400000" rotWithShape="0">
                    <a:srgbClr val="000000"/>
                  </a:outerShdw>
                </a:effectLst>
              </a:rPr>
              <a:t>徐正权，软件复用方法和技术，武汉，华中理工大学出版社，1998</a:t>
            </a:r>
          </a:p>
          <a:p>
            <a:pPr marL="431165" lvl="0" indent="-431165" defTabSz="566674">
              <a:spcBef>
                <a:spcPts val="3400"/>
              </a:spcBef>
              <a:buBlip>
                <a:blip r:embed="rId2"/>
              </a:buBlip>
              <a:defRPr sz="1800">
                <a:solidFill>
                  <a:srgbClr val="000000"/>
                </a:solidFill>
                <a:effectLst/>
              </a:defRPr>
            </a:pPr>
            <a:r>
              <a:rPr sz="3492" dirty="0">
                <a:solidFill>
                  <a:srgbClr val="FFFFFF"/>
                </a:solidFill>
                <a:effectLst>
                  <a:outerShdw blurRad="49276" dist="36957" dir="5400000" rotWithShape="0">
                    <a:srgbClr val="000000"/>
                  </a:outerShdw>
                </a:effectLst>
              </a:rPr>
              <a:t> Charles W. Krueger, Introduction to the Emerging Practice of Software Product Line Development</a:t>
            </a:r>
          </a:p>
        </p:txBody>
      </p:sp>
    </p:spTree>
  </p:cSld>
  <p:clrMapOvr>
    <a:masterClrMapping/>
  </p:clrMapOvr>
  <p:transition spd="med"/>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Shape 80"/>
          <p:cNvSpPr>
            <a:spLocks noGrp="1"/>
          </p:cNvSpPr>
          <p:nvPr>
            <p:ph type="title"/>
          </p:nvPr>
        </p:nvSpPr>
        <p:spPr>
          <a:prstGeom prst="rect">
            <a:avLst/>
          </a:prstGeom>
        </p:spPr>
        <p:txBody>
          <a:bodyPr/>
          <a:lstStyle>
            <a:lvl1pPr algn="ctr"/>
          </a:lstStyle>
          <a:p>
            <a:pPr lvl="0">
              <a:defRPr sz="1800">
                <a:solidFill>
                  <a:srgbClr val="000000"/>
                </a:solidFill>
                <a:effectLst/>
              </a:defRPr>
            </a:pPr>
            <a:r>
              <a:rPr sz="7200">
                <a:solidFill>
                  <a:srgbClr val="FFFFFF"/>
                </a:solidFill>
                <a:effectLst>
                  <a:outerShdw blurRad="50800" dist="38100" dir="5400000" rotWithShape="0">
                    <a:srgbClr val="000000"/>
                  </a:outerShdw>
                </a:effectLst>
              </a:rPr>
              <a:t>Q &amp; A</a:t>
            </a:r>
          </a:p>
        </p:txBody>
      </p:sp>
    </p:spTree>
  </p:cSld>
  <p:clrMapOvr>
    <a:masterClrMapping/>
  </p:clrMapOvr>
  <p:transition spd="med"/>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png"/></Relationships>
</file>

<file path=ppt/theme/_rels/theme2.xml.rels><?xml version="1.0" encoding="UTF-8" standalone="yes"?>
<Relationships xmlns="http://schemas.openxmlformats.org/package/2006/relationships"><Relationship Id="rId1" Type="http://schemas.openxmlformats.org/officeDocument/2006/relationships/image" Target="../media/image1.png"/></Relationships>
</file>

<file path=ppt/theme/theme1.xml><?xml version="1.0" encoding="utf-8"?>
<a:theme xmlns:a="http://schemas.openxmlformats.org/drawingml/2006/main" name="Industrial">
  <a:themeElements>
    <a:clrScheme name="Industrial">
      <a:dk1>
        <a:srgbClr val="BC00FF"/>
      </a:dk1>
      <a:lt1>
        <a:srgbClr val="FFFFFF"/>
      </a:lt1>
      <a:dk2>
        <a:srgbClr val="53585F"/>
      </a:dk2>
      <a:lt2>
        <a:srgbClr val="DCDEE0"/>
      </a:lt2>
      <a:accent1>
        <a:srgbClr val="0073CF"/>
      </a:accent1>
      <a:accent2>
        <a:srgbClr val="1A941F"/>
      </a:accent2>
      <a:accent3>
        <a:srgbClr val="DCBD23"/>
      </a:accent3>
      <a:accent4>
        <a:srgbClr val="DE6A10"/>
      </a:accent4>
      <a:accent5>
        <a:srgbClr val="C82506"/>
      </a:accent5>
      <a:accent6>
        <a:srgbClr val="773F9B"/>
      </a:accent6>
      <a:hlink>
        <a:srgbClr val="0000FF"/>
      </a:hlink>
      <a:folHlink>
        <a:srgbClr val="FF00FF"/>
      </a:folHlink>
    </a:clrScheme>
    <a:fontScheme name="Industrial">
      <a:majorFont>
        <a:latin typeface="Helvetica Neue Light"/>
        <a:ea typeface="Helvetica Neue Light"/>
        <a:cs typeface="Helvetica Neue Light"/>
      </a:majorFont>
      <a:minorFont>
        <a:latin typeface="Helvetica Neue Light"/>
        <a:ea typeface="Helvetica Neue Light"/>
        <a:cs typeface="Helvetica Neue Light"/>
      </a:minorFont>
    </a:fontScheme>
    <a:fmtScheme name="Industria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1" hangingPunct="0">
          <a:lnSpc>
            <a:spcPct val="100000"/>
          </a:lnSpc>
          <a:spcBef>
            <a:spcPts val="0"/>
          </a:spcBef>
          <a:spcAft>
            <a:spcPts val="0"/>
          </a:spcAft>
          <a:buClrTx/>
          <a:buSzTx/>
          <a:buFontTx/>
          <a:buNone/>
          <a:tabLst/>
          <a:defRPr kumimoji="0" sz="3600" b="0" i="0" u="none" strike="noStrike" cap="none" spc="0" normalizeH="0" baseline="0">
            <a:ln>
              <a:noFill/>
            </a:ln>
            <a:solidFill>
              <a:srgbClr val="FFFFFF"/>
            </a:solidFill>
            <a:effectLst>
              <a:outerShdw blurRad="50800" dist="38100" dir="5400000" rotWithShape="0">
                <a:srgbClr val="000000"/>
              </a:outerShdw>
            </a:effectLst>
            <a:uFillTx/>
            <a:latin typeface="+mn-lt"/>
            <a:ea typeface="+mn-ea"/>
            <a:cs typeface="+mn-cs"/>
            <a:sym typeface="Helvetica Neue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rgbClr val="FFFFFF"/>
          </a:solidFill>
          <a:prstDash val="solid"/>
          <a:miter lim="400000"/>
        </a:ln>
        <a:effectLst/>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1" hangingPunct="0">
          <a:lnSpc>
            <a:spcPct val="100000"/>
          </a:lnSpc>
          <a:spcBef>
            <a:spcPts val="0"/>
          </a:spcBef>
          <a:spcAft>
            <a:spcPts val="0"/>
          </a:spcAft>
          <a:buClrTx/>
          <a:buSzTx/>
          <a:buFontTx/>
          <a:buNone/>
          <a:tabLst/>
          <a:defRPr kumimoji="0" sz="4200" b="0" i="0" u="none" strike="noStrike" cap="none" spc="0" normalizeH="0" baseline="0">
            <a:ln>
              <a:noFill/>
            </a:ln>
            <a:solidFill>
              <a:srgbClr val="FFFFFF"/>
            </a:solidFill>
            <a:effectLst>
              <a:outerShdw blurRad="50800" dist="38100" dir="5400000" rotWithShape="0">
                <a:srgbClr val="000000"/>
              </a:outerShdw>
            </a:effectLst>
            <a:uFillTx/>
            <a:latin typeface="+mn-lt"/>
            <a:ea typeface="+mn-ea"/>
            <a:cs typeface="+mn-cs"/>
            <a:sym typeface="Helvetica Neue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Industrial">
  <a:themeElements>
    <a:clrScheme name="Industrial">
      <a:dk1>
        <a:srgbClr val="000000"/>
      </a:dk1>
      <a:lt1>
        <a:srgbClr val="FFFFFF"/>
      </a:lt1>
      <a:dk2>
        <a:srgbClr val="53585F"/>
      </a:dk2>
      <a:lt2>
        <a:srgbClr val="DCDEE0"/>
      </a:lt2>
      <a:accent1>
        <a:srgbClr val="0073CF"/>
      </a:accent1>
      <a:accent2>
        <a:srgbClr val="1A941F"/>
      </a:accent2>
      <a:accent3>
        <a:srgbClr val="DCBD23"/>
      </a:accent3>
      <a:accent4>
        <a:srgbClr val="DE6A10"/>
      </a:accent4>
      <a:accent5>
        <a:srgbClr val="C82506"/>
      </a:accent5>
      <a:accent6>
        <a:srgbClr val="773F9B"/>
      </a:accent6>
      <a:hlink>
        <a:srgbClr val="0000FF"/>
      </a:hlink>
      <a:folHlink>
        <a:srgbClr val="FF00FF"/>
      </a:folHlink>
    </a:clrScheme>
    <a:fontScheme name="Industrial">
      <a:majorFont>
        <a:latin typeface="Helvetica Neue Light"/>
        <a:ea typeface="Helvetica Neue Light"/>
        <a:cs typeface="Helvetica Neue Light"/>
      </a:majorFont>
      <a:minorFont>
        <a:latin typeface="Helvetica Neue Light"/>
        <a:ea typeface="Helvetica Neue Light"/>
        <a:cs typeface="Helvetica Neue Light"/>
      </a:minorFont>
    </a:fontScheme>
    <a:fmtScheme name="Industria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1" hangingPunct="0">
          <a:lnSpc>
            <a:spcPct val="100000"/>
          </a:lnSpc>
          <a:spcBef>
            <a:spcPts val="0"/>
          </a:spcBef>
          <a:spcAft>
            <a:spcPts val="0"/>
          </a:spcAft>
          <a:buClrTx/>
          <a:buSzTx/>
          <a:buFontTx/>
          <a:buNone/>
          <a:tabLst/>
          <a:defRPr kumimoji="0" sz="3600" b="0" i="0" u="none" strike="noStrike" cap="none" spc="0" normalizeH="0" baseline="0">
            <a:ln>
              <a:noFill/>
            </a:ln>
            <a:solidFill>
              <a:srgbClr val="FFFFFF"/>
            </a:solidFill>
            <a:effectLst>
              <a:outerShdw blurRad="50800" dist="38100" dir="5400000" rotWithShape="0">
                <a:srgbClr val="000000"/>
              </a:outerShdw>
            </a:effectLst>
            <a:uFillTx/>
            <a:latin typeface="+mn-lt"/>
            <a:ea typeface="+mn-ea"/>
            <a:cs typeface="+mn-cs"/>
            <a:sym typeface="Helvetica Neue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rgbClr val="FFFFFF"/>
          </a:solidFill>
          <a:prstDash val="solid"/>
          <a:miter lim="400000"/>
        </a:ln>
        <a:effectLst/>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1" hangingPunct="0">
          <a:lnSpc>
            <a:spcPct val="100000"/>
          </a:lnSpc>
          <a:spcBef>
            <a:spcPts val="0"/>
          </a:spcBef>
          <a:spcAft>
            <a:spcPts val="0"/>
          </a:spcAft>
          <a:buClrTx/>
          <a:buSzTx/>
          <a:buFontTx/>
          <a:buNone/>
          <a:tabLst/>
          <a:defRPr kumimoji="0" sz="4200" b="0" i="0" u="none" strike="noStrike" cap="none" spc="0" normalizeH="0" baseline="0">
            <a:ln>
              <a:noFill/>
            </a:ln>
            <a:solidFill>
              <a:srgbClr val="FFFFFF"/>
            </a:solidFill>
            <a:effectLst>
              <a:outerShdw blurRad="50800" dist="38100" dir="5400000" rotWithShape="0">
                <a:srgbClr val="000000"/>
              </a:outerShdw>
            </a:effectLst>
            <a:uFillTx/>
            <a:latin typeface="+mn-lt"/>
            <a:ea typeface="+mn-ea"/>
            <a:cs typeface="+mn-cs"/>
            <a:sym typeface="Helvetica Neue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230</TotalTime>
  <Words>266</Words>
  <Application>Microsoft Office PowerPoint</Application>
  <PresentationFormat>自定义</PresentationFormat>
  <Paragraphs>68</Paragraphs>
  <Slides>17</Slides>
  <Notes>0</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17</vt:i4>
      </vt:variant>
    </vt:vector>
  </HeadingPairs>
  <TitlesOfParts>
    <vt:vector size="20" baseType="lpstr">
      <vt:lpstr>Helvetica Neue</vt:lpstr>
      <vt:lpstr>Helvetica Neue Light</vt:lpstr>
      <vt:lpstr>Industrial</vt:lpstr>
      <vt:lpstr>软件生产线工程</vt:lpstr>
      <vt:lpstr>软件生产线工程 (Software Product Line Engineering)</vt:lpstr>
      <vt:lpstr>Assets</vt:lpstr>
      <vt:lpstr>PowerPoint 演示文稿</vt:lpstr>
      <vt:lpstr>What SPLE are not</vt:lpstr>
      <vt:lpstr>Why SPLE</vt:lpstr>
      <vt:lpstr>Why SPLE</vt:lpstr>
      <vt:lpstr>Examples</vt:lpstr>
      <vt:lpstr>PowerPoint 演示文稿</vt:lpstr>
      <vt:lpstr>PowerPoint 演示文稿</vt:lpstr>
      <vt:lpstr>需要考虑的因素</vt:lpstr>
      <vt:lpstr>以产品为中心的方法阻碍了组合生产</vt:lpstr>
      <vt:lpstr>以产品为中心的方法阻碍了组合生产</vt:lpstr>
      <vt:lpstr>开销</vt:lpstr>
      <vt:lpstr>小结</vt:lpstr>
      <vt:lpstr>PowerPoint 演示文稿</vt:lpstr>
      <vt:lpstr>Q &amp; 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软件生产线工程</dc:title>
  <dc:creator>nie</dc:creator>
  <cp:lastModifiedBy>nie</cp:lastModifiedBy>
  <cp:revision>5</cp:revision>
  <dcterms:modified xsi:type="dcterms:W3CDTF">2020-06-29T07:42:35Z</dcterms:modified>
</cp:coreProperties>
</file>