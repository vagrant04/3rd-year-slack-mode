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4" r:id="rId3"/>
  </p:sldMasterIdLst>
  <p:notesMasterIdLst>
    <p:notesMasterId r:id="rId64"/>
  </p:notesMasterIdLst>
  <p:sldIdLst>
    <p:sldId id="348" r:id="rId4"/>
    <p:sldId id="391" r:id="rId5"/>
    <p:sldId id="387" r:id="rId6"/>
    <p:sldId id="393" r:id="rId7"/>
    <p:sldId id="394" r:id="rId8"/>
    <p:sldId id="425" r:id="rId9"/>
    <p:sldId id="430" r:id="rId10"/>
    <p:sldId id="431" r:id="rId11"/>
    <p:sldId id="432" r:id="rId12"/>
    <p:sldId id="433" r:id="rId13"/>
    <p:sldId id="397" r:id="rId14"/>
    <p:sldId id="434" r:id="rId15"/>
    <p:sldId id="435" r:id="rId16"/>
    <p:sldId id="436" r:id="rId17"/>
    <p:sldId id="437" r:id="rId18"/>
    <p:sldId id="438" r:id="rId19"/>
    <p:sldId id="426" r:id="rId20"/>
    <p:sldId id="427" r:id="rId21"/>
    <p:sldId id="395" r:id="rId22"/>
    <p:sldId id="396" r:id="rId23"/>
    <p:sldId id="398" r:id="rId24"/>
    <p:sldId id="399" r:id="rId25"/>
    <p:sldId id="400" r:id="rId26"/>
    <p:sldId id="325" r:id="rId27"/>
    <p:sldId id="405" r:id="rId28"/>
    <p:sldId id="404" r:id="rId29"/>
    <p:sldId id="406" r:id="rId30"/>
    <p:sldId id="407" r:id="rId31"/>
    <p:sldId id="408" r:id="rId32"/>
    <p:sldId id="409" r:id="rId33"/>
    <p:sldId id="410" r:id="rId34"/>
    <p:sldId id="411" r:id="rId35"/>
    <p:sldId id="412" r:id="rId36"/>
    <p:sldId id="413" r:id="rId37"/>
    <p:sldId id="414" r:id="rId38"/>
    <p:sldId id="415" r:id="rId39"/>
    <p:sldId id="416" r:id="rId40"/>
    <p:sldId id="359" r:id="rId41"/>
    <p:sldId id="417" r:id="rId42"/>
    <p:sldId id="428" r:id="rId43"/>
    <p:sldId id="429" r:id="rId44"/>
    <p:sldId id="418" r:id="rId45"/>
    <p:sldId id="422" r:id="rId46"/>
    <p:sldId id="420" r:id="rId47"/>
    <p:sldId id="421" r:id="rId48"/>
    <p:sldId id="423" r:id="rId49"/>
    <p:sldId id="439" r:id="rId50"/>
    <p:sldId id="440" r:id="rId51"/>
    <p:sldId id="441" r:id="rId52"/>
    <p:sldId id="442" r:id="rId53"/>
    <p:sldId id="443" r:id="rId54"/>
    <p:sldId id="444" r:id="rId55"/>
    <p:sldId id="445" r:id="rId56"/>
    <p:sldId id="446" r:id="rId57"/>
    <p:sldId id="447" r:id="rId58"/>
    <p:sldId id="448" r:id="rId59"/>
    <p:sldId id="449" r:id="rId60"/>
    <p:sldId id="419" r:id="rId61"/>
    <p:sldId id="268" r:id="rId62"/>
    <p:sldId id="288" r:id="rId6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/>
            </a:lvl1pPr>
          </a:lstStyle>
          <a:p>
            <a:pPr>
              <a:defRPr/>
            </a:pPr>
            <a:fld id="{F93C0571-517D-4073-974B-22E43AD19DC1}" type="datetime1">
              <a:rPr lang="zh-CN" altLang="en-US"/>
              <a:pPr>
                <a:defRPr/>
              </a:pPr>
              <a:t>2019/10/22</a:t>
            </a:fld>
            <a:endParaRPr lang="zh-CN" altLang="en-US" sz="1200"/>
          </a:p>
        </p:txBody>
      </p:sp>
      <p:sp>
        <p:nvSpPr>
          <p:cNvPr id="286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28677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第二级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第三级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第四级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/>
            </a:lvl1pPr>
          </a:lstStyle>
          <a:p>
            <a:pPr>
              <a:defRPr/>
            </a:pPr>
            <a:fld id="{79536AA8-2B7A-4453-8753-5DA9906EF3D1}" type="slidenum">
              <a:rPr lang="zh-CN" altLang="en-US"/>
              <a:pPr>
                <a:defRPr/>
              </a:pPr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4246953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93C0571-517D-4073-974B-22E43AD19DC1}" type="datetime1">
              <a:rPr lang="zh-CN" altLang="en-US" smtClean="0"/>
              <a:pPr>
                <a:defRPr/>
              </a:pPr>
              <a:t>2019/10/22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536AA8-2B7A-4453-8753-5DA9906EF3D1}" type="slidenum">
              <a:rPr lang="zh-CN" altLang="en-US" smtClean="0"/>
              <a:pPr>
                <a:defRPr/>
              </a:pPr>
              <a:t>26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06572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24689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2417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5784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2558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0559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59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9623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6770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2101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01746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84711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62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34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881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41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4404380" y="6424291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33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17453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265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948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27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244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957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033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700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4078818" y="4149726"/>
            <a:ext cx="6913033" cy="1336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half" idx="2"/>
          </p:nvPr>
        </p:nvSpPr>
        <p:spPr>
          <a:xfrm>
            <a:off x="914401" y="6284913"/>
            <a:ext cx="1725084" cy="457200"/>
          </a:xfrm>
        </p:spPr>
        <p:txBody>
          <a:bodyPr/>
          <a:lstStyle>
            <a:lvl1pPr>
              <a:defRPr/>
            </a:lvl1pPr>
          </a:lstStyle>
          <a:p>
            <a:fld id="{314E5320-DDFD-49FF-A3EA-0B29AEE67547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18944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927351" y="6202363"/>
            <a:ext cx="6817783" cy="5397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51D635C-56A2-40F5-B0BA-DEDEDAACF2A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89446" name="Oval 6"/>
          <p:cNvSpPr>
            <a:spLocks noChangeArrowheads="1"/>
          </p:cNvSpPr>
          <p:nvPr/>
        </p:nvSpPr>
        <p:spPr bwMode="auto">
          <a:xfrm>
            <a:off x="304800" y="1635125"/>
            <a:ext cx="33528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>
              <a:latin typeface="Arial" charset="0"/>
            </a:endParaRPr>
          </a:p>
        </p:txBody>
      </p:sp>
      <p:sp>
        <p:nvSpPr>
          <p:cNvPr id="189447" name="Rectangle 7"/>
          <p:cNvSpPr>
            <a:spLocks noChangeArrowheads="1"/>
          </p:cNvSpPr>
          <p:nvPr/>
        </p:nvSpPr>
        <p:spPr bwMode="hidden">
          <a:xfrm>
            <a:off x="0" y="2397125"/>
            <a:ext cx="6299200" cy="1143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/>
          </a:p>
        </p:txBody>
      </p:sp>
      <p:sp>
        <p:nvSpPr>
          <p:cNvPr id="189448" name="Rectangle 8"/>
          <p:cNvSpPr>
            <a:spLocks noChangeArrowheads="1"/>
          </p:cNvSpPr>
          <p:nvPr/>
        </p:nvSpPr>
        <p:spPr bwMode="hidden">
          <a:xfrm>
            <a:off x="5283200" y="2397125"/>
            <a:ext cx="62992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/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1117600" y="2163763"/>
            <a:ext cx="9874251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89450" name="Picture 10" descr="tow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22785" y="188914"/>
            <a:ext cx="2654300" cy="1095375"/>
          </a:xfrm>
          <a:prstGeom prst="rect">
            <a:avLst/>
          </a:prstGeom>
          <a:noFill/>
        </p:spPr>
      </p:pic>
      <p:pic>
        <p:nvPicPr>
          <p:cNvPr id="189451" name="Picture 11" descr="NJU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6551" y="260351"/>
            <a:ext cx="3071283" cy="904875"/>
          </a:xfrm>
          <a:prstGeom prst="rect">
            <a:avLst/>
          </a:prstGeom>
          <a:noFill/>
        </p:spPr>
      </p:pic>
      <p:pic>
        <p:nvPicPr>
          <p:cNvPr id="189452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051" y="6092826"/>
            <a:ext cx="12156016" cy="28575"/>
          </a:xfrm>
          <a:prstGeom prst="rect">
            <a:avLst/>
          </a:prstGeom>
          <a:noFill/>
        </p:spPr>
      </p:pic>
      <p:pic>
        <p:nvPicPr>
          <p:cNvPr id="189453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" y="1268414"/>
            <a:ext cx="12156017" cy="28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3013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D1FD49-9071-4B72-8783-B51B65A6C151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28CA3-9668-437A-8B46-F616277CD5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4087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18FFA7-1F26-4D54-84DE-D2CB78505022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945EB-CF5B-4B6C-A7FD-F1EFE6933D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48028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4418" y="1484313"/>
            <a:ext cx="5325533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53152" y="1484313"/>
            <a:ext cx="5327649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4B31DA-D6F8-4B3F-83CB-51ACE99F69B2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5941EC-9B6D-4F5D-8EA8-7AEEEC8FD1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858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93F1E3-6708-441B-8F57-FF2CF1996C12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E98B9-16F3-49E6-B1CE-80E2ECCA8F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24930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B84840-6087-4AF7-B07F-E5869CF5C23D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5F3866-699E-4CF3-A119-C6FD0D195A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5743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AC0D5-345C-4134-9FD8-4FC0E27126D0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7D281B-A9F2-414F-9760-76C46C99C3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822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8DC900-E7BD-4350-85AD-CA0400CB642E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E8B56C-84E1-4A4C-8203-9DD79F33C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3934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1876BD-24CE-4135-8487-982B1B1499E5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6C0A-14E6-40CC-A710-E163476322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33237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9D7CF4-0A2D-4AC5-A427-03F19F45A70D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8D00BC-2A52-4030-964B-89DEA86CED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9262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7234" y="404813"/>
            <a:ext cx="2713567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4417" y="404813"/>
            <a:ext cx="7939616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FBA0EB-4B55-4511-B38A-B4923C5F89F9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46B8CD-2634-4926-8EBC-6FB656478D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8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 Light" pitchFamily="34" charset="0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86DBA-00BD-4CF4-A6CE-86037B60D068}" type="datetimeFigureOut">
              <a:rPr lang="zh-CN" altLang="en-US" smtClean="0"/>
              <a:t>2019/10/22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93D42-9C82-4196-9EAA-4B4CE2CCA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77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0" y="1125538"/>
            <a:ext cx="28448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/>
          </a:p>
        </p:txBody>
      </p:sp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1930400" y="1125538"/>
            <a:ext cx="9652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/>
          </a:p>
        </p:txBody>
      </p:sp>
      <p:sp>
        <p:nvSpPr>
          <p:cNvPr id="18842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390651" y="404813"/>
            <a:ext cx="7488767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8842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8" y="1484313"/>
            <a:ext cx="10856383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pic>
        <p:nvPicPr>
          <p:cNvPr id="188422" name="Picture 6" descr="tow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722785" y="188914"/>
            <a:ext cx="2654300" cy="1095375"/>
          </a:xfrm>
          <a:prstGeom prst="rect">
            <a:avLst/>
          </a:prstGeom>
          <a:noFill/>
        </p:spPr>
      </p:pic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4917" y="6284913"/>
            <a:ext cx="17250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600">
                <a:latin typeface="+mn-lt"/>
              </a:defRPr>
            </a:lvl1pPr>
          </a:lstStyle>
          <a:p>
            <a:fld id="{B3433594-51D4-4F35-9BC4-3F2CDB3359E1}" type="datetime1">
              <a:rPr lang="zh-CN" altLang="en-US"/>
              <a:pPr/>
              <a:t>2019/10/22</a:t>
            </a:fld>
            <a:endParaRPr lang="en-US" altLang="zh-CN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34733" y="6202363"/>
            <a:ext cx="7010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latin typeface="+mn-lt"/>
              </a:defRPr>
            </a:lvl1pPr>
          </a:lstStyle>
          <a:p>
            <a:r>
              <a:rPr lang="en-US" altLang="zh-CN"/>
              <a:t> Institute of Computer Software</a:t>
            </a:r>
          </a:p>
          <a:p>
            <a:r>
              <a:rPr lang="en-US" altLang="zh-CN"/>
              <a:t>Nanjing University</a:t>
            </a:r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3000" y="6284913"/>
            <a:ext cx="124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+mn-lt"/>
              </a:defRPr>
            </a:lvl1pPr>
          </a:lstStyle>
          <a:p>
            <a:fld id="{F2D024EB-E688-4F94-9D6D-0BDE28FD91DF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188426" name="Picture 10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9051" y="6092826"/>
            <a:ext cx="12156016" cy="28575"/>
          </a:xfrm>
          <a:prstGeom prst="rect">
            <a:avLst/>
          </a:prstGeom>
          <a:noFill/>
        </p:spPr>
      </p:pic>
      <p:pic>
        <p:nvPicPr>
          <p:cNvPr id="188427" name="Picture 11" descr="校徽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08517" y="261939"/>
            <a:ext cx="886883" cy="790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559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447675" indent="-44767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400">
          <a:solidFill>
            <a:schemeClr val="tx1"/>
          </a:solidFill>
          <a:latin typeface="+mn-lt"/>
          <a:ea typeface="+mn-ea"/>
        </a:defRPr>
      </a:lvl2pPr>
      <a:lvl3pPr marL="1293813" indent="-4032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681163" indent="-385763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4pPr>
      <a:lvl5pPr marL="20701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7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5"/>
          <p:cNvSpPr>
            <a:spLocks noChangeArrowheads="1"/>
          </p:cNvSpPr>
          <p:nvPr/>
        </p:nvSpPr>
        <p:spPr bwMode="auto">
          <a:xfrm rot="-1251912">
            <a:off x="2253161" y="1617852"/>
            <a:ext cx="741776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5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     </a:t>
            </a:r>
            <a:r>
              <a:rPr lang="zh-CN" altLang="en-US" sz="5400" b="1" dirty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软件</a:t>
            </a:r>
            <a:r>
              <a:rPr lang="zh-CN" altLang="en-US" sz="5400" b="1" dirty="0" smtClean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设计的质量</a:t>
            </a:r>
            <a:r>
              <a:rPr lang="en-US" altLang="zh-CN" sz="5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  </a:t>
            </a:r>
          </a:p>
          <a:p>
            <a:pPr>
              <a:buFont typeface="Arial" pitchFamily="34" charset="0"/>
              <a:buNone/>
            </a:pPr>
            <a:r>
              <a:rPr lang="en-US" altLang="zh-CN" sz="5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 </a:t>
            </a:r>
            <a:r>
              <a:rPr lang="en-US" altLang="zh-CN" sz="4000" b="1" dirty="0">
                <a:solidFill>
                  <a:srgbClr val="FFA146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Q</a:t>
            </a:r>
            <a:r>
              <a:rPr lang="en-US" altLang="zh-CN" sz="4000" b="1" dirty="0" smtClean="0">
                <a:solidFill>
                  <a:srgbClr val="FFA146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uality of software design</a:t>
            </a:r>
            <a:endParaRPr lang="zh-CN" altLang="en-US" sz="4000" dirty="0"/>
          </a:p>
        </p:txBody>
      </p:sp>
      <p:sp>
        <p:nvSpPr>
          <p:cNvPr id="1028" name="文本框 7"/>
          <p:cNvSpPr>
            <a:spLocks noChangeArrowheads="1"/>
          </p:cNvSpPr>
          <p:nvPr/>
        </p:nvSpPr>
        <p:spPr bwMode="auto">
          <a:xfrm rot="-1251914">
            <a:off x="5579234" y="3339529"/>
            <a:ext cx="284860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汇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报人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151220003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曹阳</a:t>
            </a:r>
            <a:endParaRPr 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buFont typeface="Arial" pitchFamily="34" charset="0"/>
              <a:buNone/>
            </a:pPr>
            <a:r>
              <a:rPr lang="en-US" altLang="zh-CN" sz="1600" kern="0" dirty="0" smtClean="0">
                <a:solidFill>
                  <a:schemeClr val="bg1"/>
                </a:solidFill>
                <a:latin typeface="Arial" charset="0"/>
                <a:ea typeface="微软雅黑" pitchFamily="34" charset="-122"/>
                <a:cs typeface="Arial" charset="0"/>
              </a:rPr>
              <a:t>            161220162  </a:t>
            </a:r>
            <a:r>
              <a:rPr lang="zh-CN" altLang="en-US" sz="1600" kern="0" dirty="0" smtClean="0">
                <a:solidFill>
                  <a:schemeClr val="bg1"/>
                </a:solidFill>
                <a:latin typeface="Arial" charset="0"/>
                <a:ea typeface="微软雅黑" pitchFamily="34" charset="-122"/>
                <a:cs typeface="Arial" charset="0"/>
              </a:rPr>
              <a:t>贠</a:t>
            </a:r>
            <a:r>
              <a:rPr lang="zh-CN" altLang="en-US" sz="1600" kern="0" dirty="0">
                <a:solidFill>
                  <a:schemeClr val="bg1"/>
                </a:solidFill>
                <a:latin typeface="Arial" charset="0"/>
                <a:ea typeface="微软雅黑" pitchFamily="34" charset="-122"/>
                <a:cs typeface="Arial" charset="0"/>
              </a:rPr>
              <a:t>晓鹏</a:t>
            </a:r>
          </a:p>
          <a:p>
            <a:pPr>
              <a:buFont typeface="Arial" pitchFamily="34" charset="0"/>
              <a:buNone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          131220155  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刘毅</a:t>
            </a:r>
          </a:p>
          <a:p>
            <a:pPr>
              <a:buFont typeface="Arial" pitchFamily="34" charset="0"/>
              <a:buNone/>
            </a:pP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9" name="KSO_Shape"/>
          <p:cNvSpPr>
            <a:spLocks noChangeArrowheads="1"/>
          </p:cNvSpPr>
          <p:nvPr/>
        </p:nvSpPr>
        <p:spPr bwMode="auto">
          <a:xfrm>
            <a:off x="6832600" y="5048250"/>
            <a:ext cx="1524000" cy="1612900"/>
          </a:xfrm>
          <a:custGeom>
            <a:avLst/>
            <a:gdLst>
              <a:gd name="T0" fmla="*/ 2147483647 w 3476"/>
              <a:gd name="T1" fmla="*/ 2147483647 h 3680"/>
              <a:gd name="T2" fmla="*/ 2147483647 w 3476"/>
              <a:gd name="T3" fmla="*/ 2147483647 h 3680"/>
              <a:gd name="T4" fmla="*/ 2147483647 w 3476"/>
              <a:gd name="T5" fmla="*/ 2147483647 h 3680"/>
              <a:gd name="T6" fmla="*/ 2147483647 w 3476"/>
              <a:gd name="T7" fmla="*/ 2147483647 h 3680"/>
              <a:gd name="T8" fmla="*/ 2147483647 w 3476"/>
              <a:gd name="T9" fmla="*/ 2147483647 h 3680"/>
              <a:gd name="T10" fmla="*/ 2147483647 w 3476"/>
              <a:gd name="T11" fmla="*/ 2147483647 h 3680"/>
              <a:gd name="T12" fmla="*/ 2147483647 w 3476"/>
              <a:gd name="T13" fmla="*/ 2147483647 h 3680"/>
              <a:gd name="T14" fmla="*/ 2147483647 w 3476"/>
              <a:gd name="T15" fmla="*/ 2147483647 h 3680"/>
              <a:gd name="T16" fmla="*/ 2147483647 w 3476"/>
              <a:gd name="T17" fmla="*/ 2147483647 h 3680"/>
              <a:gd name="T18" fmla="*/ 2147483647 w 3476"/>
              <a:gd name="T19" fmla="*/ 2147483647 h 3680"/>
              <a:gd name="T20" fmla="*/ 2147483647 w 3476"/>
              <a:gd name="T21" fmla="*/ 2147483647 h 3680"/>
              <a:gd name="T22" fmla="*/ 2147483647 w 3476"/>
              <a:gd name="T23" fmla="*/ 2147483647 h 3680"/>
              <a:gd name="T24" fmla="*/ 2147483647 w 3476"/>
              <a:gd name="T25" fmla="*/ 2147483647 h 3680"/>
              <a:gd name="T26" fmla="*/ 2147483647 w 3476"/>
              <a:gd name="T27" fmla="*/ 2147483647 h 3680"/>
              <a:gd name="T28" fmla="*/ 2147483647 w 3476"/>
              <a:gd name="T29" fmla="*/ 2147483647 h 3680"/>
              <a:gd name="T30" fmla="*/ 2147483647 w 3476"/>
              <a:gd name="T31" fmla="*/ 2147483647 h 3680"/>
              <a:gd name="T32" fmla="*/ 2147483647 w 3476"/>
              <a:gd name="T33" fmla="*/ 2147483647 h 3680"/>
              <a:gd name="T34" fmla="*/ 2147483647 w 3476"/>
              <a:gd name="T35" fmla="*/ 2147483647 h 3680"/>
              <a:gd name="T36" fmla="*/ 0 w 3476"/>
              <a:gd name="T37" fmla="*/ 2147483647 h 3680"/>
              <a:gd name="T38" fmla="*/ 2147483647 w 3476"/>
              <a:gd name="T39" fmla="*/ 2147483647 h 3680"/>
              <a:gd name="T40" fmla="*/ 2147483647 w 3476"/>
              <a:gd name="T41" fmla="*/ 2147483647 h 3680"/>
              <a:gd name="T42" fmla="*/ 2147483647 w 3476"/>
              <a:gd name="T43" fmla="*/ 2147483647 h 3680"/>
              <a:gd name="T44" fmla="*/ 2147483647 w 3476"/>
              <a:gd name="T45" fmla="*/ 375932804 h 3680"/>
              <a:gd name="T46" fmla="*/ 2147483647 w 3476"/>
              <a:gd name="T47" fmla="*/ 2147483647 h 3680"/>
              <a:gd name="T48" fmla="*/ 0 w 3476"/>
              <a:gd name="T49" fmla="*/ 2147483647 h 3680"/>
              <a:gd name="T50" fmla="*/ 2147483647 w 3476"/>
              <a:gd name="T51" fmla="*/ 2147483647 h 3680"/>
              <a:gd name="T52" fmla="*/ 2147483647 w 3476"/>
              <a:gd name="T53" fmla="*/ 2147483647 h 3680"/>
              <a:gd name="T54" fmla="*/ 2147483647 w 3476"/>
              <a:gd name="T55" fmla="*/ 2147483647 h 3680"/>
              <a:gd name="T56" fmla="*/ 2147483647 w 3476"/>
              <a:gd name="T57" fmla="*/ 2147483647 h 3680"/>
              <a:gd name="T58" fmla="*/ 2147483647 w 3476"/>
              <a:gd name="T59" fmla="*/ 2147483647 h 3680"/>
              <a:gd name="T60" fmla="*/ 2147483647 w 3476"/>
              <a:gd name="T61" fmla="*/ 2147483647 h 3680"/>
              <a:gd name="T62" fmla="*/ 2147483647 w 3476"/>
              <a:gd name="T63" fmla="*/ 2147483647 h 3680"/>
              <a:gd name="T64" fmla="*/ 2147483647 w 3476"/>
              <a:gd name="T65" fmla="*/ 2147483647 h 3680"/>
              <a:gd name="T66" fmla="*/ 2147483647 w 3476"/>
              <a:gd name="T67" fmla="*/ 2147483647 h 3680"/>
              <a:gd name="T68" fmla="*/ 2147483647 w 3476"/>
              <a:gd name="T69" fmla="*/ 2147483647 h 3680"/>
              <a:gd name="T70" fmla="*/ 2147483647 w 3476"/>
              <a:gd name="T71" fmla="*/ 2147483647 h 3680"/>
              <a:gd name="T72" fmla="*/ 2147483647 w 3476"/>
              <a:gd name="T73" fmla="*/ 2147483647 h 368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3476"/>
              <a:gd name="T112" fmla="*/ 0 h 3680"/>
              <a:gd name="T113" fmla="*/ 3476 w 3476"/>
              <a:gd name="T114" fmla="*/ 3680 h 3680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3476" h="3680">
                <a:moveTo>
                  <a:pt x="1280" y="921"/>
                </a:moveTo>
                <a:cubicBezTo>
                  <a:pt x="1329" y="985"/>
                  <a:pt x="1340" y="1066"/>
                  <a:pt x="1318" y="1137"/>
                </a:cubicBezTo>
                <a:cubicBezTo>
                  <a:pt x="1477" y="1346"/>
                  <a:pt x="1477" y="1346"/>
                  <a:pt x="1477" y="1346"/>
                </a:cubicBezTo>
                <a:cubicBezTo>
                  <a:pt x="2227" y="777"/>
                  <a:pt x="2227" y="777"/>
                  <a:pt x="2227" y="777"/>
                </a:cubicBezTo>
                <a:cubicBezTo>
                  <a:pt x="2522" y="1184"/>
                  <a:pt x="2497" y="1730"/>
                  <a:pt x="2195" y="2107"/>
                </a:cubicBezTo>
                <a:cubicBezTo>
                  <a:pt x="3077" y="3044"/>
                  <a:pt x="3077" y="3044"/>
                  <a:pt x="3077" y="3044"/>
                </a:cubicBezTo>
                <a:cubicBezTo>
                  <a:pt x="3476" y="3044"/>
                  <a:pt x="3476" y="3044"/>
                  <a:pt x="3476" y="3044"/>
                </a:cubicBezTo>
                <a:cubicBezTo>
                  <a:pt x="3476" y="3680"/>
                  <a:pt x="3476" y="3680"/>
                  <a:pt x="3476" y="3680"/>
                </a:cubicBezTo>
                <a:cubicBezTo>
                  <a:pt x="1431" y="3680"/>
                  <a:pt x="1431" y="3680"/>
                  <a:pt x="1431" y="3680"/>
                </a:cubicBezTo>
                <a:cubicBezTo>
                  <a:pt x="1431" y="3044"/>
                  <a:pt x="1431" y="3044"/>
                  <a:pt x="1431" y="3044"/>
                </a:cubicBezTo>
                <a:cubicBezTo>
                  <a:pt x="1566" y="3044"/>
                  <a:pt x="1566" y="3044"/>
                  <a:pt x="1566" y="3044"/>
                </a:cubicBezTo>
                <a:cubicBezTo>
                  <a:pt x="1566" y="2494"/>
                  <a:pt x="1566" y="2494"/>
                  <a:pt x="1566" y="2494"/>
                </a:cubicBezTo>
                <a:cubicBezTo>
                  <a:pt x="1171" y="2577"/>
                  <a:pt x="746" y="2438"/>
                  <a:pt x="480" y="2102"/>
                </a:cubicBezTo>
                <a:cubicBezTo>
                  <a:pt x="1251" y="1517"/>
                  <a:pt x="1251" y="1517"/>
                  <a:pt x="1251" y="1517"/>
                </a:cubicBezTo>
                <a:cubicBezTo>
                  <a:pt x="1090" y="1304"/>
                  <a:pt x="1090" y="1304"/>
                  <a:pt x="1090" y="1304"/>
                </a:cubicBezTo>
                <a:cubicBezTo>
                  <a:pt x="1018" y="1304"/>
                  <a:pt x="947" y="1272"/>
                  <a:pt x="900" y="1210"/>
                </a:cubicBezTo>
                <a:cubicBezTo>
                  <a:pt x="820" y="1105"/>
                  <a:pt x="841" y="955"/>
                  <a:pt x="946" y="875"/>
                </a:cubicBezTo>
                <a:cubicBezTo>
                  <a:pt x="1051" y="796"/>
                  <a:pt x="1201" y="816"/>
                  <a:pt x="1280" y="921"/>
                </a:cubicBezTo>
                <a:close/>
                <a:moveTo>
                  <a:pt x="0" y="851"/>
                </a:moveTo>
                <a:cubicBezTo>
                  <a:pt x="217" y="914"/>
                  <a:pt x="217" y="914"/>
                  <a:pt x="217" y="914"/>
                </a:cubicBezTo>
                <a:cubicBezTo>
                  <a:pt x="286" y="678"/>
                  <a:pt x="401" y="506"/>
                  <a:pt x="562" y="394"/>
                </a:cubicBezTo>
                <a:cubicBezTo>
                  <a:pt x="726" y="281"/>
                  <a:pt x="940" y="227"/>
                  <a:pt x="1202" y="230"/>
                </a:cubicBezTo>
                <a:cubicBezTo>
                  <a:pt x="1204" y="4"/>
                  <a:pt x="1204" y="4"/>
                  <a:pt x="1204" y="4"/>
                </a:cubicBezTo>
                <a:cubicBezTo>
                  <a:pt x="894" y="0"/>
                  <a:pt x="636" y="68"/>
                  <a:pt x="434" y="208"/>
                </a:cubicBezTo>
                <a:cubicBezTo>
                  <a:pt x="229" y="350"/>
                  <a:pt x="84" y="564"/>
                  <a:pt x="0" y="851"/>
                </a:cubicBezTo>
                <a:close/>
                <a:moveTo>
                  <a:pt x="447" y="899"/>
                </a:moveTo>
                <a:cubicBezTo>
                  <a:pt x="665" y="962"/>
                  <a:pt x="665" y="962"/>
                  <a:pt x="665" y="962"/>
                </a:cubicBezTo>
                <a:cubicBezTo>
                  <a:pt x="698" y="848"/>
                  <a:pt x="753" y="765"/>
                  <a:pt x="830" y="712"/>
                </a:cubicBezTo>
                <a:cubicBezTo>
                  <a:pt x="908" y="657"/>
                  <a:pt x="1013" y="631"/>
                  <a:pt x="1143" y="633"/>
                </a:cubicBezTo>
                <a:cubicBezTo>
                  <a:pt x="1145" y="406"/>
                  <a:pt x="1145" y="406"/>
                  <a:pt x="1145" y="406"/>
                </a:cubicBezTo>
                <a:cubicBezTo>
                  <a:pt x="967" y="405"/>
                  <a:pt x="819" y="444"/>
                  <a:pt x="701" y="526"/>
                </a:cubicBezTo>
                <a:cubicBezTo>
                  <a:pt x="581" y="609"/>
                  <a:pt x="496" y="733"/>
                  <a:pt x="447" y="899"/>
                </a:cubicBezTo>
                <a:close/>
                <a:moveTo>
                  <a:pt x="2527" y="3044"/>
                </a:moveTo>
                <a:cubicBezTo>
                  <a:pt x="1970" y="2452"/>
                  <a:pt x="1970" y="2452"/>
                  <a:pt x="1970" y="2452"/>
                </a:cubicBezTo>
                <a:cubicBezTo>
                  <a:pt x="1967" y="2453"/>
                  <a:pt x="1967" y="2453"/>
                  <a:pt x="1967" y="2453"/>
                </a:cubicBezTo>
                <a:cubicBezTo>
                  <a:pt x="1967" y="3044"/>
                  <a:pt x="1967" y="3044"/>
                  <a:pt x="1967" y="3044"/>
                </a:cubicBezTo>
                <a:lnTo>
                  <a:pt x="2527" y="3044"/>
                </a:lnTo>
                <a:close/>
              </a:path>
            </a:pathLst>
          </a:cu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030" name="KSO_Shape"/>
          <p:cNvSpPr>
            <a:spLocks noChangeArrowheads="1"/>
          </p:cNvSpPr>
          <p:nvPr/>
        </p:nvSpPr>
        <p:spPr bwMode="auto">
          <a:xfrm rot="402569">
            <a:off x="1146175" y="5064125"/>
            <a:ext cx="1114425" cy="1425575"/>
          </a:xfrm>
          <a:custGeom>
            <a:avLst/>
            <a:gdLst>
              <a:gd name="T0" fmla="*/ 200960 w 10771844"/>
              <a:gd name="T1" fmla="*/ 836609 h 13782676"/>
              <a:gd name="T2" fmla="*/ 18823 w 10771844"/>
              <a:gd name="T3" fmla="*/ 890188 h 13782676"/>
              <a:gd name="T4" fmla="*/ 97802 w 10771844"/>
              <a:gd name="T5" fmla="*/ 807006 h 13782676"/>
              <a:gd name="T6" fmla="*/ 509318 w 10771844"/>
              <a:gd name="T7" fmla="*/ 379628 h 13782676"/>
              <a:gd name="T8" fmla="*/ 750895 w 10771844"/>
              <a:gd name="T9" fmla="*/ 765161 h 13782676"/>
              <a:gd name="T10" fmla="*/ 992860 w 10771844"/>
              <a:gd name="T11" fmla="*/ 379628 h 13782676"/>
              <a:gd name="T12" fmla="*/ 1114425 w 10771844"/>
              <a:gd name="T13" fmla="*/ 793115 h 13782676"/>
              <a:gd name="T14" fmla="*/ 950137 w 10771844"/>
              <a:gd name="T15" fmla="*/ 795056 h 13782676"/>
              <a:gd name="T16" fmla="*/ 796724 w 10771844"/>
              <a:gd name="T17" fmla="*/ 1136717 h 13782676"/>
              <a:gd name="T18" fmla="*/ 965284 w 10771844"/>
              <a:gd name="T19" fmla="*/ 1395680 h 13782676"/>
              <a:gd name="T20" fmla="*/ 945865 w 10771844"/>
              <a:gd name="T21" fmla="*/ 1425187 h 13782676"/>
              <a:gd name="T22" fmla="*/ 774975 w 10771844"/>
              <a:gd name="T23" fmla="*/ 1193013 h 13782676"/>
              <a:gd name="T24" fmla="*/ 766430 w 10771844"/>
              <a:gd name="T25" fmla="*/ 1424022 h 13782676"/>
              <a:gd name="T26" fmla="*/ 712444 w 10771844"/>
              <a:gd name="T27" fmla="*/ 1411210 h 13782676"/>
              <a:gd name="T28" fmla="*/ 534563 w 10771844"/>
              <a:gd name="T29" fmla="*/ 1415481 h 13782676"/>
              <a:gd name="T30" fmla="*/ 448341 w 10771844"/>
              <a:gd name="T31" fmla="*/ 1420916 h 13782676"/>
              <a:gd name="T32" fmla="*/ 698851 w 10771844"/>
              <a:gd name="T33" fmla="*/ 1113810 h 13782676"/>
              <a:gd name="T34" fmla="*/ 701570 w 10771844"/>
              <a:gd name="T35" fmla="*/ 892895 h 13782676"/>
              <a:gd name="T36" fmla="*/ 640593 w 10771844"/>
              <a:gd name="T37" fmla="*/ 857564 h 13782676"/>
              <a:gd name="T38" fmla="*/ 203269 w 10771844"/>
              <a:gd name="T39" fmla="*/ 836211 h 13782676"/>
              <a:gd name="T40" fmla="*/ 541554 w 10771844"/>
              <a:gd name="T41" fmla="*/ 795056 h 13782676"/>
              <a:gd name="T42" fmla="*/ 155109 w 10771844"/>
              <a:gd name="T43" fmla="*/ 793115 h 13782676"/>
              <a:gd name="T44" fmla="*/ 749159 w 10771844"/>
              <a:gd name="T45" fmla="*/ 282915 h 13782676"/>
              <a:gd name="T46" fmla="*/ 749159 w 10771844"/>
              <a:gd name="T47" fmla="*/ 709996 h 13782676"/>
              <a:gd name="T48" fmla="*/ 749159 w 10771844"/>
              <a:gd name="T49" fmla="*/ 282915 h 13782676"/>
              <a:gd name="T50" fmla="*/ 900833 w 10771844"/>
              <a:gd name="T51" fmla="*/ 220464 h 13782676"/>
              <a:gd name="T52" fmla="*/ 1114425 w 10771844"/>
              <a:gd name="T53" fmla="*/ 343504 h 13782676"/>
              <a:gd name="T54" fmla="*/ 754425 w 10771844"/>
              <a:gd name="T55" fmla="*/ 237154 h 13782676"/>
              <a:gd name="T56" fmla="*/ 148211 w 10771844"/>
              <a:gd name="T57" fmla="*/ 343504 h 13782676"/>
              <a:gd name="T58" fmla="*/ 148211 w 10771844"/>
              <a:gd name="T59" fmla="*/ 220464 h 13782676"/>
              <a:gd name="T60" fmla="*/ 284522 w 10771844"/>
              <a:gd name="T61" fmla="*/ 101693 h 13782676"/>
              <a:gd name="T62" fmla="*/ 580056 w 10771844"/>
              <a:gd name="T63" fmla="*/ 220464 h 1378267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0771844"/>
              <a:gd name="T97" fmla="*/ 0 h 13782676"/>
              <a:gd name="T98" fmla="*/ 10771844 w 10771844"/>
              <a:gd name="T99" fmla="*/ 13782676 h 1378267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0771844" h="13782676">
                <a:moveTo>
                  <a:pt x="945340" y="7802257"/>
                </a:moveTo>
                <a:cubicBezTo>
                  <a:pt x="1823502" y="7815886"/>
                  <a:pt x="1942449" y="8088467"/>
                  <a:pt x="1942449" y="8088467"/>
                </a:cubicBezTo>
                <a:cubicBezTo>
                  <a:pt x="1942449" y="8088467"/>
                  <a:pt x="1942449" y="8088467"/>
                  <a:pt x="1961218" y="8339963"/>
                </a:cubicBezTo>
                <a:cubicBezTo>
                  <a:pt x="1799807" y="8839201"/>
                  <a:pt x="181941" y="8606474"/>
                  <a:pt x="181941" y="8606474"/>
                </a:cubicBezTo>
                <a:cubicBezTo>
                  <a:pt x="-242232" y="8197323"/>
                  <a:pt x="208218" y="7840725"/>
                  <a:pt x="208218" y="7840725"/>
                </a:cubicBezTo>
                <a:cubicBezTo>
                  <a:pt x="499602" y="7809757"/>
                  <a:pt x="742687" y="7799112"/>
                  <a:pt x="945340" y="7802257"/>
                </a:cubicBezTo>
                <a:close/>
                <a:moveTo>
                  <a:pt x="1499256" y="3670300"/>
                </a:moveTo>
                <a:cubicBezTo>
                  <a:pt x="1499256" y="3670300"/>
                  <a:pt x="1499256" y="3670300"/>
                  <a:pt x="4922981" y="3670300"/>
                </a:cubicBezTo>
                <a:cubicBezTo>
                  <a:pt x="4757801" y="4011884"/>
                  <a:pt x="4660195" y="4394758"/>
                  <a:pt x="4660195" y="4800154"/>
                </a:cubicBezTo>
                <a:cubicBezTo>
                  <a:pt x="4660195" y="6234054"/>
                  <a:pt x="5823961" y="7397690"/>
                  <a:pt x="7258021" y="7397690"/>
                </a:cubicBezTo>
                <a:cubicBezTo>
                  <a:pt x="8692082" y="7397690"/>
                  <a:pt x="9855847" y="6234054"/>
                  <a:pt x="9855847" y="4800154"/>
                </a:cubicBezTo>
                <a:cubicBezTo>
                  <a:pt x="9855847" y="4394758"/>
                  <a:pt x="9761995" y="4011884"/>
                  <a:pt x="9596815" y="3670300"/>
                </a:cubicBezTo>
                <a:cubicBezTo>
                  <a:pt x="9596815" y="3670300"/>
                  <a:pt x="9596815" y="3670300"/>
                  <a:pt x="10771844" y="3670300"/>
                </a:cubicBezTo>
                <a:cubicBezTo>
                  <a:pt x="10771844" y="3670300"/>
                  <a:pt x="10771844" y="3670300"/>
                  <a:pt x="10771844" y="7667954"/>
                </a:cubicBezTo>
                <a:cubicBezTo>
                  <a:pt x="10771844" y="7667954"/>
                  <a:pt x="10771844" y="7667954"/>
                  <a:pt x="8962376" y="7667954"/>
                </a:cubicBezTo>
                <a:cubicBezTo>
                  <a:pt x="8962376" y="7667954"/>
                  <a:pt x="8962376" y="7667954"/>
                  <a:pt x="9183867" y="7686723"/>
                </a:cubicBezTo>
                <a:cubicBezTo>
                  <a:pt x="9183867" y="7686723"/>
                  <a:pt x="9183867" y="7686723"/>
                  <a:pt x="7701003" y="8628893"/>
                </a:cubicBezTo>
                <a:cubicBezTo>
                  <a:pt x="7701003" y="8628893"/>
                  <a:pt x="7701003" y="8628893"/>
                  <a:pt x="7701003" y="10989949"/>
                </a:cubicBezTo>
                <a:cubicBezTo>
                  <a:pt x="7701003" y="11046254"/>
                  <a:pt x="7689741" y="11095051"/>
                  <a:pt x="7667217" y="11143849"/>
                </a:cubicBezTo>
                <a:cubicBezTo>
                  <a:pt x="7667217" y="11143849"/>
                  <a:pt x="7667217" y="11143849"/>
                  <a:pt x="9330275" y="13493644"/>
                </a:cubicBezTo>
                <a:cubicBezTo>
                  <a:pt x="9371571" y="13549949"/>
                  <a:pt x="9480439" y="13763908"/>
                  <a:pt x="9457915" y="13782676"/>
                </a:cubicBezTo>
                <a:cubicBezTo>
                  <a:pt x="9457915" y="13782676"/>
                  <a:pt x="9457915" y="13782676"/>
                  <a:pt x="9142572" y="13778922"/>
                </a:cubicBezTo>
                <a:cubicBezTo>
                  <a:pt x="9097523" y="13771415"/>
                  <a:pt x="9067490" y="13763908"/>
                  <a:pt x="9029949" y="13707603"/>
                </a:cubicBezTo>
                <a:cubicBezTo>
                  <a:pt x="9029949" y="13707603"/>
                  <a:pt x="9029949" y="13707603"/>
                  <a:pt x="7490775" y="11534230"/>
                </a:cubicBezTo>
                <a:cubicBezTo>
                  <a:pt x="7490775" y="11534230"/>
                  <a:pt x="7490775" y="11534230"/>
                  <a:pt x="7490775" y="13643790"/>
                </a:cubicBezTo>
                <a:cubicBezTo>
                  <a:pt x="7490775" y="13711356"/>
                  <a:pt x="7456988" y="13767661"/>
                  <a:pt x="7408185" y="13767661"/>
                </a:cubicBezTo>
                <a:cubicBezTo>
                  <a:pt x="7408185" y="13767661"/>
                  <a:pt x="7408185" y="13767661"/>
                  <a:pt x="6968957" y="13767661"/>
                </a:cubicBezTo>
                <a:cubicBezTo>
                  <a:pt x="6923908" y="13767661"/>
                  <a:pt x="6886367" y="13711356"/>
                  <a:pt x="6886367" y="13643790"/>
                </a:cubicBezTo>
                <a:cubicBezTo>
                  <a:pt x="6886367" y="13643790"/>
                  <a:pt x="6886367" y="13643790"/>
                  <a:pt x="6886367" y="11564259"/>
                </a:cubicBezTo>
                <a:cubicBezTo>
                  <a:pt x="6886367" y="11564259"/>
                  <a:pt x="6886367" y="11564259"/>
                  <a:pt x="5166996" y="13685081"/>
                </a:cubicBezTo>
                <a:cubicBezTo>
                  <a:pt x="5121947" y="13745139"/>
                  <a:pt x="5088160" y="13737632"/>
                  <a:pt x="5020587" y="13737632"/>
                </a:cubicBezTo>
                <a:cubicBezTo>
                  <a:pt x="5020587" y="13737632"/>
                  <a:pt x="5020587" y="13737632"/>
                  <a:pt x="4333590" y="13737632"/>
                </a:cubicBezTo>
                <a:cubicBezTo>
                  <a:pt x="4296049" y="13707603"/>
                  <a:pt x="4648933" y="13362265"/>
                  <a:pt x="4697736" y="13302207"/>
                </a:cubicBezTo>
                <a:cubicBezTo>
                  <a:pt x="4697736" y="13302207"/>
                  <a:pt x="4697736" y="13302207"/>
                  <a:pt x="6754974" y="10768483"/>
                </a:cubicBezTo>
                <a:cubicBezTo>
                  <a:pt x="6754974" y="10768483"/>
                  <a:pt x="6754974" y="10768483"/>
                  <a:pt x="6781253" y="10738453"/>
                </a:cubicBezTo>
                <a:cubicBezTo>
                  <a:pt x="6781253" y="10738453"/>
                  <a:pt x="6781253" y="10738453"/>
                  <a:pt x="6781253" y="8632647"/>
                </a:cubicBezTo>
                <a:cubicBezTo>
                  <a:pt x="6781253" y="8632647"/>
                  <a:pt x="6781253" y="8632647"/>
                  <a:pt x="6762482" y="8628893"/>
                </a:cubicBezTo>
                <a:cubicBezTo>
                  <a:pt x="6728696" y="8621386"/>
                  <a:pt x="6480926" y="8467485"/>
                  <a:pt x="6191862" y="8291063"/>
                </a:cubicBezTo>
                <a:cubicBezTo>
                  <a:pt x="6191862" y="8291063"/>
                  <a:pt x="6191862" y="8291063"/>
                  <a:pt x="1964763" y="8336107"/>
                </a:cubicBezTo>
                <a:cubicBezTo>
                  <a:pt x="1964763" y="8336107"/>
                  <a:pt x="1964763" y="8336107"/>
                  <a:pt x="1964763" y="8084611"/>
                </a:cubicBezTo>
                <a:cubicBezTo>
                  <a:pt x="1964763" y="8084611"/>
                  <a:pt x="1964763" y="8084611"/>
                  <a:pt x="5940338" y="8133409"/>
                </a:cubicBezTo>
                <a:cubicBezTo>
                  <a:pt x="5579946" y="7908189"/>
                  <a:pt x="5234570" y="7686723"/>
                  <a:pt x="5234570" y="7686723"/>
                </a:cubicBezTo>
                <a:cubicBezTo>
                  <a:pt x="5234570" y="7686723"/>
                  <a:pt x="5234570" y="7686723"/>
                  <a:pt x="5426028" y="7667954"/>
                </a:cubicBezTo>
                <a:cubicBezTo>
                  <a:pt x="5426028" y="7667954"/>
                  <a:pt x="5426028" y="7667954"/>
                  <a:pt x="1499256" y="7667954"/>
                </a:cubicBezTo>
                <a:cubicBezTo>
                  <a:pt x="1499256" y="7667954"/>
                  <a:pt x="1499256" y="7667954"/>
                  <a:pt x="1499256" y="3670300"/>
                </a:cubicBezTo>
                <a:close/>
                <a:moveTo>
                  <a:pt x="7241243" y="2735264"/>
                </a:moveTo>
                <a:cubicBezTo>
                  <a:pt x="8382774" y="2735264"/>
                  <a:pt x="9308168" y="3659591"/>
                  <a:pt x="9308168" y="4799808"/>
                </a:cubicBezTo>
                <a:cubicBezTo>
                  <a:pt x="9308168" y="5940024"/>
                  <a:pt x="8382774" y="6864351"/>
                  <a:pt x="7241243" y="6864351"/>
                </a:cubicBezTo>
                <a:cubicBezTo>
                  <a:pt x="6099712" y="6864351"/>
                  <a:pt x="5174318" y="5940024"/>
                  <a:pt x="5174318" y="4799808"/>
                </a:cubicBezTo>
                <a:cubicBezTo>
                  <a:pt x="5174318" y="3659591"/>
                  <a:pt x="6099712" y="2735264"/>
                  <a:pt x="7241243" y="2735264"/>
                </a:cubicBezTo>
                <a:close/>
                <a:moveTo>
                  <a:pt x="7202054" y="0"/>
                </a:moveTo>
                <a:cubicBezTo>
                  <a:pt x="7202054" y="0"/>
                  <a:pt x="7202054" y="0"/>
                  <a:pt x="8707297" y="2131477"/>
                </a:cubicBezTo>
                <a:cubicBezTo>
                  <a:pt x="8707297" y="2131477"/>
                  <a:pt x="8707297" y="2131477"/>
                  <a:pt x="10771844" y="2131477"/>
                </a:cubicBezTo>
                <a:cubicBezTo>
                  <a:pt x="10771844" y="2131477"/>
                  <a:pt x="10771844" y="2131477"/>
                  <a:pt x="10771844" y="3321050"/>
                </a:cubicBezTo>
                <a:cubicBezTo>
                  <a:pt x="10771844" y="3321050"/>
                  <a:pt x="10771844" y="3321050"/>
                  <a:pt x="9349183" y="3321050"/>
                </a:cubicBezTo>
                <a:cubicBezTo>
                  <a:pt x="8879968" y="2698119"/>
                  <a:pt x="8132977" y="2292839"/>
                  <a:pt x="7292143" y="2292839"/>
                </a:cubicBezTo>
                <a:cubicBezTo>
                  <a:pt x="6447555" y="2292839"/>
                  <a:pt x="5704318" y="2698119"/>
                  <a:pt x="5235103" y="3321050"/>
                </a:cubicBezTo>
                <a:cubicBezTo>
                  <a:pt x="5235103" y="3321050"/>
                  <a:pt x="5235103" y="3321050"/>
                  <a:pt x="1432581" y="3321050"/>
                </a:cubicBezTo>
                <a:cubicBezTo>
                  <a:pt x="1432581" y="3321050"/>
                  <a:pt x="1432581" y="3321050"/>
                  <a:pt x="1432581" y="2296591"/>
                </a:cubicBezTo>
                <a:cubicBezTo>
                  <a:pt x="1432581" y="2296591"/>
                  <a:pt x="1432581" y="2296591"/>
                  <a:pt x="1432581" y="2131477"/>
                </a:cubicBezTo>
                <a:cubicBezTo>
                  <a:pt x="1432581" y="2131477"/>
                  <a:pt x="1432581" y="2131477"/>
                  <a:pt x="1432581" y="983181"/>
                </a:cubicBezTo>
                <a:cubicBezTo>
                  <a:pt x="1432581" y="983181"/>
                  <a:pt x="1432581" y="983181"/>
                  <a:pt x="2750138" y="983181"/>
                </a:cubicBezTo>
                <a:cubicBezTo>
                  <a:pt x="2750138" y="983181"/>
                  <a:pt x="2750138" y="983181"/>
                  <a:pt x="2750138" y="2131477"/>
                </a:cubicBezTo>
                <a:cubicBezTo>
                  <a:pt x="2750138" y="2131477"/>
                  <a:pt x="2750138" y="2131477"/>
                  <a:pt x="5606721" y="2131477"/>
                </a:cubicBezTo>
                <a:cubicBezTo>
                  <a:pt x="5606721" y="2131477"/>
                  <a:pt x="5606721" y="2131477"/>
                  <a:pt x="7202054" y="0"/>
                </a:cubicBezTo>
                <a:close/>
              </a:path>
            </a:pathLst>
          </a:cu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031" name="KSO_Shape"/>
          <p:cNvSpPr>
            <a:spLocks noChangeArrowheads="1"/>
          </p:cNvSpPr>
          <p:nvPr/>
        </p:nvSpPr>
        <p:spPr bwMode="auto">
          <a:xfrm rot="-934860">
            <a:off x="10645775" y="3352800"/>
            <a:ext cx="1084263" cy="1069975"/>
          </a:xfrm>
          <a:custGeom>
            <a:avLst/>
            <a:gdLst>
              <a:gd name="T0" fmla="*/ 987719 w 1622425"/>
              <a:gd name="T1" fmla="*/ 309646 h 1601788"/>
              <a:gd name="T2" fmla="*/ 578889 w 1622425"/>
              <a:gd name="T3" fmla="*/ 280009 h 1601788"/>
              <a:gd name="T4" fmla="*/ 538556 w 1622425"/>
              <a:gd name="T5" fmla="*/ 287434 h 1601788"/>
              <a:gd name="T6" fmla="*/ 506077 w 1622425"/>
              <a:gd name="T7" fmla="*/ 299949 h 1601788"/>
              <a:gd name="T8" fmla="*/ 488882 w 1622425"/>
              <a:gd name="T9" fmla="*/ 311828 h 1601788"/>
              <a:gd name="T10" fmla="*/ 476357 w 1622425"/>
              <a:gd name="T11" fmla="*/ 329859 h 1601788"/>
              <a:gd name="T12" fmla="*/ 468715 w 1622425"/>
              <a:gd name="T13" fmla="*/ 354466 h 1601788"/>
              <a:gd name="T14" fmla="*/ 467867 w 1622425"/>
              <a:gd name="T15" fmla="*/ 386498 h 1601788"/>
              <a:gd name="T16" fmla="*/ 473174 w 1622425"/>
              <a:gd name="T17" fmla="*/ 421499 h 1601788"/>
              <a:gd name="T18" fmla="*/ 469989 w 1622425"/>
              <a:gd name="T19" fmla="*/ 434226 h 1601788"/>
              <a:gd name="T20" fmla="*/ 466168 w 1622425"/>
              <a:gd name="T21" fmla="*/ 445045 h 1601788"/>
              <a:gd name="T22" fmla="*/ 471475 w 1622425"/>
              <a:gd name="T23" fmla="*/ 487471 h 1601788"/>
              <a:gd name="T24" fmla="*/ 479966 w 1622425"/>
              <a:gd name="T25" fmla="*/ 504865 h 1601788"/>
              <a:gd name="T26" fmla="*/ 493764 w 1622425"/>
              <a:gd name="T27" fmla="*/ 509956 h 1601788"/>
              <a:gd name="T28" fmla="*/ 502043 w 1622425"/>
              <a:gd name="T29" fmla="*/ 561079 h 1601788"/>
              <a:gd name="T30" fmla="*/ 511384 w 1622425"/>
              <a:gd name="T31" fmla="*/ 573383 h 1601788"/>
              <a:gd name="T32" fmla="*/ 495038 w 1622425"/>
              <a:gd name="T33" fmla="*/ 598202 h 1601788"/>
              <a:gd name="T34" fmla="*/ 480179 w 1622425"/>
              <a:gd name="T35" fmla="*/ 620264 h 1601788"/>
              <a:gd name="T36" fmla="*/ 363636 w 1622425"/>
              <a:gd name="T37" fmla="*/ 666719 h 1601788"/>
              <a:gd name="T38" fmla="*/ 325851 w 1622425"/>
              <a:gd name="T39" fmla="*/ 681781 h 1601788"/>
              <a:gd name="T40" fmla="*/ 309717 w 1622425"/>
              <a:gd name="T41" fmla="*/ 694933 h 1601788"/>
              <a:gd name="T42" fmla="*/ 303561 w 1622425"/>
              <a:gd name="T43" fmla="*/ 723146 h 1601788"/>
              <a:gd name="T44" fmla="*/ 853580 w 1622425"/>
              <a:gd name="T45" fmla="*/ 780208 h 1601788"/>
              <a:gd name="T46" fmla="*/ 850184 w 1622425"/>
              <a:gd name="T47" fmla="*/ 701084 h 1601788"/>
              <a:gd name="T48" fmla="*/ 841905 w 1622425"/>
              <a:gd name="T49" fmla="*/ 689629 h 1601788"/>
              <a:gd name="T50" fmla="*/ 816431 w 1622425"/>
              <a:gd name="T51" fmla="*/ 675417 h 1601788"/>
              <a:gd name="T52" fmla="*/ 722390 w 1622425"/>
              <a:gd name="T53" fmla="*/ 637234 h 1601788"/>
              <a:gd name="T54" fmla="*/ 670594 w 1622425"/>
              <a:gd name="T55" fmla="*/ 614536 h 1601788"/>
              <a:gd name="T56" fmla="*/ 638752 w 1622425"/>
              <a:gd name="T57" fmla="*/ 580807 h 1601788"/>
              <a:gd name="T58" fmla="*/ 642573 w 1622425"/>
              <a:gd name="T59" fmla="*/ 567443 h 1601788"/>
              <a:gd name="T60" fmla="*/ 652975 w 1622425"/>
              <a:gd name="T61" fmla="*/ 553018 h 1601788"/>
              <a:gd name="T62" fmla="*/ 656159 w 1622425"/>
              <a:gd name="T63" fmla="*/ 532442 h 1601788"/>
              <a:gd name="T64" fmla="*/ 659768 w 1622425"/>
              <a:gd name="T65" fmla="*/ 514623 h 1601788"/>
              <a:gd name="T66" fmla="*/ 668259 w 1622425"/>
              <a:gd name="T67" fmla="*/ 507623 h 1601788"/>
              <a:gd name="T68" fmla="*/ 678236 w 1622425"/>
              <a:gd name="T69" fmla="*/ 498926 h 1601788"/>
              <a:gd name="T70" fmla="*/ 685666 w 1622425"/>
              <a:gd name="T71" fmla="*/ 474106 h 1601788"/>
              <a:gd name="T72" fmla="*/ 686303 w 1622425"/>
              <a:gd name="T73" fmla="*/ 446954 h 1601788"/>
              <a:gd name="T74" fmla="*/ 678873 w 1622425"/>
              <a:gd name="T75" fmla="*/ 429347 h 1601788"/>
              <a:gd name="T76" fmla="*/ 676326 w 1622425"/>
              <a:gd name="T77" fmla="*/ 415559 h 1601788"/>
              <a:gd name="T78" fmla="*/ 679935 w 1622425"/>
              <a:gd name="T79" fmla="*/ 368467 h 1601788"/>
              <a:gd name="T80" fmla="*/ 675264 w 1622425"/>
              <a:gd name="T81" fmla="*/ 328798 h 1601788"/>
              <a:gd name="T82" fmla="*/ 665287 w 1622425"/>
              <a:gd name="T83" fmla="*/ 310980 h 1601788"/>
              <a:gd name="T84" fmla="*/ 628138 w 1622425"/>
              <a:gd name="T85" fmla="*/ 291464 h 1601788"/>
              <a:gd name="T86" fmla="*/ 603089 w 1622425"/>
              <a:gd name="T87" fmla="*/ 281918 h 1601788"/>
              <a:gd name="T88" fmla="*/ 987719 w 1622425"/>
              <a:gd name="T89" fmla="*/ 0 h 1601788"/>
              <a:gd name="T90" fmla="*/ 937856 w 1622425"/>
              <a:gd name="T91" fmla="*/ 0 h 1601788"/>
              <a:gd name="T92" fmla="*/ 142015 w 1622425"/>
              <a:gd name="T93" fmla="*/ 0 h 1601788"/>
              <a:gd name="T94" fmla="*/ 50735 w 1622425"/>
              <a:gd name="T95" fmla="*/ 1068702 h 1601788"/>
              <a:gd name="T96" fmla="*/ 33328 w 1622425"/>
              <a:gd name="T97" fmla="*/ 1062339 h 1601788"/>
              <a:gd name="T98" fmla="*/ 18468 w 1622425"/>
              <a:gd name="T99" fmla="*/ 1051308 h 1601788"/>
              <a:gd name="T100" fmla="*/ 7642 w 1622425"/>
              <a:gd name="T101" fmla="*/ 1036671 h 1601788"/>
              <a:gd name="T102" fmla="*/ 1274 w 1622425"/>
              <a:gd name="T103" fmla="*/ 1019277 h 1601788"/>
              <a:gd name="T104" fmla="*/ 212 w 1622425"/>
              <a:gd name="T105" fmla="*/ 60244 h 1601788"/>
              <a:gd name="T106" fmla="*/ 3821 w 1622425"/>
              <a:gd name="T107" fmla="*/ 41789 h 1601788"/>
              <a:gd name="T108" fmla="*/ 12736 w 1622425"/>
              <a:gd name="T109" fmla="*/ 25455 h 1601788"/>
              <a:gd name="T110" fmla="*/ 25474 w 1622425"/>
              <a:gd name="T111" fmla="*/ 12515 h 1601788"/>
              <a:gd name="T112" fmla="*/ 41607 w 1622425"/>
              <a:gd name="T113" fmla="*/ 3818 h 1601788"/>
              <a:gd name="T114" fmla="*/ 60288 w 1622425"/>
              <a:gd name="T115" fmla="*/ 0 h 1601788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1622425"/>
              <a:gd name="T175" fmla="*/ 0 h 1601788"/>
              <a:gd name="T176" fmla="*/ 1622425 w 1622425"/>
              <a:gd name="T177" fmla="*/ 1601788 h 1601788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1622425" h="1601788">
                <a:moveTo>
                  <a:pt x="1477962" y="927100"/>
                </a:moveTo>
                <a:lnTo>
                  <a:pt x="1622425" y="927100"/>
                </a:lnTo>
                <a:lnTo>
                  <a:pt x="1622425" y="1293813"/>
                </a:lnTo>
                <a:lnTo>
                  <a:pt x="1477962" y="1293813"/>
                </a:lnTo>
                <a:lnTo>
                  <a:pt x="1477962" y="927100"/>
                </a:lnTo>
                <a:close/>
                <a:moveTo>
                  <a:pt x="1477962" y="463550"/>
                </a:moveTo>
                <a:lnTo>
                  <a:pt x="1622425" y="463550"/>
                </a:lnTo>
                <a:lnTo>
                  <a:pt x="1622425" y="830263"/>
                </a:lnTo>
                <a:lnTo>
                  <a:pt x="1477962" y="830263"/>
                </a:lnTo>
                <a:lnTo>
                  <a:pt x="1477962" y="463550"/>
                </a:lnTo>
                <a:close/>
                <a:moveTo>
                  <a:pt x="871932" y="418865"/>
                </a:moveTo>
                <a:lnTo>
                  <a:pt x="866214" y="419183"/>
                </a:lnTo>
                <a:lnTo>
                  <a:pt x="859861" y="419183"/>
                </a:lnTo>
                <a:lnTo>
                  <a:pt x="848426" y="420453"/>
                </a:lnTo>
                <a:lnTo>
                  <a:pt x="837309" y="422359"/>
                </a:lnTo>
                <a:lnTo>
                  <a:pt x="826509" y="424582"/>
                </a:lnTo>
                <a:lnTo>
                  <a:pt x="815709" y="427440"/>
                </a:lnTo>
                <a:lnTo>
                  <a:pt x="805862" y="430298"/>
                </a:lnTo>
                <a:lnTo>
                  <a:pt x="796650" y="433473"/>
                </a:lnTo>
                <a:lnTo>
                  <a:pt x="787439" y="436649"/>
                </a:lnTo>
                <a:lnTo>
                  <a:pt x="771874" y="443000"/>
                </a:lnTo>
                <a:lnTo>
                  <a:pt x="766792" y="444906"/>
                </a:lnTo>
                <a:lnTo>
                  <a:pt x="762027" y="446811"/>
                </a:lnTo>
                <a:lnTo>
                  <a:pt x="757262" y="449034"/>
                </a:lnTo>
                <a:lnTo>
                  <a:pt x="752498" y="451257"/>
                </a:lnTo>
                <a:lnTo>
                  <a:pt x="748051" y="454115"/>
                </a:lnTo>
                <a:lnTo>
                  <a:pt x="743921" y="456655"/>
                </a:lnTo>
                <a:lnTo>
                  <a:pt x="739792" y="459831"/>
                </a:lnTo>
                <a:lnTo>
                  <a:pt x="735345" y="463324"/>
                </a:lnTo>
                <a:lnTo>
                  <a:pt x="731533" y="466817"/>
                </a:lnTo>
                <a:lnTo>
                  <a:pt x="728039" y="470628"/>
                </a:lnTo>
                <a:lnTo>
                  <a:pt x="724545" y="474757"/>
                </a:lnTo>
                <a:lnTo>
                  <a:pt x="721051" y="479202"/>
                </a:lnTo>
                <a:lnTo>
                  <a:pt x="718192" y="483966"/>
                </a:lnTo>
                <a:lnTo>
                  <a:pt x="715333" y="488729"/>
                </a:lnTo>
                <a:lnTo>
                  <a:pt x="712792" y="493810"/>
                </a:lnTo>
                <a:lnTo>
                  <a:pt x="710251" y="499526"/>
                </a:lnTo>
                <a:lnTo>
                  <a:pt x="708028" y="504925"/>
                </a:lnTo>
                <a:lnTo>
                  <a:pt x="706122" y="510959"/>
                </a:lnTo>
                <a:lnTo>
                  <a:pt x="704216" y="517310"/>
                </a:lnTo>
                <a:lnTo>
                  <a:pt x="702628" y="523979"/>
                </a:lnTo>
                <a:lnTo>
                  <a:pt x="701357" y="530648"/>
                </a:lnTo>
                <a:lnTo>
                  <a:pt x="700404" y="537952"/>
                </a:lnTo>
                <a:lnTo>
                  <a:pt x="699769" y="545256"/>
                </a:lnTo>
                <a:lnTo>
                  <a:pt x="699451" y="553512"/>
                </a:lnTo>
                <a:lnTo>
                  <a:pt x="699451" y="561451"/>
                </a:lnTo>
                <a:lnTo>
                  <a:pt x="699451" y="570025"/>
                </a:lnTo>
                <a:lnTo>
                  <a:pt x="700087" y="578600"/>
                </a:lnTo>
                <a:lnTo>
                  <a:pt x="700722" y="587809"/>
                </a:lnTo>
                <a:lnTo>
                  <a:pt x="701992" y="597018"/>
                </a:lnTo>
                <a:lnTo>
                  <a:pt x="703263" y="607180"/>
                </a:lnTo>
                <a:lnTo>
                  <a:pt x="705169" y="617025"/>
                </a:lnTo>
                <a:lnTo>
                  <a:pt x="707392" y="627504"/>
                </a:lnTo>
                <a:lnTo>
                  <a:pt x="708028" y="630998"/>
                </a:lnTo>
                <a:lnTo>
                  <a:pt x="708028" y="634173"/>
                </a:lnTo>
                <a:lnTo>
                  <a:pt x="707710" y="637666"/>
                </a:lnTo>
                <a:lnTo>
                  <a:pt x="707392" y="640524"/>
                </a:lnTo>
                <a:lnTo>
                  <a:pt x="706757" y="643065"/>
                </a:lnTo>
                <a:lnTo>
                  <a:pt x="705804" y="645605"/>
                </a:lnTo>
                <a:lnTo>
                  <a:pt x="703263" y="650051"/>
                </a:lnTo>
                <a:lnTo>
                  <a:pt x="701039" y="654815"/>
                </a:lnTo>
                <a:lnTo>
                  <a:pt x="699134" y="658626"/>
                </a:lnTo>
                <a:lnTo>
                  <a:pt x="698498" y="660531"/>
                </a:lnTo>
                <a:lnTo>
                  <a:pt x="697863" y="662436"/>
                </a:lnTo>
                <a:lnTo>
                  <a:pt x="697545" y="664342"/>
                </a:lnTo>
                <a:lnTo>
                  <a:pt x="697545" y="666247"/>
                </a:lnTo>
                <a:lnTo>
                  <a:pt x="699134" y="688794"/>
                </a:lnTo>
                <a:lnTo>
                  <a:pt x="700404" y="702132"/>
                </a:lnTo>
                <a:lnTo>
                  <a:pt x="701039" y="709436"/>
                </a:lnTo>
                <a:lnTo>
                  <a:pt x="702310" y="716104"/>
                </a:lnTo>
                <a:lnTo>
                  <a:pt x="703581" y="723408"/>
                </a:lnTo>
                <a:lnTo>
                  <a:pt x="705487" y="729760"/>
                </a:lnTo>
                <a:lnTo>
                  <a:pt x="707075" y="736111"/>
                </a:lnTo>
                <a:lnTo>
                  <a:pt x="709298" y="742145"/>
                </a:lnTo>
                <a:lnTo>
                  <a:pt x="711839" y="747226"/>
                </a:lnTo>
                <a:lnTo>
                  <a:pt x="714698" y="751989"/>
                </a:lnTo>
                <a:lnTo>
                  <a:pt x="716286" y="753894"/>
                </a:lnTo>
                <a:lnTo>
                  <a:pt x="718192" y="755800"/>
                </a:lnTo>
                <a:lnTo>
                  <a:pt x="719780" y="757705"/>
                </a:lnTo>
                <a:lnTo>
                  <a:pt x="722322" y="759293"/>
                </a:lnTo>
                <a:lnTo>
                  <a:pt x="725816" y="760563"/>
                </a:lnTo>
                <a:lnTo>
                  <a:pt x="731533" y="762151"/>
                </a:lnTo>
                <a:lnTo>
                  <a:pt x="736933" y="763104"/>
                </a:lnTo>
                <a:lnTo>
                  <a:pt x="738839" y="763421"/>
                </a:lnTo>
                <a:lnTo>
                  <a:pt x="739792" y="763104"/>
                </a:lnTo>
                <a:lnTo>
                  <a:pt x="745827" y="831062"/>
                </a:lnTo>
                <a:lnTo>
                  <a:pt x="747098" y="833603"/>
                </a:lnTo>
                <a:lnTo>
                  <a:pt x="748368" y="835826"/>
                </a:lnTo>
                <a:lnTo>
                  <a:pt x="749639" y="838049"/>
                </a:lnTo>
                <a:lnTo>
                  <a:pt x="751227" y="839954"/>
                </a:lnTo>
                <a:lnTo>
                  <a:pt x="754404" y="843765"/>
                </a:lnTo>
                <a:lnTo>
                  <a:pt x="757898" y="847576"/>
                </a:lnTo>
                <a:lnTo>
                  <a:pt x="761074" y="851386"/>
                </a:lnTo>
                <a:lnTo>
                  <a:pt x="762662" y="853609"/>
                </a:lnTo>
                <a:lnTo>
                  <a:pt x="763933" y="855832"/>
                </a:lnTo>
                <a:lnTo>
                  <a:pt x="765204" y="858373"/>
                </a:lnTo>
                <a:lnTo>
                  <a:pt x="766474" y="861548"/>
                </a:lnTo>
                <a:lnTo>
                  <a:pt x="767427" y="865042"/>
                </a:lnTo>
                <a:lnTo>
                  <a:pt x="768380" y="868852"/>
                </a:lnTo>
                <a:lnTo>
                  <a:pt x="751545" y="872663"/>
                </a:lnTo>
                <a:lnTo>
                  <a:pt x="744874" y="887271"/>
                </a:lnTo>
                <a:lnTo>
                  <a:pt x="740745" y="895528"/>
                </a:lnTo>
                <a:lnTo>
                  <a:pt x="736298" y="904102"/>
                </a:lnTo>
                <a:lnTo>
                  <a:pt x="731533" y="912358"/>
                </a:lnTo>
                <a:lnTo>
                  <a:pt x="726451" y="919980"/>
                </a:lnTo>
                <a:lnTo>
                  <a:pt x="723910" y="923156"/>
                </a:lnTo>
                <a:lnTo>
                  <a:pt x="721051" y="926014"/>
                </a:lnTo>
                <a:lnTo>
                  <a:pt x="718510" y="928555"/>
                </a:lnTo>
                <a:lnTo>
                  <a:pt x="715969" y="930778"/>
                </a:lnTo>
                <a:lnTo>
                  <a:pt x="680393" y="940622"/>
                </a:lnTo>
                <a:lnTo>
                  <a:pt x="648628" y="953960"/>
                </a:lnTo>
                <a:lnTo>
                  <a:pt x="615911" y="967932"/>
                </a:lnTo>
                <a:lnTo>
                  <a:pt x="551747" y="995243"/>
                </a:lnTo>
                <a:lnTo>
                  <a:pt x="544123" y="998101"/>
                </a:lnTo>
                <a:lnTo>
                  <a:pt x="537135" y="1000641"/>
                </a:lnTo>
                <a:lnTo>
                  <a:pt x="522524" y="1006040"/>
                </a:lnTo>
                <a:lnTo>
                  <a:pt x="507912" y="1011121"/>
                </a:lnTo>
                <a:lnTo>
                  <a:pt x="500924" y="1013979"/>
                </a:lnTo>
                <a:lnTo>
                  <a:pt x="493936" y="1016837"/>
                </a:lnTo>
                <a:lnTo>
                  <a:pt x="487583" y="1020648"/>
                </a:lnTo>
                <a:lnTo>
                  <a:pt x="481548" y="1024141"/>
                </a:lnTo>
                <a:lnTo>
                  <a:pt x="475512" y="1027952"/>
                </a:lnTo>
                <a:lnTo>
                  <a:pt x="470430" y="1032398"/>
                </a:lnTo>
                <a:lnTo>
                  <a:pt x="467889" y="1034938"/>
                </a:lnTo>
                <a:lnTo>
                  <a:pt x="465665" y="1037796"/>
                </a:lnTo>
                <a:lnTo>
                  <a:pt x="463442" y="1040337"/>
                </a:lnTo>
                <a:lnTo>
                  <a:pt x="461218" y="1043195"/>
                </a:lnTo>
                <a:lnTo>
                  <a:pt x="459313" y="1046370"/>
                </a:lnTo>
                <a:lnTo>
                  <a:pt x="457407" y="1049546"/>
                </a:lnTo>
                <a:lnTo>
                  <a:pt x="456136" y="1052722"/>
                </a:lnTo>
                <a:lnTo>
                  <a:pt x="454548" y="1056850"/>
                </a:lnTo>
                <a:lnTo>
                  <a:pt x="454230" y="1082573"/>
                </a:lnTo>
                <a:lnTo>
                  <a:pt x="453595" y="1116234"/>
                </a:lnTo>
                <a:lnTo>
                  <a:pt x="452960" y="1151484"/>
                </a:lnTo>
                <a:lnTo>
                  <a:pt x="452642" y="1167997"/>
                </a:lnTo>
                <a:lnTo>
                  <a:pt x="452960" y="1182605"/>
                </a:lnTo>
                <a:lnTo>
                  <a:pt x="1276928" y="1182605"/>
                </a:lnTo>
                <a:lnTo>
                  <a:pt x="1277245" y="1167997"/>
                </a:lnTo>
                <a:lnTo>
                  <a:pt x="1276928" y="1151484"/>
                </a:lnTo>
                <a:lnTo>
                  <a:pt x="1276292" y="1116234"/>
                </a:lnTo>
                <a:lnTo>
                  <a:pt x="1275339" y="1082573"/>
                </a:lnTo>
                <a:lnTo>
                  <a:pt x="1275022" y="1056850"/>
                </a:lnTo>
                <a:lnTo>
                  <a:pt x="1273751" y="1052722"/>
                </a:lnTo>
                <a:lnTo>
                  <a:pt x="1272163" y="1049546"/>
                </a:lnTo>
                <a:lnTo>
                  <a:pt x="1270257" y="1046370"/>
                </a:lnTo>
                <a:lnTo>
                  <a:pt x="1268669" y="1043195"/>
                </a:lnTo>
                <a:lnTo>
                  <a:pt x="1266445" y="1040337"/>
                </a:lnTo>
                <a:lnTo>
                  <a:pt x="1264222" y="1037796"/>
                </a:lnTo>
                <a:lnTo>
                  <a:pt x="1261998" y="1034938"/>
                </a:lnTo>
                <a:lnTo>
                  <a:pt x="1259775" y="1032398"/>
                </a:lnTo>
                <a:lnTo>
                  <a:pt x="1254057" y="1027952"/>
                </a:lnTo>
                <a:lnTo>
                  <a:pt x="1248340" y="1024141"/>
                </a:lnTo>
                <a:lnTo>
                  <a:pt x="1242304" y="1020648"/>
                </a:lnTo>
                <a:lnTo>
                  <a:pt x="1235634" y="1016837"/>
                </a:lnTo>
                <a:lnTo>
                  <a:pt x="1228963" y="1013979"/>
                </a:lnTo>
                <a:lnTo>
                  <a:pt x="1221658" y="1011121"/>
                </a:lnTo>
                <a:lnTo>
                  <a:pt x="1207681" y="1006040"/>
                </a:lnTo>
                <a:lnTo>
                  <a:pt x="1192752" y="1000641"/>
                </a:lnTo>
                <a:lnTo>
                  <a:pt x="1185446" y="998101"/>
                </a:lnTo>
                <a:lnTo>
                  <a:pt x="1178458" y="995243"/>
                </a:lnTo>
                <a:lnTo>
                  <a:pt x="1113659" y="967932"/>
                </a:lnTo>
                <a:lnTo>
                  <a:pt x="1080941" y="953960"/>
                </a:lnTo>
                <a:lnTo>
                  <a:pt x="1049177" y="940622"/>
                </a:lnTo>
                <a:lnTo>
                  <a:pt x="1013601" y="930778"/>
                </a:lnTo>
                <a:lnTo>
                  <a:pt x="1011060" y="928555"/>
                </a:lnTo>
                <a:lnTo>
                  <a:pt x="1008519" y="926014"/>
                </a:lnTo>
                <a:lnTo>
                  <a:pt x="1005977" y="923156"/>
                </a:lnTo>
                <a:lnTo>
                  <a:pt x="1003436" y="919980"/>
                </a:lnTo>
                <a:lnTo>
                  <a:pt x="998036" y="912358"/>
                </a:lnTo>
                <a:lnTo>
                  <a:pt x="993589" y="904102"/>
                </a:lnTo>
                <a:lnTo>
                  <a:pt x="989142" y="895528"/>
                </a:lnTo>
                <a:lnTo>
                  <a:pt x="985013" y="887271"/>
                </a:lnTo>
                <a:lnTo>
                  <a:pt x="978025" y="872663"/>
                </a:lnTo>
                <a:lnTo>
                  <a:pt x="955790" y="869487"/>
                </a:lnTo>
                <a:lnTo>
                  <a:pt x="956107" y="865359"/>
                </a:lnTo>
                <a:lnTo>
                  <a:pt x="956743" y="861231"/>
                </a:lnTo>
                <a:lnTo>
                  <a:pt x="957696" y="857738"/>
                </a:lnTo>
                <a:lnTo>
                  <a:pt x="958649" y="854562"/>
                </a:lnTo>
                <a:lnTo>
                  <a:pt x="960237" y="852021"/>
                </a:lnTo>
                <a:lnTo>
                  <a:pt x="961507" y="849481"/>
                </a:lnTo>
                <a:lnTo>
                  <a:pt x="965319" y="845035"/>
                </a:lnTo>
                <a:lnTo>
                  <a:pt x="968813" y="840272"/>
                </a:lnTo>
                <a:lnTo>
                  <a:pt x="972307" y="835826"/>
                </a:lnTo>
                <a:lnTo>
                  <a:pt x="973895" y="833603"/>
                </a:lnTo>
                <a:lnTo>
                  <a:pt x="975484" y="830745"/>
                </a:lnTo>
                <a:lnTo>
                  <a:pt x="977072" y="827887"/>
                </a:lnTo>
                <a:lnTo>
                  <a:pt x="978025" y="824393"/>
                </a:lnTo>
                <a:lnTo>
                  <a:pt x="978978" y="821218"/>
                </a:lnTo>
                <a:lnTo>
                  <a:pt x="979613" y="818042"/>
                </a:lnTo>
                <a:lnTo>
                  <a:pt x="980566" y="811373"/>
                </a:lnTo>
                <a:lnTo>
                  <a:pt x="981201" y="804069"/>
                </a:lnTo>
                <a:lnTo>
                  <a:pt x="981837" y="797083"/>
                </a:lnTo>
                <a:lnTo>
                  <a:pt x="982154" y="789779"/>
                </a:lnTo>
                <a:lnTo>
                  <a:pt x="983107" y="783110"/>
                </a:lnTo>
                <a:lnTo>
                  <a:pt x="983742" y="779935"/>
                </a:lnTo>
                <a:lnTo>
                  <a:pt x="984695" y="776759"/>
                </a:lnTo>
                <a:lnTo>
                  <a:pt x="985966" y="773266"/>
                </a:lnTo>
                <a:lnTo>
                  <a:pt x="987236" y="770408"/>
                </a:lnTo>
                <a:lnTo>
                  <a:pt x="988507" y="768502"/>
                </a:lnTo>
                <a:lnTo>
                  <a:pt x="989778" y="766915"/>
                </a:lnTo>
                <a:lnTo>
                  <a:pt x="991366" y="765327"/>
                </a:lnTo>
                <a:lnTo>
                  <a:pt x="992636" y="764056"/>
                </a:lnTo>
                <a:lnTo>
                  <a:pt x="996131" y="761834"/>
                </a:lnTo>
                <a:lnTo>
                  <a:pt x="999942" y="759928"/>
                </a:lnTo>
                <a:lnTo>
                  <a:pt x="1003436" y="758023"/>
                </a:lnTo>
                <a:lnTo>
                  <a:pt x="1006930" y="755800"/>
                </a:lnTo>
                <a:lnTo>
                  <a:pt x="1010107" y="753259"/>
                </a:lnTo>
                <a:lnTo>
                  <a:pt x="1011695" y="751989"/>
                </a:lnTo>
                <a:lnTo>
                  <a:pt x="1012966" y="750401"/>
                </a:lnTo>
                <a:lnTo>
                  <a:pt x="1014871" y="746908"/>
                </a:lnTo>
                <a:lnTo>
                  <a:pt x="1017095" y="743097"/>
                </a:lnTo>
                <a:lnTo>
                  <a:pt x="1019001" y="738651"/>
                </a:lnTo>
                <a:lnTo>
                  <a:pt x="1020589" y="734523"/>
                </a:lnTo>
                <a:lnTo>
                  <a:pt x="1023130" y="725631"/>
                </a:lnTo>
                <a:lnTo>
                  <a:pt x="1024718" y="717057"/>
                </a:lnTo>
                <a:lnTo>
                  <a:pt x="1025989" y="709753"/>
                </a:lnTo>
                <a:lnTo>
                  <a:pt x="1026942" y="701814"/>
                </a:lnTo>
                <a:lnTo>
                  <a:pt x="1027895" y="693875"/>
                </a:lnTo>
                <a:lnTo>
                  <a:pt x="1028213" y="685618"/>
                </a:lnTo>
                <a:lnTo>
                  <a:pt x="1027895" y="677362"/>
                </a:lnTo>
                <a:lnTo>
                  <a:pt x="1027577" y="673233"/>
                </a:lnTo>
                <a:lnTo>
                  <a:pt x="1026942" y="669105"/>
                </a:lnTo>
                <a:lnTo>
                  <a:pt x="1025989" y="665294"/>
                </a:lnTo>
                <a:lnTo>
                  <a:pt x="1025036" y="661484"/>
                </a:lnTo>
                <a:lnTo>
                  <a:pt x="1023766" y="657673"/>
                </a:lnTo>
                <a:lnTo>
                  <a:pt x="1022177" y="654180"/>
                </a:lnTo>
                <a:lnTo>
                  <a:pt x="1019001" y="647511"/>
                </a:lnTo>
                <a:lnTo>
                  <a:pt x="1015824" y="642747"/>
                </a:lnTo>
                <a:lnTo>
                  <a:pt x="1014871" y="640207"/>
                </a:lnTo>
                <a:lnTo>
                  <a:pt x="1013919" y="637349"/>
                </a:lnTo>
                <a:lnTo>
                  <a:pt x="1012966" y="633856"/>
                </a:lnTo>
                <a:lnTo>
                  <a:pt x="1012330" y="629410"/>
                </a:lnTo>
                <a:lnTo>
                  <a:pt x="1012013" y="626234"/>
                </a:lnTo>
                <a:lnTo>
                  <a:pt x="1012013" y="622106"/>
                </a:lnTo>
                <a:lnTo>
                  <a:pt x="1012330" y="612261"/>
                </a:lnTo>
                <a:lnTo>
                  <a:pt x="1012966" y="601147"/>
                </a:lnTo>
                <a:lnTo>
                  <a:pt x="1013919" y="588762"/>
                </a:lnTo>
                <a:lnTo>
                  <a:pt x="1016460" y="566215"/>
                </a:lnTo>
                <a:lnTo>
                  <a:pt x="1017095" y="557323"/>
                </a:lnTo>
                <a:lnTo>
                  <a:pt x="1017413" y="551607"/>
                </a:lnTo>
                <a:lnTo>
                  <a:pt x="1017730" y="534141"/>
                </a:lnTo>
                <a:lnTo>
                  <a:pt x="1017413" y="527472"/>
                </a:lnTo>
                <a:lnTo>
                  <a:pt x="1016777" y="521756"/>
                </a:lnTo>
                <a:lnTo>
                  <a:pt x="1015824" y="516040"/>
                </a:lnTo>
                <a:lnTo>
                  <a:pt x="1014236" y="509371"/>
                </a:lnTo>
                <a:lnTo>
                  <a:pt x="1010424" y="492222"/>
                </a:lnTo>
                <a:lnTo>
                  <a:pt x="1008836" y="488412"/>
                </a:lnTo>
                <a:lnTo>
                  <a:pt x="1006930" y="483966"/>
                </a:lnTo>
                <a:lnTo>
                  <a:pt x="1004707" y="478567"/>
                </a:lnTo>
                <a:lnTo>
                  <a:pt x="1001530" y="473169"/>
                </a:lnTo>
                <a:lnTo>
                  <a:pt x="997401" y="467770"/>
                </a:lnTo>
                <a:lnTo>
                  <a:pt x="995495" y="465547"/>
                </a:lnTo>
                <a:lnTo>
                  <a:pt x="993272" y="463324"/>
                </a:lnTo>
                <a:lnTo>
                  <a:pt x="991048" y="460784"/>
                </a:lnTo>
                <a:lnTo>
                  <a:pt x="988825" y="459196"/>
                </a:lnTo>
                <a:lnTo>
                  <a:pt x="962143" y="454750"/>
                </a:lnTo>
                <a:lnTo>
                  <a:pt x="945943" y="439825"/>
                </a:lnTo>
                <a:lnTo>
                  <a:pt x="939908" y="436331"/>
                </a:lnTo>
                <a:lnTo>
                  <a:pt x="933555" y="433156"/>
                </a:lnTo>
                <a:lnTo>
                  <a:pt x="927202" y="430298"/>
                </a:lnTo>
                <a:lnTo>
                  <a:pt x="921167" y="427757"/>
                </a:lnTo>
                <a:lnTo>
                  <a:pt x="915131" y="425534"/>
                </a:lnTo>
                <a:lnTo>
                  <a:pt x="908778" y="423629"/>
                </a:lnTo>
                <a:lnTo>
                  <a:pt x="902426" y="422041"/>
                </a:lnTo>
                <a:lnTo>
                  <a:pt x="896390" y="421088"/>
                </a:lnTo>
                <a:lnTo>
                  <a:pt x="890038" y="420136"/>
                </a:lnTo>
                <a:lnTo>
                  <a:pt x="884002" y="419501"/>
                </a:lnTo>
                <a:lnTo>
                  <a:pt x="878285" y="419183"/>
                </a:lnTo>
                <a:lnTo>
                  <a:pt x="871932" y="418865"/>
                </a:lnTo>
                <a:close/>
                <a:moveTo>
                  <a:pt x="1477962" y="0"/>
                </a:moveTo>
                <a:lnTo>
                  <a:pt x="1622425" y="0"/>
                </a:lnTo>
                <a:lnTo>
                  <a:pt x="1622425" y="366713"/>
                </a:lnTo>
                <a:lnTo>
                  <a:pt x="1477962" y="366713"/>
                </a:lnTo>
                <a:lnTo>
                  <a:pt x="1477962" y="0"/>
                </a:lnTo>
                <a:close/>
                <a:moveTo>
                  <a:pt x="326855" y="0"/>
                </a:moveTo>
                <a:lnTo>
                  <a:pt x="1403350" y="0"/>
                </a:lnTo>
                <a:lnTo>
                  <a:pt x="1403350" y="1601788"/>
                </a:lnTo>
                <a:lnTo>
                  <a:pt x="326855" y="1601788"/>
                </a:lnTo>
                <a:lnTo>
                  <a:pt x="326855" y="0"/>
                </a:lnTo>
                <a:close/>
                <a:moveTo>
                  <a:pt x="90211" y="0"/>
                </a:moveTo>
                <a:lnTo>
                  <a:pt x="94975" y="0"/>
                </a:lnTo>
                <a:lnTo>
                  <a:pt x="212503" y="0"/>
                </a:lnTo>
                <a:lnTo>
                  <a:pt x="212503" y="1601788"/>
                </a:lnTo>
                <a:lnTo>
                  <a:pt x="94975" y="1601788"/>
                </a:lnTo>
                <a:lnTo>
                  <a:pt x="90211" y="1601788"/>
                </a:lnTo>
                <a:lnTo>
                  <a:pt x="85446" y="1601471"/>
                </a:lnTo>
                <a:lnTo>
                  <a:pt x="80681" y="1600835"/>
                </a:lnTo>
                <a:lnTo>
                  <a:pt x="75917" y="1599883"/>
                </a:lnTo>
                <a:lnTo>
                  <a:pt x="71470" y="1598930"/>
                </a:lnTo>
                <a:lnTo>
                  <a:pt x="67023" y="1597660"/>
                </a:lnTo>
                <a:lnTo>
                  <a:pt x="62258" y="1596072"/>
                </a:lnTo>
                <a:lnTo>
                  <a:pt x="58129" y="1594484"/>
                </a:lnTo>
                <a:lnTo>
                  <a:pt x="53999" y="1592261"/>
                </a:lnTo>
                <a:lnTo>
                  <a:pt x="49870" y="1590356"/>
                </a:lnTo>
                <a:lnTo>
                  <a:pt x="45740" y="1587815"/>
                </a:lnTo>
                <a:lnTo>
                  <a:pt x="41929" y="1585592"/>
                </a:lnTo>
                <a:lnTo>
                  <a:pt x="38117" y="1583052"/>
                </a:lnTo>
                <a:lnTo>
                  <a:pt x="34623" y="1580194"/>
                </a:lnTo>
                <a:lnTo>
                  <a:pt x="31446" y="1577336"/>
                </a:lnTo>
                <a:lnTo>
                  <a:pt x="27635" y="1573843"/>
                </a:lnTo>
                <a:lnTo>
                  <a:pt x="24776" y="1570667"/>
                </a:lnTo>
                <a:lnTo>
                  <a:pt x="21917" y="1567174"/>
                </a:lnTo>
                <a:lnTo>
                  <a:pt x="19058" y="1563681"/>
                </a:lnTo>
                <a:lnTo>
                  <a:pt x="16517" y="1559870"/>
                </a:lnTo>
                <a:lnTo>
                  <a:pt x="13976" y="1556059"/>
                </a:lnTo>
                <a:lnTo>
                  <a:pt x="11435" y="1551931"/>
                </a:lnTo>
                <a:lnTo>
                  <a:pt x="9211" y="1548120"/>
                </a:lnTo>
                <a:lnTo>
                  <a:pt x="7306" y="1543992"/>
                </a:lnTo>
                <a:lnTo>
                  <a:pt x="5717" y="1539228"/>
                </a:lnTo>
                <a:lnTo>
                  <a:pt x="4447" y="1535100"/>
                </a:lnTo>
                <a:lnTo>
                  <a:pt x="3176" y="1530654"/>
                </a:lnTo>
                <a:lnTo>
                  <a:pt x="1906" y="1525891"/>
                </a:lnTo>
                <a:lnTo>
                  <a:pt x="1270" y="1521127"/>
                </a:lnTo>
                <a:lnTo>
                  <a:pt x="635" y="1516364"/>
                </a:lnTo>
                <a:lnTo>
                  <a:pt x="317" y="1511600"/>
                </a:lnTo>
                <a:lnTo>
                  <a:pt x="0" y="1506837"/>
                </a:lnTo>
                <a:lnTo>
                  <a:pt x="0" y="94951"/>
                </a:lnTo>
                <a:lnTo>
                  <a:pt x="317" y="90188"/>
                </a:lnTo>
                <a:lnTo>
                  <a:pt x="635" y="85424"/>
                </a:lnTo>
                <a:lnTo>
                  <a:pt x="1270" y="80661"/>
                </a:lnTo>
                <a:lnTo>
                  <a:pt x="1906" y="75580"/>
                </a:lnTo>
                <a:lnTo>
                  <a:pt x="3176" y="71134"/>
                </a:lnTo>
                <a:lnTo>
                  <a:pt x="4447" y="66688"/>
                </a:lnTo>
                <a:lnTo>
                  <a:pt x="5717" y="62560"/>
                </a:lnTo>
                <a:lnTo>
                  <a:pt x="7306" y="57796"/>
                </a:lnTo>
                <a:lnTo>
                  <a:pt x="9211" y="53668"/>
                </a:lnTo>
                <a:lnTo>
                  <a:pt x="11435" y="49857"/>
                </a:lnTo>
                <a:lnTo>
                  <a:pt x="13976" y="45729"/>
                </a:lnTo>
                <a:lnTo>
                  <a:pt x="16517" y="41601"/>
                </a:lnTo>
                <a:lnTo>
                  <a:pt x="19058" y="38107"/>
                </a:lnTo>
                <a:lnTo>
                  <a:pt x="21917" y="34614"/>
                </a:lnTo>
                <a:lnTo>
                  <a:pt x="24776" y="31121"/>
                </a:lnTo>
                <a:lnTo>
                  <a:pt x="27635" y="27945"/>
                </a:lnTo>
                <a:lnTo>
                  <a:pt x="31446" y="24452"/>
                </a:lnTo>
                <a:lnTo>
                  <a:pt x="34623" y="21594"/>
                </a:lnTo>
                <a:lnTo>
                  <a:pt x="38117" y="18736"/>
                </a:lnTo>
                <a:lnTo>
                  <a:pt x="41929" y="16195"/>
                </a:lnTo>
                <a:lnTo>
                  <a:pt x="45740" y="13655"/>
                </a:lnTo>
                <a:lnTo>
                  <a:pt x="49870" y="11432"/>
                </a:lnTo>
                <a:lnTo>
                  <a:pt x="53999" y="9527"/>
                </a:lnTo>
                <a:lnTo>
                  <a:pt x="58129" y="7304"/>
                </a:lnTo>
                <a:lnTo>
                  <a:pt x="62258" y="5716"/>
                </a:lnTo>
                <a:lnTo>
                  <a:pt x="67023" y="4128"/>
                </a:lnTo>
                <a:lnTo>
                  <a:pt x="71470" y="2858"/>
                </a:lnTo>
                <a:lnTo>
                  <a:pt x="75917" y="1905"/>
                </a:lnTo>
                <a:lnTo>
                  <a:pt x="80681" y="952"/>
                </a:lnTo>
                <a:lnTo>
                  <a:pt x="85446" y="317"/>
                </a:lnTo>
                <a:lnTo>
                  <a:pt x="90211" y="0"/>
                </a:lnTo>
                <a:close/>
              </a:path>
            </a:pathLst>
          </a:cu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32" name="文本框 2"/>
          <p:cNvSpPr>
            <a:spLocks noChangeArrowheads="1"/>
          </p:cNvSpPr>
          <p:nvPr/>
        </p:nvSpPr>
        <p:spPr bwMode="auto">
          <a:xfrm>
            <a:off x="0" y="0"/>
            <a:ext cx="2057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en-US" altLang="zh-CN" sz="4400" b="1">
                <a:solidFill>
                  <a:srgbClr val="FF4664"/>
                </a:solidFill>
                <a:latin typeface="Broadway" pitchFamily="82" charset="0"/>
                <a:ea typeface="华文隶书" pitchFamily="2" charset="-122"/>
                <a:sym typeface="Microsoft New Tai Lue" pitchFamily="34" charset="0"/>
              </a:rPr>
              <a:t>LOGO</a:t>
            </a:r>
            <a:endParaRPr lang="zh-CN" altLang="en-US" sz="4400" b="1">
              <a:solidFill>
                <a:srgbClr val="FF4664"/>
              </a:solidFill>
              <a:latin typeface="Broadway" pitchFamily="82" charset="0"/>
              <a:ea typeface="华文隶书" pitchFamily="2" charset="-122"/>
              <a:sym typeface="Microsoft New Tai Lue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2" name="矩形 3"/>
          <p:cNvSpPr>
            <a:spLocks noChangeArrowheads="1"/>
          </p:cNvSpPr>
          <p:nvPr/>
        </p:nvSpPr>
        <p:spPr bwMode="auto">
          <a:xfrm>
            <a:off x="0" y="0"/>
            <a:ext cx="12192000" cy="2117725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2117725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4" name="矩形 10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5" name="文本框 1"/>
          <p:cNvSpPr>
            <a:spLocks noChangeArrowheads="1"/>
          </p:cNvSpPr>
          <p:nvPr/>
        </p:nvSpPr>
        <p:spPr bwMode="auto">
          <a:xfrm>
            <a:off x="404813" y="319088"/>
            <a:ext cx="4560887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8000">
                <a:solidFill>
                  <a:srgbClr val="3D6869"/>
                </a:solidFill>
                <a:latin typeface="Broadway" pitchFamily="82" charset="0"/>
                <a:sym typeface="Broadway" pitchFamily="82" charset="0"/>
              </a:rPr>
              <a:t>Content</a:t>
            </a:r>
            <a:endParaRPr lang="zh-CN" altLang="en-US" sz="8000">
              <a:solidFill>
                <a:srgbClr val="3D6869"/>
              </a:solidFill>
              <a:latin typeface="Broadway" pitchFamily="82" charset="0"/>
              <a:sym typeface="Broadway" pitchFamily="82" charset="0"/>
            </a:endParaRPr>
          </a:p>
        </p:txBody>
      </p:sp>
      <p:grpSp>
        <p:nvGrpSpPr>
          <p:cNvPr id="5128" name="组合 6"/>
          <p:cNvGrpSpPr>
            <a:grpSpLocks/>
          </p:cNvGrpSpPr>
          <p:nvPr/>
        </p:nvGrpSpPr>
        <p:grpSpPr bwMode="auto">
          <a:xfrm>
            <a:off x="1811338" y="2641600"/>
            <a:ext cx="1533525" cy="1533525"/>
            <a:chOff x="0" y="0"/>
            <a:chExt cx="1141228" cy="1141228"/>
          </a:xfrm>
        </p:grpSpPr>
        <p:sp>
          <p:nvSpPr>
            <p:cNvPr id="2076" name="椭圆 7"/>
            <p:cNvSpPr>
              <a:spLocks noChangeArrowheads="1"/>
            </p:cNvSpPr>
            <p:nvPr/>
          </p:nvSpPr>
          <p:spPr bwMode="auto">
            <a:xfrm>
              <a:off x="0" y="0"/>
              <a:ext cx="1141228" cy="1141228"/>
            </a:xfrm>
            <a:prstGeom prst="ellipse">
              <a:avLst/>
            </a:prstGeom>
            <a:solidFill>
              <a:srgbClr val="FF4664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077" name="Freeform 5"/>
            <p:cNvSpPr>
              <a:spLocks noEditPoints="1" noChangeArrowheads="1"/>
            </p:cNvSpPr>
            <p:nvPr/>
          </p:nvSpPr>
          <p:spPr bwMode="auto">
            <a:xfrm>
              <a:off x="276183" y="276183"/>
              <a:ext cx="588861" cy="588861"/>
            </a:xfrm>
            <a:custGeom>
              <a:avLst/>
              <a:gdLst>
                <a:gd name="T0" fmla="*/ 1682921226 w 203"/>
                <a:gd name="T1" fmla="*/ 16664189 h 204"/>
                <a:gd name="T2" fmla="*/ 1346336401 w 203"/>
                <a:gd name="T3" fmla="*/ 208306692 h 204"/>
                <a:gd name="T4" fmla="*/ 833046863 w 203"/>
                <a:gd name="T5" fmla="*/ 624922963 h 204"/>
                <a:gd name="T6" fmla="*/ 706827553 w 203"/>
                <a:gd name="T7" fmla="*/ 666584879 h 204"/>
                <a:gd name="T8" fmla="*/ 639508848 w 203"/>
                <a:gd name="T9" fmla="*/ 791567740 h 204"/>
                <a:gd name="T10" fmla="*/ 572193043 w 203"/>
                <a:gd name="T11" fmla="*/ 849896731 h 204"/>
                <a:gd name="T12" fmla="*/ 841459163 w 203"/>
                <a:gd name="T13" fmla="*/ 1116529528 h 204"/>
                <a:gd name="T14" fmla="*/ 900362667 w 203"/>
                <a:gd name="T15" fmla="*/ 1041539234 h 204"/>
                <a:gd name="T16" fmla="*/ 1026581977 w 203"/>
                <a:gd name="T17" fmla="*/ 983213129 h 204"/>
                <a:gd name="T18" fmla="*/ 1051824679 w 203"/>
                <a:gd name="T19" fmla="*/ 866560920 h 204"/>
                <a:gd name="T20" fmla="*/ 1455725309 w 203"/>
                <a:gd name="T21" fmla="*/ 391618544 h 204"/>
                <a:gd name="T22" fmla="*/ 1682921226 w 203"/>
                <a:gd name="T23" fmla="*/ 16664189 h 204"/>
                <a:gd name="T24" fmla="*/ 277681321 w 203"/>
                <a:gd name="T25" fmla="*/ 1174855632 h 204"/>
                <a:gd name="T26" fmla="*/ 0 w 203"/>
                <a:gd name="T27" fmla="*/ 1391495862 h 204"/>
                <a:gd name="T28" fmla="*/ 799386059 w 203"/>
                <a:gd name="T29" fmla="*/ 1158191444 h 204"/>
                <a:gd name="T30" fmla="*/ 546950341 w 203"/>
                <a:gd name="T31" fmla="*/ 908222836 h 204"/>
                <a:gd name="T32" fmla="*/ 277681321 w 203"/>
                <a:gd name="T33" fmla="*/ 1174855632 h 2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3"/>
                <a:gd name="T52" fmla="*/ 0 h 204"/>
                <a:gd name="T53" fmla="*/ 203 w 203"/>
                <a:gd name="T54" fmla="*/ 204 h 20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3" h="204">
                  <a:moveTo>
                    <a:pt x="200" y="2"/>
                  </a:moveTo>
                  <a:cubicBezTo>
                    <a:pt x="200" y="2"/>
                    <a:pt x="195" y="0"/>
                    <a:pt x="160" y="25"/>
                  </a:cubicBezTo>
                  <a:cubicBezTo>
                    <a:pt x="160" y="25"/>
                    <a:pt x="124" y="54"/>
                    <a:pt x="99" y="75"/>
                  </a:cubicBezTo>
                  <a:cubicBezTo>
                    <a:pt x="89" y="72"/>
                    <a:pt x="84" y="80"/>
                    <a:pt x="84" y="80"/>
                  </a:cubicBezTo>
                  <a:cubicBezTo>
                    <a:pt x="74" y="88"/>
                    <a:pt x="78" y="94"/>
                    <a:pt x="76" y="95"/>
                  </a:cubicBezTo>
                  <a:cubicBezTo>
                    <a:pt x="71" y="99"/>
                    <a:pt x="68" y="102"/>
                    <a:pt x="68" y="102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0" y="134"/>
                    <a:pt x="102" y="132"/>
                    <a:pt x="107" y="125"/>
                  </a:cubicBezTo>
                  <a:cubicBezTo>
                    <a:pt x="115" y="125"/>
                    <a:pt x="122" y="118"/>
                    <a:pt x="122" y="118"/>
                  </a:cubicBezTo>
                  <a:cubicBezTo>
                    <a:pt x="122" y="118"/>
                    <a:pt x="128" y="107"/>
                    <a:pt x="125" y="104"/>
                  </a:cubicBezTo>
                  <a:cubicBezTo>
                    <a:pt x="146" y="79"/>
                    <a:pt x="173" y="47"/>
                    <a:pt x="173" y="47"/>
                  </a:cubicBezTo>
                  <a:cubicBezTo>
                    <a:pt x="184" y="33"/>
                    <a:pt x="203" y="2"/>
                    <a:pt x="200" y="2"/>
                  </a:cubicBezTo>
                  <a:close/>
                  <a:moveTo>
                    <a:pt x="33" y="141"/>
                  </a:moveTo>
                  <a:cubicBezTo>
                    <a:pt x="33" y="171"/>
                    <a:pt x="0" y="167"/>
                    <a:pt x="0" y="167"/>
                  </a:cubicBezTo>
                  <a:cubicBezTo>
                    <a:pt x="0" y="167"/>
                    <a:pt x="67" y="204"/>
                    <a:pt x="95" y="13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33" y="111"/>
                    <a:pt x="33" y="141"/>
                  </a:cubicBez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31" name="组合 9"/>
          <p:cNvGrpSpPr>
            <a:grpSpLocks/>
          </p:cNvGrpSpPr>
          <p:nvPr/>
        </p:nvGrpSpPr>
        <p:grpSpPr bwMode="auto">
          <a:xfrm>
            <a:off x="6397625" y="2655888"/>
            <a:ext cx="1533525" cy="1533525"/>
            <a:chOff x="0" y="0"/>
            <a:chExt cx="1141228" cy="1141228"/>
          </a:xfrm>
        </p:grpSpPr>
        <p:sp>
          <p:nvSpPr>
            <p:cNvPr id="2074" name="椭圆 10"/>
            <p:cNvSpPr>
              <a:spLocks noChangeArrowheads="1"/>
            </p:cNvSpPr>
            <p:nvPr/>
          </p:nvSpPr>
          <p:spPr bwMode="auto">
            <a:xfrm>
              <a:off x="0" y="0"/>
              <a:ext cx="1141228" cy="1141228"/>
            </a:xfrm>
            <a:prstGeom prst="ellipse">
              <a:avLst/>
            </a:prstGeom>
            <a:solidFill>
              <a:srgbClr val="FFA146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075" name="Freeform 9"/>
            <p:cNvSpPr>
              <a:spLocks noEditPoints="1" noChangeArrowheads="1"/>
            </p:cNvSpPr>
            <p:nvPr/>
          </p:nvSpPr>
          <p:spPr bwMode="auto">
            <a:xfrm>
              <a:off x="258254" y="256885"/>
              <a:ext cx="624720" cy="627460"/>
            </a:xfrm>
            <a:custGeom>
              <a:avLst/>
              <a:gdLst>
                <a:gd name="T0" fmla="*/ 1833063470 w 199"/>
                <a:gd name="T1" fmla="*/ 787412103 h 200"/>
                <a:gd name="T2" fmla="*/ 1675379747 w 199"/>
                <a:gd name="T3" fmla="*/ 787412103 h 200"/>
                <a:gd name="T4" fmla="*/ 1606393707 w 199"/>
                <a:gd name="T5" fmla="*/ 629929055 h 200"/>
                <a:gd name="T6" fmla="*/ 1724657284 w 199"/>
                <a:gd name="T7" fmla="*/ 511819122 h 200"/>
                <a:gd name="T8" fmla="*/ 1724657284 w 199"/>
                <a:gd name="T9" fmla="*/ 324807806 h 200"/>
                <a:gd name="T10" fmla="*/ 1626105349 w 199"/>
                <a:gd name="T11" fmla="*/ 236223004 h 200"/>
                <a:gd name="T12" fmla="*/ 1438855732 w 199"/>
                <a:gd name="T13" fmla="*/ 236223004 h 200"/>
                <a:gd name="T14" fmla="*/ 1330449546 w 199"/>
                <a:gd name="T15" fmla="*/ 354336074 h 200"/>
                <a:gd name="T16" fmla="*/ 1182623214 w 199"/>
                <a:gd name="T17" fmla="*/ 295279539 h 200"/>
                <a:gd name="T18" fmla="*/ 1182623214 w 199"/>
                <a:gd name="T19" fmla="*/ 127954781 h 200"/>
                <a:gd name="T20" fmla="*/ 1044647994 w 199"/>
                <a:gd name="T21" fmla="*/ 0 h 200"/>
                <a:gd name="T22" fmla="*/ 916533305 w 199"/>
                <a:gd name="T23" fmla="*/ 0 h 200"/>
                <a:gd name="T24" fmla="*/ 788415476 w 199"/>
                <a:gd name="T25" fmla="*/ 127954781 h 200"/>
                <a:gd name="T26" fmla="*/ 788415476 w 199"/>
                <a:gd name="T27" fmla="*/ 295279539 h 200"/>
                <a:gd name="T28" fmla="*/ 630731753 w 199"/>
                <a:gd name="T29" fmla="*/ 354336074 h 200"/>
                <a:gd name="T30" fmla="*/ 512468176 w 199"/>
                <a:gd name="T31" fmla="*/ 236223004 h 200"/>
                <a:gd name="T32" fmla="*/ 325221698 w 199"/>
                <a:gd name="T33" fmla="*/ 236223004 h 200"/>
                <a:gd name="T34" fmla="*/ 236524015 w 199"/>
                <a:gd name="T35" fmla="*/ 324807806 h 200"/>
                <a:gd name="T36" fmla="*/ 236524015 w 199"/>
                <a:gd name="T37" fmla="*/ 511819122 h 200"/>
                <a:gd name="T38" fmla="*/ 354787592 w 199"/>
                <a:gd name="T39" fmla="*/ 629929055 h 200"/>
                <a:gd name="T40" fmla="*/ 285801552 w 199"/>
                <a:gd name="T41" fmla="*/ 787412103 h 200"/>
                <a:gd name="T42" fmla="*/ 128117829 w 199"/>
                <a:gd name="T43" fmla="*/ 787412103 h 200"/>
                <a:gd name="T44" fmla="*/ 0 w 199"/>
                <a:gd name="T45" fmla="*/ 915366884 h 200"/>
                <a:gd name="T46" fmla="*/ 0 w 199"/>
                <a:gd name="T47" fmla="*/ 1053163374 h 200"/>
                <a:gd name="T48" fmla="*/ 128117829 w 199"/>
                <a:gd name="T49" fmla="*/ 1181118155 h 200"/>
                <a:gd name="T50" fmla="*/ 285801552 w 199"/>
                <a:gd name="T51" fmla="*/ 1181118155 h 200"/>
                <a:gd name="T52" fmla="*/ 344930201 w 199"/>
                <a:gd name="T53" fmla="*/ 1328759493 h 200"/>
                <a:gd name="T54" fmla="*/ 236524015 w 199"/>
                <a:gd name="T55" fmla="*/ 1446869426 h 200"/>
                <a:gd name="T56" fmla="*/ 236524015 w 199"/>
                <a:gd name="T57" fmla="*/ 1633880742 h 200"/>
                <a:gd name="T58" fmla="*/ 325221698 w 199"/>
                <a:gd name="T59" fmla="*/ 1722465544 h 200"/>
                <a:gd name="T60" fmla="*/ 512468176 w 199"/>
                <a:gd name="T61" fmla="*/ 1722465544 h 200"/>
                <a:gd name="T62" fmla="*/ 620877501 w 199"/>
                <a:gd name="T63" fmla="*/ 1604352474 h 200"/>
                <a:gd name="T64" fmla="*/ 788415476 w 199"/>
                <a:gd name="T65" fmla="*/ 1673250719 h 200"/>
                <a:gd name="T66" fmla="*/ 788415476 w 199"/>
                <a:gd name="T67" fmla="*/ 1830733767 h 200"/>
                <a:gd name="T68" fmla="*/ 916533305 w 199"/>
                <a:gd name="T69" fmla="*/ 1968530258 h 200"/>
                <a:gd name="T70" fmla="*/ 1044647994 w 199"/>
                <a:gd name="T71" fmla="*/ 1968530258 h 200"/>
                <a:gd name="T72" fmla="*/ 1182623214 w 199"/>
                <a:gd name="T73" fmla="*/ 1830733767 h 200"/>
                <a:gd name="T74" fmla="*/ 1182623214 w 199"/>
                <a:gd name="T75" fmla="*/ 1673250719 h 200"/>
                <a:gd name="T76" fmla="*/ 1330449546 w 199"/>
                <a:gd name="T77" fmla="*/ 1614194184 h 200"/>
                <a:gd name="T78" fmla="*/ 1438855732 w 199"/>
                <a:gd name="T79" fmla="*/ 1722465544 h 200"/>
                <a:gd name="T80" fmla="*/ 1626105349 w 199"/>
                <a:gd name="T81" fmla="*/ 1722465544 h 200"/>
                <a:gd name="T82" fmla="*/ 1724657284 w 199"/>
                <a:gd name="T83" fmla="*/ 1633880742 h 200"/>
                <a:gd name="T84" fmla="*/ 1724657284 w 199"/>
                <a:gd name="T85" fmla="*/ 1446869426 h 200"/>
                <a:gd name="T86" fmla="*/ 1606393707 w 199"/>
                <a:gd name="T87" fmla="*/ 1328759493 h 200"/>
                <a:gd name="T88" fmla="*/ 1675379747 w 199"/>
                <a:gd name="T89" fmla="*/ 1181118155 h 200"/>
                <a:gd name="T90" fmla="*/ 1833063470 w 199"/>
                <a:gd name="T91" fmla="*/ 1181118155 h 200"/>
                <a:gd name="T92" fmla="*/ 1961181298 w 199"/>
                <a:gd name="T93" fmla="*/ 1053163374 h 200"/>
                <a:gd name="T94" fmla="*/ 1961181298 w 199"/>
                <a:gd name="T95" fmla="*/ 915366884 h 200"/>
                <a:gd name="T96" fmla="*/ 1833063470 w 199"/>
                <a:gd name="T97" fmla="*/ 787412103 h 200"/>
                <a:gd name="T98" fmla="*/ 985519345 w 199"/>
                <a:gd name="T99" fmla="*/ 1377971181 h 200"/>
                <a:gd name="T100" fmla="*/ 591311607 w 199"/>
                <a:gd name="T101" fmla="*/ 984265129 h 200"/>
                <a:gd name="T102" fmla="*/ 985519345 w 199"/>
                <a:gd name="T103" fmla="*/ 590559077 h 200"/>
                <a:gd name="T104" fmla="*/ 1369869692 w 199"/>
                <a:gd name="T105" fmla="*/ 984265129 h 200"/>
                <a:gd name="T106" fmla="*/ 985519345 w 199"/>
                <a:gd name="T107" fmla="*/ 1377971181 h 200"/>
                <a:gd name="T108" fmla="*/ 985519345 w 199"/>
                <a:gd name="T109" fmla="*/ 787412103 h 200"/>
                <a:gd name="T110" fmla="*/ 788415476 w 199"/>
                <a:gd name="T111" fmla="*/ 984265129 h 200"/>
                <a:gd name="T112" fmla="*/ 985519345 w 199"/>
                <a:gd name="T113" fmla="*/ 1181118155 h 200"/>
                <a:gd name="T114" fmla="*/ 1182623214 w 199"/>
                <a:gd name="T115" fmla="*/ 984265129 h 200"/>
                <a:gd name="T116" fmla="*/ 985519345 w 199"/>
                <a:gd name="T117" fmla="*/ 787412103 h 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99"/>
                <a:gd name="T178" fmla="*/ 0 h 200"/>
                <a:gd name="T179" fmla="*/ 199 w 199"/>
                <a:gd name="T180" fmla="*/ 200 h 20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99" h="200">
                  <a:moveTo>
                    <a:pt x="186" y="80"/>
                  </a:moveTo>
                  <a:cubicBezTo>
                    <a:pt x="170" y="80"/>
                    <a:pt x="170" y="80"/>
                    <a:pt x="170" y="80"/>
                  </a:cubicBezTo>
                  <a:cubicBezTo>
                    <a:pt x="168" y="74"/>
                    <a:pt x="166" y="69"/>
                    <a:pt x="163" y="64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80" y="47"/>
                    <a:pt x="180" y="38"/>
                    <a:pt x="175" y="33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0" y="19"/>
                    <a:pt x="152" y="19"/>
                    <a:pt x="146" y="24"/>
                  </a:cubicBezTo>
                  <a:cubicBezTo>
                    <a:pt x="135" y="36"/>
                    <a:pt x="135" y="36"/>
                    <a:pt x="135" y="36"/>
                  </a:cubicBezTo>
                  <a:cubicBezTo>
                    <a:pt x="130" y="33"/>
                    <a:pt x="125" y="31"/>
                    <a:pt x="120" y="30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20" y="6"/>
                    <a:pt x="114" y="0"/>
                    <a:pt x="106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86" y="0"/>
                    <a:pt x="80" y="6"/>
                    <a:pt x="80" y="13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74" y="31"/>
                    <a:pt x="69" y="33"/>
                    <a:pt x="64" y="36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7" y="19"/>
                    <a:pt x="38" y="19"/>
                    <a:pt x="33" y="2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8" y="38"/>
                    <a:pt x="18" y="47"/>
                    <a:pt x="24" y="52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3" y="69"/>
                    <a:pt x="31" y="74"/>
                    <a:pt x="29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6" y="80"/>
                    <a:pt x="0" y="86"/>
                    <a:pt x="0" y="93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4"/>
                    <a:pt x="6" y="120"/>
                    <a:pt x="13" y="120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31" y="125"/>
                    <a:pt x="33" y="130"/>
                    <a:pt x="35" y="135"/>
                  </a:cubicBezTo>
                  <a:cubicBezTo>
                    <a:pt x="24" y="147"/>
                    <a:pt x="24" y="147"/>
                    <a:pt x="24" y="147"/>
                  </a:cubicBezTo>
                  <a:cubicBezTo>
                    <a:pt x="18" y="152"/>
                    <a:pt x="18" y="160"/>
                    <a:pt x="24" y="166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8" y="180"/>
                    <a:pt x="47" y="180"/>
                    <a:pt x="52" y="175"/>
                  </a:cubicBezTo>
                  <a:cubicBezTo>
                    <a:pt x="63" y="163"/>
                    <a:pt x="63" y="163"/>
                    <a:pt x="63" y="163"/>
                  </a:cubicBezTo>
                  <a:cubicBezTo>
                    <a:pt x="69" y="166"/>
                    <a:pt x="74" y="169"/>
                    <a:pt x="80" y="170"/>
                  </a:cubicBezTo>
                  <a:cubicBezTo>
                    <a:pt x="80" y="186"/>
                    <a:pt x="80" y="186"/>
                    <a:pt x="80" y="186"/>
                  </a:cubicBezTo>
                  <a:cubicBezTo>
                    <a:pt x="80" y="194"/>
                    <a:pt x="86" y="200"/>
                    <a:pt x="93" y="200"/>
                  </a:cubicBezTo>
                  <a:cubicBezTo>
                    <a:pt x="106" y="200"/>
                    <a:pt x="106" y="200"/>
                    <a:pt x="106" y="200"/>
                  </a:cubicBezTo>
                  <a:cubicBezTo>
                    <a:pt x="114" y="200"/>
                    <a:pt x="120" y="194"/>
                    <a:pt x="120" y="186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5" y="169"/>
                    <a:pt x="130" y="166"/>
                    <a:pt x="135" y="164"/>
                  </a:cubicBezTo>
                  <a:cubicBezTo>
                    <a:pt x="146" y="175"/>
                    <a:pt x="146" y="175"/>
                    <a:pt x="146" y="175"/>
                  </a:cubicBezTo>
                  <a:cubicBezTo>
                    <a:pt x="152" y="180"/>
                    <a:pt x="160" y="180"/>
                    <a:pt x="165" y="175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80" y="160"/>
                    <a:pt x="180" y="152"/>
                    <a:pt x="175" y="147"/>
                  </a:cubicBezTo>
                  <a:cubicBezTo>
                    <a:pt x="163" y="135"/>
                    <a:pt x="163" y="135"/>
                    <a:pt x="163" y="135"/>
                  </a:cubicBezTo>
                  <a:cubicBezTo>
                    <a:pt x="166" y="131"/>
                    <a:pt x="168" y="125"/>
                    <a:pt x="170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193" y="120"/>
                    <a:pt x="199" y="114"/>
                    <a:pt x="199" y="107"/>
                  </a:cubicBezTo>
                  <a:cubicBezTo>
                    <a:pt x="199" y="93"/>
                    <a:pt x="199" y="93"/>
                    <a:pt x="199" y="93"/>
                  </a:cubicBezTo>
                  <a:cubicBezTo>
                    <a:pt x="199" y="86"/>
                    <a:pt x="193" y="80"/>
                    <a:pt x="186" y="80"/>
                  </a:cubicBezTo>
                  <a:close/>
                  <a:moveTo>
                    <a:pt x="100" y="140"/>
                  </a:moveTo>
                  <a:cubicBezTo>
                    <a:pt x="78" y="140"/>
                    <a:pt x="60" y="122"/>
                    <a:pt x="60" y="100"/>
                  </a:cubicBezTo>
                  <a:cubicBezTo>
                    <a:pt x="60" y="78"/>
                    <a:pt x="78" y="60"/>
                    <a:pt x="100" y="60"/>
                  </a:cubicBezTo>
                  <a:cubicBezTo>
                    <a:pt x="122" y="60"/>
                    <a:pt x="139" y="78"/>
                    <a:pt x="139" y="100"/>
                  </a:cubicBezTo>
                  <a:cubicBezTo>
                    <a:pt x="139" y="122"/>
                    <a:pt x="122" y="140"/>
                    <a:pt x="100" y="140"/>
                  </a:cubicBezTo>
                  <a:close/>
                  <a:moveTo>
                    <a:pt x="100" y="80"/>
                  </a:moveTo>
                  <a:cubicBezTo>
                    <a:pt x="89" y="80"/>
                    <a:pt x="80" y="89"/>
                    <a:pt x="80" y="100"/>
                  </a:cubicBezTo>
                  <a:cubicBezTo>
                    <a:pt x="80" y="111"/>
                    <a:pt x="89" y="120"/>
                    <a:pt x="100" y="120"/>
                  </a:cubicBezTo>
                  <a:cubicBezTo>
                    <a:pt x="111" y="120"/>
                    <a:pt x="120" y="111"/>
                    <a:pt x="120" y="100"/>
                  </a:cubicBezTo>
                  <a:cubicBezTo>
                    <a:pt x="120" y="89"/>
                    <a:pt x="111" y="80"/>
                    <a:pt x="100" y="80"/>
                  </a:cubicBez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34" name="组合 12"/>
          <p:cNvGrpSpPr>
            <a:grpSpLocks/>
          </p:cNvGrpSpPr>
          <p:nvPr/>
        </p:nvGrpSpPr>
        <p:grpSpPr bwMode="auto">
          <a:xfrm>
            <a:off x="4140200" y="2616200"/>
            <a:ext cx="1533525" cy="1533525"/>
            <a:chOff x="0" y="0"/>
            <a:chExt cx="1141228" cy="1141228"/>
          </a:xfrm>
        </p:grpSpPr>
        <p:sp>
          <p:nvSpPr>
            <p:cNvPr id="2072" name="椭圆 13"/>
            <p:cNvSpPr>
              <a:spLocks noChangeArrowheads="1"/>
            </p:cNvSpPr>
            <p:nvPr/>
          </p:nvSpPr>
          <p:spPr bwMode="auto">
            <a:xfrm>
              <a:off x="0" y="0"/>
              <a:ext cx="1141228" cy="1141228"/>
            </a:xfrm>
            <a:prstGeom prst="ellipse">
              <a:avLst/>
            </a:prstGeom>
            <a:solidFill>
              <a:srgbClr val="22F2CC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073" name="Freeform 13"/>
            <p:cNvSpPr>
              <a:spLocks noEditPoints="1" noChangeArrowheads="1"/>
            </p:cNvSpPr>
            <p:nvPr/>
          </p:nvSpPr>
          <p:spPr bwMode="auto">
            <a:xfrm>
              <a:off x="307845" y="308419"/>
              <a:ext cx="525539" cy="524392"/>
            </a:xfrm>
            <a:custGeom>
              <a:avLst/>
              <a:gdLst>
                <a:gd name="T0" fmla="*/ 910935156 w 197"/>
                <a:gd name="T1" fmla="*/ 715813808 h 196"/>
                <a:gd name="T2" fmla="*/ 1046150738 w 197"/>
                <a:gd name="T3" fmla="*/ 744446682 h 196"/>
                <a:gd name="T4" fmla="*/ 1401985992 w 197"/>
                <a:gd name="T5" fmla="*/ 386538440 h 196"/>
                <a:gd name="T6" fmla="*/ 1394868540 w 197"/>
                <a:gd name="T7" fmla="*/ 322115812 h 196"/>
                <a:gd name="T8" fmla="*/ 1145784396 w 197"/>
                <a:gd name="T9" fmla="*/ 594125434 h 196"/>
                <a:gd name="T10" fmla="*/ 903817704 w 197"/>
                <a:gd name="T11" fmla="*/ 551176124 h 196"/>
                <a:gd name="T12" fmla="*/ 818418950 w 197"/>
                <a:gd name="T13" fmla="*/ 322115812 h 196"/>
                <a:gd name="T14" fmla="*/ 1095967567 w 197"/>
                <a:gd name="T15" fmla="*/ 28632873 h 196"/>
                <a:gd name="T16" fmla="*/ 1046150738 w 197"/>
                <a:gd name="T17" fmla="*/ 21473317 h 196"/>
                <a:gd name="T18" fmla="*/ 683200700 w 197"/>
                <a:gd name="T19" fmla="*/ 386538440 h 196"/>
                <a:gd name="T20" fmla="*/ 718785292 w 197"/>
                <a:gd name="T21" fmla="*/ 529702807 h 196"/>
                <a:gd name="T22" fmla="*/ 377184942 w 197"/>
                <a:gd name="T23" fmla="*/ 952031001 h 196"/>
                <a:gd name="T24" fmla="*/ 313133210 w 197"/>
                <a:gd name="T25" fmla="*/ 937714564 h 196"/>
                <a:gd name="T26" fmla="*/ 85401421 w 197"/>
                <a:gd name="T27" fmla="*/ 1159617995 h 196"/>
                <a:gd name="T28" fmla="*/ 313133210 w 197"/>
                <a:gd name="T29" fmla="*/ 1388678306 h 196"/>
                <a:gd name="T30" fmla="*/ 533750213 w 197"/>
                <a:gd name="T31" fmla="*/ 1159617995 h 196"/>
                <a:gd name="T32" fmla="*/ 512400525 w 197"/>
                <a:gd name="T33" fmla="*/ 1080878931 h 196"/>
                <a:gd name="T34" fmla="*/ 910935156 w 197"/>
                <a:gd name="T35" fmla="*/ 715813808 h 196"/>
                <a:gd name="T36" fmla="*/ 313133210 w 197"/>
                <a:gd name="T37" fmla="*/ 1281306369 h 196"/>
                <a:gd name="T38" fmla="*/ 192149863 w 197"/>
                <a:gd name="T39" fmla="*/ 1159617995 h 196"/>
                <a:gd name="T40" fmla="*/ 313133210 w 197"/>
                <a:gd name="T41" fmla="*/ 1045089177 h 196"/>
                <a:gd name="T42" fmla="*/ 427001771 w 197"/>
                <a:gd name="T43" fmla="*/ 1159617995 h 196"/>
                <a:gd name="T44" fmla="*/ 313133210 w 197"/>
                <a:gd name="T45" fmla="*/ 1281306369 h 196"/>
                <a:gd name="T46" fmla="*/ 334482898 w 197"/>
                <a:gd name="T47" fmla="*/ 436647306 h 196"/>
                <a:gd name="T48" fmla="*/ 540867665 w 197"/>
                <a:gd name="T49" fmla="*/ 658548062 h 196"/>
                <a:gd name="T50" fmla="*/ 640501323 w 197"/>
                <a:gd name="T51" fmla="*/ 551176124 h 196"/>
                <a:gd name="T52" fmla="*/ 434116556 w 197"/>
                <a:gd name="T53" fmla="*/ 336432249 h 196"/>
                <a:gd name="T54" fmla="*/ 483933385 w 197"/>
                <a:gd name="T55" fmla="*/ 286326058 h 196"/>
                <a:gd name="T56" fmla="*/ 199267315 w 197"/>
                <a:gd name="T57" fmla="*/ 0 h 196"/>
                <a:gd name="T58" fmla="*/ 0 w 197"/>
                <a:gd name="T59" fmla="*/ 207586994 h 196"/>
                <a:gd name="T60" fmla="*/ 277551285 w 197"/>
                <a:gd name="T61" fmla="*/ 486753497 h 196"/>
                <a:gd name="T62" fmla="*/ 334482898 w 197"/>
                <a:gd name="T63" fmla="*/ 436647306 h 196"/>
                <a:gd name="T64" fmla="*/ 982101673 w 197"/>
                <a:gd name="T65" fmla="*/ 765919999 h 196"/>
                <a:gd name="T66" fmla="*/ 690318152 w 197"/>
                <a:gd name="T67" fmla="*/ 1023613184 h 196"/>
                <a:gd name="T68" fmla="*/ 1010568814 w 197"/>
                <a:gd name="T69" fmla="*/ 1345728996 h 196"/>
                <a:gd name="T70" fmla="*/ 1209836129 w 197"/>
                <a:gd name="T71" fmla="*/ 1345728996 h 196"/>
                <a:gd name="T72" fmla="*/ 1295234883 w 197"/>
                <a:gd name="T73" fmla="*/ 1266989932 h 196"/>
                <a:gd name="T74" fmla="*/ 1295234883 w 197"/>
                <a:gd name="T75" fmla="*/ 1066562494 h 196"/>
                <a:gd name="T76" fmla="*/ 982101673 w 197"/>
                <a:gd name="T77" fmla="*/ 765919999 h 196"/>
                <a:gd name="T78" fmla="*/ 1124434708 w 197"/>
                <a:gd name="T79" fmla="*/ 1288463250 h 196"/>
                <a:gd name="T80" fmla="*/ 1074617879 w 197"/>
                <a:gd name="T81" fmla="*/ 1288463250 h 196"/>
                <a:gd name="T82" fmla="*/ 811301498 w 197"/>
                <a:gd name="T83" fmla="*/ 1030772740 h 196"/>
                <a:gd name="T84" fmla="*/ 811301498 w 197"/>
                <a:gd name="T85" fmla="*/ 980663874 h 196"/>
                <a:gd name="T86" fmla="*/ 861118327 w 197"/>
                <a:gd name="T87" fmla="*/ 980663874 h 196"/>
                <a:gd name="T88" fmla="*/ 1124434708 w 197"/>
                <a:gd name="T89" fmla="*/ 1238357059 h 196"/>
                <a:gd name="T90" fmla="*/ 1124434708 w 197"/>
                <a:gd name="T91" fmla="*/ 1288463250 h 196"/>
                <a:gd name="T92" fmla="*/ 1238303270 w 197"/>
                <a:gd name="T93" fmla="*/ 1173934432 h 196"/>
                <a:gd name="T94" fmla="*/ 1188486441 w 197"/>
                <a:gd name="T95" fmla="*/ 1173934432 h 196"/>
                <a:gd name="T96" fmla="*/ 925167392 w 197"/>
                <a:gd name="T97" fmla="*/ 916241247 h 196"/>
                <a:gd name="T98" fmla="*/ 925167392 w 197"/>
                <a:gd name="T99" fmla="*/ 866135056 h 196"/>
                <a:gd name="T100" fmla="*/ 974984221 w 197"/>
                <a:gd name="T101" fmla="*/ 866135056 h 196"/>
                <a:gd name="T102" fmla="*/ 1238303270 w 197"/>
                <a:gd name="T103" fmla="*/ 1123828241 h 196"/>
                <a:gd name="T104" fmla="*/ 1238303270 w 197"/>
                <a:gd name="T105" fmla="*/ 1173934432 h 1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7"/>
                <a:gd name="T160" fmla="*/ 0 h 196"/>
                <a:gd name="T161" fmla="*/ 197 w 197"/>
                <a:gd name="T162" fmla="*/ 196 h 1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7" h="196">
                  <a:moveTo>
                    <a:pt x="128" y="100"/>
                  </a:moveTo>
                  <a:cubicBezTo>
                    <a:pt x="134" y="103"/>
                    <a:pt x="140" y="104"/>
                    <a:pt x="147" y="104"/>
                  </a:cubicBezTo>
                  <a:cubicBezTo>
                    <a:pt x="175" y="104"/>
                    <a:pt x="197" y="82"/>
                    <a:pt x="197" y="54"/>
                  </a:cubicBezTo>
                  <a:cubicBezTo>
                    <a:pt x="197" y="51"/>
                    <a:pt x="197" y="48"/>
                    <a:pt x="196" y="45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27" y="77"/>
                    <a:pt x="127" y="77"/>
                    <a:pt x="127" y="77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54" y="4"/>
                    <a:pt x="154" y="4"/>
                    <a:pt x="154" y="4"/>
                  </a:cubicBezTo>
                  <a:cubicBezTo>
                    <a:pt x="152" y="3"/>
                    <a:pt x="149" y="3"/>
                    <a:pt x="147" y="3"/>
                  </a:cubicBezTo>
                  <a:cubicBezTo>
                    <a:pt x="119" y="3"/>
                    <a:pt x="96" y="26"/>
                    <a:pt x="96" y="54"/>
                  </a:cubicBezTo>
                  <a:cubicBezTo>
                    <a:pt x="96" y="61"/>
                    <a:pt x="98" y="68"/>
                    <a:pt x="101" y="74"/>
                  </a:cubicBezTo>
                  <a:cubicBezTo>
                    <a:pt x="85" y="101"/>
                    <a:pt x="62" y="124"/>
                    <a:pt x="53" y="133"/>
                  </a:cubicBezTo>
                  <a:cubicBezTo>
                    <a:pt x="50" y="132"/>
                    <a:pt x="47" y="131"/>
                    <a:pt x="44" y="131"/>
                  </a:cubicBezTo>
                  <a:cubicBezTo>
                    <a:pt x="26" y="131"/>
                    <a:pt x="12" y="145"/>
                    <a:pt x="12" y="162"/>
                  </a:cubicBezTo>
                  <a:cubicBezTo>
                    <a:pt x="12" y="180"/>
                    <a:pt x="26" y="194"/>
                    <a:pt x="44" y="194"/>
                  </a:cubicBezTo>
                  <a:cubicBezTo>
                    <a:pt x="61" y="194"/>
                    <a:pt x="75" y="180"/>
                    <a:pt x="75" y="162"/>
                  </a:cubicBezTo>
                  <a:cubicBezTo>
                    <a:pt x="75" y="158"/>
                    <a:pt x="74" y="154"/>
                    <a:pt x="72" y="151"/>
                  </a:cubicBezTo>
                  <a:cubicBezTo>
                    <a:pt x="79" y="141"/>
                    <a:pt x="98" y="119"/>
                    <a:pt x="128" y="100"/>
                  </a:cubicBezTo>
                  <a:close/>
                  <a:moveTo>
                    <a:pt x="44" y="179"/>
                  </a:moveTo>
                  <a:cubicBezTo>
                    <a:pt x="34" y="179"/>
                    <a:pt x="27" y="172"/>
                    <a:pt x="27" y="162"/>
                  </a:cubicBezTo>
                  <a:cubicBezTo>
                    <a:pt x="27" y="153"/>
                    <a:pt x="34" y="146"/>
                    <a:pt x="44" y="146"/>
                  </a:cubicBezTo>
                  <a:cubicBezTo>
                    <a:pt x="53" y="146"/>
                    <a:pt x="60" y="153"/>
                    <a:pt x="60" y="162"/>
                  </a:cubicBezTo>
                  <a:cubicBezTo>
                    <a:pt x="60" y="172"/>
                    <a:pt x="53" y="179"/>
                    <a:pt x="44" y="179"/>
                  </a:cubicBezTo>
                  <a:close/>
                  <a:moveTo>
                    <a:pt x="47" y="61"/>
                  </a:moveTo>
                  <a:cubicBezTo>
                    <a:pt x="76" y="92"/>
                    <a:pt x="76" y="92"/>
                    <a:pt x="76" y="92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39" y="68"/>
                    <a:pt x="39" y="68"/>
                    <a:pt x="39" y="68"/>
                  </a:cubicBezTo>
                  <a:lnTo>
                    <a:pt x="47" y="61"/>
                  </a:lnTo>
                  <a:close/>
                  <a:moveTo>
                    <a:pt x="138" y="107"/>
                  </a:moveTo>
                  <a:cubicBezTo>
                    <a:pt x="138" y="107"/>
                    <a:pt x="114" y="114"/>
                    <a:pt x="97" y="143"/>
                  </a:cubicBezTo>
                  <a:cubicBezTo>
                    <a:pt x="97" y="141"/>
                    <a:pt x="142" y="188"/>
                    <a:pt x="142" y="188"/>
                  </a:cubicBezTo>
                  <a:cubicBezTo>
                    <a:pt x="150" y="196"/>
                    <a:pt x="163" y="196"/>
                    <a:pt x="170" y="188"/>
                  </a:cubicBezTo>
                  <a:cubicBezTo>
                    <a:pt x="182" y="177"/>
                    <a:pt x="182" y="177"/>
                    <a:pt x="182" y="177"/>
                  </a:cubicBezTo>
                  <a:cubicBezTo>
                    <a:pt x="189" y="169"/>
                    <a:pt x="189" y="156"/>
                    <a:pt x="182" y="149"/>
                  </a:cubicBezTo>
                  <a:lnTo>
                    <a:pt x="138" y="107"/>
                  </a:lnTo>
                  <a:close/>
                  <a:moveTo>
                    <a:pt x="158" y="180"/>
                  </a:moveTo>
                  <a:cubicBezTo>
                    <a:pt x="156" y="182"/>
                    <a:pt x="153" y="182"/>
                    <a:pt x="151" y="180"/>
                  </a:cubicBezTo>
                  <a:cubicBezTo>
                    <a:pt x="114" y="144"/>
                    <a:pt x="114" y="144"/>
                    <a:pt x="114" y="144"/>
                  </a:cubicBezTo>
                  <a:cubicBezTo>
                    <a:pt x="112" y="142"/>
                    <a:pt x="112" y="139"/>
                    <a:pt x="114" y="137"/>
                  </a:cubicBezTo>
                  <a:cubicBezTo>
                    <a:pt x="116" y="135"/>
                    <a:pt x="120" y="135"/>
                    <a:pt x="121" y="137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60" y="175"/>
                    <a:pt x="160" y="178"/>
                    <a:pt x="158" y="180"/>
                  </a:cubicBezTo>
                  <a:close/>
                  <a:moveTo>
                    <a:pt x="174" y="164"/>
                  </a:moveTo>
                  <a:cubicBezTo>
                    <a:pt x="172" y="166"/>
                    <a:pt x="169" y="166"/>
                    <a:pt x="167" y="164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8" y="126"/>
                    <a:pt x="128" y="123"/>
                    <a:pt x="130" y="121"/>
                  </a:cubicBezTo>
                  <a:cubicBezTo>
                    <a:pt x="132" y="119"/>
                    <a:pt x="136" y="119"/>
                    <a:pt x="137" y="121"/>
                  </a:cubicBezTo>
                  <a:cubicBezTo>
                    <a:pt x="174" y="157"/>
                    <a:pt x="174" y="157"/>
                    <a:pt x="174" y="157"/>
                  </a:cubicBezTo>
                  <a:cubicBezTo>
                    <a:pt x="176" y="159"/>
                    <a:pt x="176" y="162"/>
                    <a:pt x="174" y="164"/>
                  </a:cubicBez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59" name="组合 2"/>
          <p:cNvGrpSpPr>
            <a:grpSpLocks/>
          </p:cNvGrpSpPr>
          <p:nvPr/>
        </p:nvGrpSpPr>
        <p:grpSpPr bwMode="auto">
          <a:xfrm>
            <a:off x="8651875" y="2628900"/>
            <a:ext cx="1533525" cy="1533525"/>
            <a:chOff x="0" y="0"/>
            <a:chExt cx="903414" cy="903414"/>
          </a:xfrm>
        </p:grpSpPr>
        <p:sp>
          <p:nvSpPr>
            <p:cNvPr id="2065" name="椭圆 23"/>
            <p:cNvSpPr>
              <a:spLocks noChangeArrowheads="1"/>
            </p:cNvSpPr>
            <p:nvPr/>
          </p:nvSpPr>
          <p:spPr bwMode="auto">
            <a:xfrm>
              <a:off x="0" y="0"/>
              <a:ext cx="903414" cy="903414"/>
            </a:xfrm>
            <a:prstGeom prst="ellipse">
              <a:avLst/>
            </a:prstGeom>
            <a:solidFill>
              <a:srgbClr val="3D6869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latin typeface="宋体" pitchFamily="2" charset="-122"/>
                <a:sym typeface="宋体" pitchFamily="2" charset="-122"/>
              </a:endParaRPr>
            </a:p>
          </p:txBody>
        </p:sp>
        <p:grpSp>
          <p:nvGrpSpPr>
            <p:cNvPr id="2066" name="Group 4"/>
            <p:cNvGrpSpPr>
              <a:grpSpLocks/>
            </p:cNvGrpSpPr>
            <p:nvPr/>
          </p:nvGrpSpPr>
          <p:grpSpPr bwMode="auto">
            <a:xfrm>
              <a:off x="243695" y="233118"/>
              <a:ext cx="416025" cy="437179"/>
              <a:chOff x="0" y="0"/>
              <a:chExt cx="472" cy="496"/>
            </a:xfrm>
          </p:grpSpPr>
          <p:sp>
            <p:nvSpPr>
              <p:cNvPr id="2067" name="Freeform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72" cy="294"/>
              </a:xfrm>
              <a:custGeom>
                <a:avLst/>
                <a:gdLst>
                  <a:gd name="T0" fmla="*/ 295 w 472"/>
                  <a:gd name="T1" fmla="*/ 25 h 294"/>
                  <a:gd name="T2" fmla="*/ 350 w 472"/>
                  <a:gd name="T3" fmla="*/ 76 h 294"/>
                  <a:gd name="T4" fmla="*/ 270 w 472"/>
                  <a:gd name="T5" fmla="*/ 156 h 294"/>
                  <a:gd name="T6" fmla="*/ 228 w 472"/>
                  <a:gd name="T7" fmla="*/ 118 h 294"/>
                  <a:gd name="T8" fmla="*/ 228 w 472"/>
                  <a:gd name="T9" fmla="*/ 118 h 294"/>
                  <a:gd name="T10" fmla="*/ 181 w 472"/>
                  <a:gd name="T11" fmla="*/ 67 h 294"/>
                  <a:gd name="T12" fmla="*/ 177 w 472"/>
                  <a:gd name="T13" fmla="*/ 67 h 294"/>
                  <a:gd name="T14" fmla="*/ 177 w 472"/>
                  <a:gd name="T15" fmla="*/ 67 h 294"/>
                  <a:gd name="T16" fmla="*/ 131 w 472"/>
                  <a:gd name="T17" fmla="*/ 118 h 294"/>
                  <a:gd name="T18" fmla="*/ 131 w 472"/>
                  <a:gd name="T19" fmla="*/ 118 h 294"/>
                  <a:gd name="T20" fmla="*/ 0 w 472"/>
                  <a:gd name="T21" fmla="*/ 244 h 294"/>
                  <a:gd name="T22" fmla="*/ 50 w 472"/>
                  <a:gd name="T23" fmla="*/ 294 h 294"/>
                  <a:gd name="T24" fmla="*/ 177 w 472"/>
                  <a:gd name="T25" fmla="*/ 168 h 294"/>
                  <a:gd name="T26" fmla="*/ 219 w 472"/>
                  <a:gd name="T27" fmla="*/ 206 h 294"/>
                  <a:gd name="T28" fmla="*/ 219 w 472"/>
                  <a:gd name="T29" fmla="*/ 206 h 294"/>
                  <a:gd name="T30" fmla="*/ 266 w 472"/>
                  <a:gd name="T31" fmla="*/ 257 h 294"/>
                  <a:gd name="T32" fmla="*/ 270 w 472"/>
                  <a:gd name="T33" fmla="*/ 257 h 294"/>
                  <a:gd name="T34" fmla="*/ 270 w 472"/>
                  <a:gd name="T35" fmla="*/ 257 h 294"/>
                  <a:gd name="T36" fmla="*/ 316 w 472"/>
                  <a:gd name="T37" fmla="*/ 206 h 294"/>
                  <a:gd name="T38" fmla="*/ 316 w 472"/>
                  <a:gd name="T39" fmla="*/ 206 h 294"/>
                  <a:gd name="T40" fmla="*/ 396 w 472"/>
                  <a:gd name="T41" fmla="*/ 126 h 294"/>
                  <a:gd name="T42" fmla="*/ 451 w 472"/>
                  <a:gd name="T43" fmla="*/ 177 h 294"/>
                  <a:gd name="T44" fmla="*/ 460 w 472"/>
                  <a:gd name="T45" fmla="*/ 88 h 294"/>
                  <a:gd name="T46" fmla="*/ 472 w 472"/>
                  <a:gd name="T47" fmla="*/ 0 h 294"/>
                  <a:gd name="T48" fmla="*/ 384 w 472"/>
                  <a:gd name="T49" fmla="*/ 13 h 294"/>
                  <a:gd name="T50" fmla="*/ 295 w 472"/>
                  <a:gd name="T51" fmla="*/ 25 h 29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72"/>
                  <a:gd name="T79" fmla="*/ 0 h 294"/>
                  <a:gd name="T80" fmla="*/ 472 w 472"/>
                  <a:gd name="T81" fmla="*/ 294 h 294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72" h="294">
                    <a:moveTo>
                      <a:pt x="295" y="25"/>
                    </a:moveTo>
                    <a:lnTo>
                      <a:pt x="350" y="76"/>
                    </a:lnTo>
                    <a:lnTo>
                      <a:pt x="270" y="156"/>
                    </a:lnTo>
                    <a:lnTo>
                      <a:pt x="228" y="118"/>
                    </a:lnTo>
                    <a:lnTo>
                      <a:pt x="181" y="67"/>
                    </a:lnTo>
                    <a:lnTo>
                      <a:pt x="177" y="67"/>
                    </a:lnTo>
                    <a:lnTo>
                      <a:pt x="131" y="118"/>
                    </a:lnTo>
                    <a:lnTo>
                      <a:pt x="0" y="244"/>
                    </a:lnTo>
                    <a:lnTo>
                      <a:pt x="50" y="294"/>
                    </a:lnTo>
                    <a:lnTo>
                      <a:pt x="177" y="168"/>
                    </a:lnTo>
                    <a:lnTo>
                      <a:pt x="219" y="206"/>
                    </a:lnTo>
                    <a:lnTo>
                      <a:pt x="266" y="257"/>
                    </a:lnTo>
                    <a:lnTo>
                      <a:pt x="270" y="257"/>
                    </a:lnTo>
                    <a:lnTo>
                      <a:pt x="316" y="206"/>
                    </a:lnTo>
                    <a:lnTo>
                      <a:pt x="396" y="126"/>
                    </a:lnTo>
                    <a:lnTo>
                      <a:pt x="451" y="177"/>
                    </a:lnTo>
                    <a:lnTo>
                      <a:pt x="460" y="88"/>
                    </a:lnTo>
                    <a:lnTo>
                      <a:pt x="472" y="0"/>
                    </a:lnTo>
                    <a:lnTo>
                      <a:pt x="384" y="13"/>
                    </a:lnTo>
                    <a:lnTo>
                      <a:pt x="295" y="25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solidFill>
                  <a:schemeClr val="bg1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8" name="Rectangle 6"/>
              <p:cNvSpPr>
                <a:spLocks noChangeArrowheads="1"/>
              </p:cNvSpPr>
              <p:nvPr/>
            </p:nvSpPr>
            <p:spPr bwMode="auto">
              <a:xfrm>
                <a:off x="29" y="378"/>
                <a:ext cx="85" cy="1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buFont typeface="Arial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itchFamily="34" charset="0"/>
                  <a:sym typeface="宋体" pitchFamily="2" charset="-122"/>
                </a:endParaRPr>
              </a:p>
            </p:txBody>
          </p:sp>
          <p:sp>
            <p:nvSpPr>
              <p:cNvPr id="2069" name="Rectangle 7"/>
              <p:cNvSpPr>
                <a:spLocks noChangeArrowheads="1"/>
              </p:cNvSpPr>
              <p:nvPr/>
            </p:nvSpPr>
            <p:spPr bwMode="auto">
              <a:xfrm>
                <a:off x="152" y="273"/>
                <a:ext cx="80" cy="22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buFont typeface="Arial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itchFamily="34" charset="0"/>
                  <a:sym typeface="宋体" pitchFamily="2" charset="-122"/>
                </a:endParaRPr>
              </a:p>
            </p:txBody>
          </p:sp>
          <p:sp>
            <p:nvSpPr>
              <p:cNvPr id="2070" name="Rectangle 8"/>
              <p:cNvSpPr>
                <a:spLocks noChangeArrowheads="1"/>
              </p:cNvSpPr>
              <p:nvPr/>
            </p:nvSpPr>
            <p:spPr bwMode="auto">
              <a:xfrm>
                <a:off x="270" y="328"/>
                <a:ext cx="84" cy="16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buFont typeface="Arial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itchFamily="34" charset="0"/>
                  <a:sym typeface="宋体" pitchFamily="2" charset="-122"/>
                </a:endParaRPr>
              </a:p>
            </p:txBody>
          </p:sp>
          <p:sp>
            <p:nvSpPr>
              <p:cNvPr id="2071" name="Rectangle 9"/>
              <p:cNvSpPr>
                <a:spLocks noChangeArrowheads="1"/>
              </p:cNvSpPr>
              <p:nvPr/>
            </p:nvSpPr>
            <p:spPr bwMode="auto">
              <a:xfrm>
                <a:off x="388" y="223"/>
                <a:ext cx="80" cy="27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buFont typeface="Arial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itchFamily="34" charset="0"/>
                  <a:sym typeface="宋体" pitchFamily="2" charset="-122"/>
                </a:endParaRPr>
              </a:p>
            </p:txBody>
          </p:sp>
        </p:grpSp>
      </p:grpSp>
      <p:sp>
        <p:nvSpPr>
          <p:cNvPr id="2060" name="TextBox 4"/>
          <p:cNvSpPr>
            <a:spLocks noChangeArrowheads="1"/>
          </p:cNvSpPr>
          <p:nvPr/>
        </p:nvSpPr>
        <p:spPr bwMode="auto">
          <a:xfrm>
            <a:off x="1490663" y="4489450"/>
            <a:ext cx="21748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基本概念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Franklin Gothic Book" pitchFamily="34" charset="0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concepts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1" name="TextBox 4"/>
          <p:cNvSpPr>
            <a:spLocks noChangeArrowheads="1"/>
          </p:cNvSpPr>
          <p:nvPr/>
        </p:nvSpPr>
        <p:spPr bwMode="auto">
          <a:xfrm>
            <a:off x="3768725" y="4489450"/>
            <a:ext cx="2174875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设计过程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Franklin Gothic Book" pitchFamily="34" charset="0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process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2" name="TextBox 4"/>
          <p:cNvSpPr>
            <a:spLocks noChangeArrowheads="1"/>
          </p:cNvSpPr>
          <p:nvPr/>
        </p:nvSpPr>
        <p:spPr bwMode="auto">
          <a:xfrm>
            <a:off x="6048375" y="4483100"/>
            <a:ext cx="21732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设计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工具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Franklin Gothic Book" pitchFamily="34" charset="0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tools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3" name="TextBox 4"/>
          <p:cNvSpPr>
            <a:spLocks noChangeArrowheads="1"/>
          </p:cNvSpPr>
          <p:nvPr/>
        </p:nvSpPr>
        <p:spPr bwMode="auto">
          <a:xfrm>
            <a:off x="8326438" y="4483100"/>
            <a:ext cx="2174875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总结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Franklin Gothic Book" pitchFamily="34" charset="0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Franklin Gothic Book" pitchFamily="34" charset="0"/>
              </a:rPr>
              <a:t>summary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Franklin Gothic Book" pitchFamily="34" charset="0"/>
            </a:endParaRPr>
          </a:p>
        </p:txBody>
      </p:sp>
      <p:sp>
        <p:nvSpPr>
          <p:cNvPr id="2064" name="文本框 3"/>
          <p:cNvSpPr>
            <a:spLocks noChangeArrowheads="1"/>
          </p:cNvSpPr>
          <p:nvPr/>
        </p:nvSpPr>
        <p:spPr bwMode="auto">
          <a:xfrm>
            <a:off x="5205413" y="514350"/>
            <a:ext cx="738187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3600" b="1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目录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075" name="矩形 5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076" name="文本框 4"/>
          <p:cNvSpPr>
            <a:spLocks noChangeArrowheads="1"/>
          </p:cNvSpPr>
          <p:nvPr/>
        </p:nvSpPr>
        <p:spPr bwMode="auto">
          <a:xfrm>
            <a:off x="1058863" y="2297113"/>
            <a:ext cx="260667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en-US" altLang="zh-CN" sz="13800" b="1">
                <a:solidFill>
                  <a:srgbClr val="427172"/>
                </a:solidFill>
                <a:latin typeface="Broadway" pitchFamily="82" charset="0"/>
                <a:ea typeface="华文隶书" pitchFamily="2" charset="-122"/>
                <a:sym typeface="Microsoft New Tai Lue" pitchFamily="34" charset="0"/>
              </a:rPr>
              <a:t>01</a:t>
            </a:r>
            <a:endParaRPr lang="zh-CN" altLang="en-US" sz="13800" b="1">
              <a:solidFill>
                <a:srgbClr val="427172"/>
              </a:solidFill>
              <a:latin typeface="Broadway" pitchFamily="82" charset="0"/>
              <a:ea typeface="华文隶书" pitchFamily="2" charset="-122"/>
              <a:sym typeface="Microsoft New Tai Lue" pitchFamily="34" charset="0"/>
            </a:endParaRPr>
          </a:p>
        </p:txBody>
      </p:sp>
      <p:sp>
        <p:nvSpPr>
          <p:cNvPr id="3078" name="矩形 3"/>
          <p:cNvSpPr>
            <a:spLocks noChangeArrowheads="1"/>
          </p:cNvSpPr>
          <p:nvPr/>
        </p:nvSpPr>
        <p:spPr bwMode="auto">
          <a:xfrm>
            <a:off x="4913376" y="3111612"/>
            <a:ext cx="4864608" cy="63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Font typeface="Arial" pitchFamily="34" charset="0"/>
              <a:buNone/>
            </a:pPr>
            <a:r>
              <a:rPr lang="zh-CN" altLang="en-US" sz="3200" b="1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软件设计是什么？</a:t>
            </a:r>
            <a:endParaRPr lang="en-US" altLang="zh-CN" sz="3200" b="1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60550" y="1137443"/>
            <a:ext cx="501015" cy="4543425"/>
            <a:chOff x="3464561" y="1157287"/>
            <a:chExt cx="501015" cy="4543425"/>
          </a:xfrm>
        </p:grpSpPr>
        <p:sp>
          <p:nvSpPr>
            <p:cNvPr id="7178" name="椭圆 16"/>
            <p:cNvSpPr>
              <a:spLocks noChangeArrowheads="1"/>
            </p:cNvSpPr>
            <p:nvPr/>
          </p:nvSpPr>
          <p:spPr bwMode="auto">
            <a:xfrm>
              <a:off x="3466149" y="5431631"/>
              <a:ext cx="95250" cy="23018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79" name="椭圆 17"/>
            <p:cNvSpPr>
              <a:spLocks noChangeArrowheads="1"/>
            </p:cNvSpPr>
            <p:nvPr/>
          </p:nvSpPr>
          <p:spPr bwMode="auto">
            <a:xfrm>
              <a:off x="3464561" y="1175544"/>
              <a:ext cx="96838" cy="230187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94" name="圆角矩形 15"/>
            <p:cNvSpPr>
              <a:spLocks noChangeArrowheads="1"/>
            </p:cNvSpPr>
            <p:nvPr/>
          </p:nvSpPr>
          <p:spPr bwMode="auto">
            <a:xfrm>
              <a:off x="3473451" y="1157287"/>
              <a:ext cx="492125" cy="4543425"/>
            </a:xfrm>
            <a:custGeom>
              <a:avLst/>
              <a:gdLst>
                <a:gd name="T0" fmla="*/ 40084 w 738285"/>
                <a:gd name="T1" fmla="*/ 167116 h 4248500"/>
                <a:gd name="T2" fmla="*/ 5550 w 738285"/>
                <a:gd name="T3" fmla="*/ 12 h 4248500"/>
                <a:gd name="T4" fmla="*/ 280046 w 738285"/>
                <a:gd name="T5" fmla="*/ 12 h 4248500"/>
                <a:gd name="T6" fmla="*/ 328040 w 738285"/>
                <a:gd name="T7" fmla="*/ 123542 h 4248500"/>
                <a:gd name="T8" fmla="*/ 328040 w 738285"/>
                <a:gd name="T9" fmla="*/ 4735272 h 4248500"/>
                <a:gd name="T10" fmla="*/ 280046 w 738285"/>
                <a:gd name="T11" fmla="*/ 4858803 h 4248500"/>
                <a:gd name="T12" fmla="*/ 16130 w 738285"/>
                <a:gd name="T13" fmla="*/ 4858803 h 4248500"/>
                <a:gd name="T14" fmla="*/ 40084 w 738285"/>
                <a:gd name="T15" fmla="*/ 4735272 h 4248500"/>
                <a:gd name="T16" fmla="*/ 40084 w 738285"/>
                <a:gd name="T17" fmla="*/ 167116 h 42485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38285"/>
                <a:gd name="T28" fmla="*/ 0 h 4248500"/>
                <a:gd name="T29" fmla="*/ 738285 w 738285"/>
                <a:gd name="T30" fmla="*/ 4248500 h 42485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38285" h="4248500">
                  <a:moveTo>
                    <a:pt x="90213" y="146124"/>
                  </a:moveTo>
                  <a:cubicBezTo>
                    <a:pt x="128313" y="-4018"/>
                    <a:pt x="-47164" y="10"/>
                    <a:pt x="12490" y="10"/>
                  </a:cubicBezTo>
                  <a:lnTo>
                    <a:pt x="630271" y="10"/>
                  </a:lnTo>
                  <a:cubicBezTo>
                    <a:pt x="689925" y="10"/>
                    <a:pt x="738285" y="48370"/>
                    <a:pt x="738285" y="108024"/>
                  </a:cubicBezTo>
                  <a:lnTo>
                    <a:pt x="738285" y="4140468"/>
                  </a:lnTo>
                  <a:cubicBezTo>
                    <a:pt x="738285" y="4200122"/>
                    <a:pt x="689925" y="4248482"/>
                    <a:pt x="630271" y="4248482"/>
                  </a:cubicBezTo>
                  <a:lnTo>
                    <a:pt x="36302" y="4248482"/>
                  </a:lnTo>
                  <a:cubicBezTo>
                    <a:pt x="-23352" y="4248482"/>
                    <a:pt x="94976" y="4252509"/>
                    <a:pt x="90213" y="4140468"/>
                  </a:cubicBezTo>
                  <a:lnTo>
                    <a:pt x="90213" y="146124"/>
                  </a:lnTo>
                  <a:close/>
                </a:path>
              </a:pathLst>
            </a:cu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lIns="72000" tIns="0" rIns="0" bIns="0" anchor="ctr"/>
            <a:lstStyle/>
            <a:p>
              <a:pPr algn="ctr">
                <a:buFont typeface="Arial" pitchFamily="34" charset="0"/>
                <a:buNone/>
              </a:pPr>
              <a:r>
                <a:rPr lang="zh-CN" altLang="en-US" sz="2400" b="1" dirty="0" smtClean="0">
                  <a:solidFill>
                    <a:srgbClr val="427172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一些</a:t>
              </a:r>
              <a:r>
                <a:rPr lang="zh-CN" altLang="en-US" sz="2400" b="1" dirty="0">
                  <a:solidFill>
                    <a:srgbClr val="427172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定义</a:t>
              </a:r>
              <a:endParaRPr lang="zh-CN" altLang="en-US" sz="2400" b="1" dirty="0"/>
            </a:p>
          </p:txBody>
        </p:sp>
      </p:grp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473450" y="1598808"/>
            <a:ext cx="5999733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软件</a:t>
            </a:r>
            <a:r>
              <a:rPr lang="zh-CN" altLang="en-US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设计是从软件需求规格说明书出发，根据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需求分析</a:t>
            </a:r>
            <a:r>
              <a:rPr lang="zh-CN" altLang="en-US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阶段确定的功能设计软件系统的整体结构、划分功能模块、确定每个模块的实现算法以及编写具体的代码，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形成软件的具体设计方案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		——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百度百科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Software 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design is the process by which an agent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creates a specification of a software artifact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 intended to </a:t>
            </a:r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accomplish goals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 using a set of primitive components and subject to constraints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                                                        —— Wikipedia</a:t>
            </a:r>
            <a:endParaRPr lang="zh-CN" altLang="en-US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22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60550" y="1137443"/>
            <a:ext cx="501015" cy="4543425"/>
            <a:chOff x="3464561" y="1157287"/>
            <a:chExt cx="501015" cy="4543425"/>
          </a:xfrm>
        </p:grpSpPr>
        <p:sp>
          <p:nvSpPr>
            <p:cNvPr id="7178" name="椭圆 16"/>
            <p:cNvSpPr>
              <a:spLocks noChangeArrowheads="1"/>
            </p:cNvSpPr>
            <p:nvPr/>
          </p:nvSpPr>
          <p:spPr bwMode="auto">
            <a:xfrm>
              <a:off x="3466149" y="5431631"/>
              <a:ext cx="95250" cy="23018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79" name="椭圆 17"/>
            <p:cNvSpPr>
              <a:spLocks noChangeArrowheads="1"/>
            </p:cNvSpPr>
            <p:nvPr/>
          </p:nvSpPr>
          <p:spPr bwMode="auto">
            <a:xfrm>
              <a:off x="3464561" y="1175544"/>
              <a:ext cx="96838" cy="230187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94" name="圆角矩形 15"/>
            <p:cNvSpPr>
              <a:spLocks noChangeArrowheads="1"/>
            </p:cNvSpPr>
            <p:nvPr/>
          </p:nvSpPr>
          <p:spPr bwMode="auto">
            <a:xfrm>
              <a:off x="3473451" y="1157287"/>
              <a:ext cx="492125" cy="4543425"/>
            </a:xfrm>
            <a:custGeom>
              <a:avLst/>
              <a:gdLst>
                <a:gd name="T0" fmla="*/ 40084 w 738285"/>
                <a:gd name="T1" fmla="*/ 167116 h 4248500"/>
                <a:gd name="T2" fmla="*/ 5550 w 738285"/>
                <a:gd name="T3" fmla="*/ 12 h 4248500"/>
                <a:gd name="T4" fmla="*/ 280046 w 738285"/>
                <a:gd name="T5" fmla="*/ 12 h 4248500"/>
                <a:gd name="T6" fmla="*/ 328040 w 738285"/>
                <a:gd name="T7" fmla="*/ 123542 h 4248500"/>
                <a:gd name="T8" fmla="*/ 328040 w 738285"/>
                <a:gd name="T9" fmla="*/ 4735272 h 4248500"/>
                <a:gd name="T10" fmla="*/ 280046 w 738285"/>
                <a:gd name="T11" fmla="*/ 4858803 h 4248500"/>
                <a:gd name="T12" fmla="*/ 16130 w 738285"/>
                <a:gd name="T13" fmla="*/ 4858803 h 4248500"/>
                <a:gd name="T14" fmla="*/ 40084 w 738285"/>
                <a:gd name="T15" fmla="*/ 4735272 h 4248500"/>
                <a:gd name="T16" fmla="*/ 40084 w 738285"/>
                <a:gd name="T17" fmla="*/ 167116 h 42485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38285"/>
                <a:gd name="T28" fmla="*/ 0 h 4248500"/>
                <a:gd name="T29" fmla="*/ 738285 w 738285"/>
                <a:gd name="T30" fmla="*/ 4248500 h 42485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38285" h="4248500">
                  <a:moveTo>
                    <a:pt x="90213" y="146124"/>
                  </a:moveTo>
                  <a:cubicBezTo>
                    <a:pt x="128313" y="-4018"/>
                    <a:pt x="-47164" y="10"/>
                    <a:pt x="12490" y="10"/>
                  </a:cubicBezTo>
                  <a:lnTo>
                    <a:pt x="630271" y="10"/>
                  </a:lnTo>
                  <a:cubicBezTo>
                    <a:pt x="689925" y="10"/>
                    <a:pt x="738285" y="48370"/>
                    <a:pt x="738285" y="108024"/>
                  </a:cubicBezTo>
                  <a:lnTo>
                    <a:pt x="738285" y="4140468"/>
                  </a:lnTo>
                  <a:cubicBezTo>
                    <a:pt x="738285" y="4200122"/>
                    <a:pt x="689925" y="4248482"/>
                    <a:pt x="630271" y="4248482"/>
                  </a:cubicBezTo>
                  <a:lnTo>
                    <a:pt x="36302" y="4248482"/>
                  </a:lnTo>
                  <a:cubicBezTo>
                    <a:pt x="-23352" y="4248482"/>
                    <a:pt x="94976" y="4252509"/>
                    <a:pt x="90213" y="4140468"/>
                  </a:cubicBezTo>
                  <a:lnTo>
                    <a:pt x="90213" y="146124"/>
                  </a:lnTo>
                  <a:close/>
                </a:path>
              </a:pathLst>
            </a:cu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lIns="72000" tIns="0" rIns="0" bIns="0" anchor="ctr"/>
            <a:lstStyle/>
            <a:p>
              <a:pPr algn="ctr">
                <a:buFont typeface="Arial" pitchFamily="34" charset="0"/>
                <a:buNone/>
              </a:pPr>
              <a:r>
                <a:rPr lang="zh-CN" altLang="en-US" sz="2400" b="1" dirty="0" smtClean="0">
                  <a:solidFill>
                    <a:srgbClr val="427172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一些</a:t>
              </a:r>
              <a:r>
                <a:rPr lang="zh-CN" altLang="en-US" sz="2400" b="1" dirty="0">
                  <a:solidFill>
                    <a:srgbClr val="427172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定义</a:t>
              </a:r>
              <a:endParaRPr lang="zh-CN" altLang="en-US" sz="2400" b="1" dirty="0"/>
            </a:p>
          </p:txBody>
        </p:sp>
      </p:grp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473450" y="1598808"/>
            <a:ext cx="599973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Wikipedia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上对于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software design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其实有两种说法：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一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种是指  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“all 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the activity involved in conceptualizing, framing, implementing, commissioning, and ultimately modifying complex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systems”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（整个过程）</a:t>
            </a:r>
            <a:endParaRPr lang="zh-CN" altLang="en-US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70899" y="3168468"/>
            <a:ext cx="2339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B</a:t>
            </a:r>
            <a:r>
              <a:rPr lang="en-US" altLang="zh-CN" sz="54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onus</a:t>
            </a:r>
            <a:endParaRPr lang="zh-CN" altLang="en-US" sz="54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3451" y="4235450"/>
            <a:ext cx="533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</a:rPr>
              <a:t>另一种是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</a:rPr>
              <a:t>指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</a:rPr>
              <a:t>“the 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</a:rPr>
              <a:t>activity following requirements specification and before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</a:rPr>
              <a:t>programming”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</a:rPr>
              <a:t>（在需求分析与编码之间的过程）</a:t>
            </a:r>
            <a:endParaRPr lang="zh-CN" altLang="en-US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48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s0.bdstatic.com/70cFuHSh_Q1YnxGkpoWK1HF6hhy/it/u=2790176905,3197567185&amp;fm=26&amp;gp=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017" y="963983"/>
            <a:ext cx="4213075" cy="408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179137" y="963983"/>
            <a:ext cx="4063490" cy="392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 软件设计对产品质量具有无处不在的影响。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例如，设计决策可以（正面或负面）影响各种软件质量属性。这提示我们质量属性并不是单一的，要从多个方面考虑什么是设计质量。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6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21674" y="963983"/>
            <a:ext cx="39386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ISO 25010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软件质量标准中将设计质量分为以下属性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8200102" y="2371937"/>
            <a:ext cx="530943" cy="2797939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03322" y="2371937"/>
            <a:ext cx="18463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可理解性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可变性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可扩展性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可重用性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可测试性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可靠性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38925" y="3509296"/>
            <a:ext cx="2101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设计质量</a:t>
            </a:r>
          </a:p>
        </p:txBody>
      </p:sp>
    </p:spTree>
    <p:extLst>
      <p:ext uri="{BB962C8B-B14F-4D97-AF65-F5344CB8AC3E}">
        <p14:creationId xmlns:p14="http://schemas.microsoft.com/office/powerpoint/2010/main" val="173442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7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软件设计的质量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4" y="1484313"/>
            <a:ext cx="4247703" cy="43926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b="1"/>
              <a:t>高质量设计的特点</a:t>
            </a:r>
            <a:endParaRPr lang="en-US" altLang="zh-CN" sz="3200" b="1"/>
          </a:p>
          <a:p>
            <a:pPr marL="0" indent="0">
              <a:buNone/>
            </a:pPr>
            <a:endParaRPr lang="en-US" altLang="zh-CN" sz="1100"/>
          </a:p>
          <a:p>
            <a:r>
              <a:rPr lang="zh-CN" altLang="en-US" smtClean="0"/>
              <a:t>最小的复杂度</a:t>
            </a:r>
            <a:endParaRPr lang="en-US" altLang="zh-CN" smtClean="0"/>
          </a:p>
          <a:p>
            <a:pPr lvl="1"/>
            <a:r>
              <a:rPr lang="zh-CN" altLang="en-US" smtClean="0"/>
              <a:t>简单且易于理解</a:t>
            </a:r>
            <a:endParaRPr lang="en-US" altLang="zh-CN" smtClean="0"/>
          </a:p>
          <a:p>
            <a:r>
              <a:rPr lang="zh-CN" altLang="en-US" smtClean="0"/>
              <a:t>易于维护</a:t>
            </a:r>
            <a:endParaRPr lang="en-US" altLang="zh-CN" smtClean="0"/>
          </a:p>
          <a:p>
            <a:r>
              <a:rPr lang="zh-CN" altLang="en-US" smtClean="0"/>
              <a:t>松耦合</a:t>
            </a:r>
            <a:endParaRPr lang="en-US" altLang="zh-CN" smtClean="0"/>
          </a:p>
          <a:p>
            <a:pPr lvl="1"/>
            <a:r>
              <a:rPr lang="zh-CN" altLang="en-US" smtClean="0"/>
              <a:t>抽象、封装、信息隐藏</a:t>
            </a:r>
            <a:endParaRPr lang="en-US" altLang="zh-CN" smtClean="0"/>
          </a:p>
          <a:p>
            <a:r>
              <a:rPr lang="zh-CN" altLang="en-US" smtClean="0"/>
              <a:t>可扩展性</a:t>
            </a:r>
            <a:endParaRPr lang="en-US" altLang="zh-CN" smtClean="0"/>
          </a:p>
          <a:p>
            <a:r>
              <a:rPr lang="zh-CN" altLang="en-US" smtClean="0"/>
              <a:t>可重用性</a:t>
            </a:r>
            <a:endParaRPr lang="en-US" altLang="zh-CN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240017" y="2132386"/>
            <a:ext cx="4427985" cy="45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7675" indent="-44767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9000" indent="-439738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813" indent="-4032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81163" indent="-3857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701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273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845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417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989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CC9900"/>
              </a:buClr>
            </a:pPr>
            <a:r>
              <a:rPr lang="zh-CN" altLang="en-US">
                <a:solidFill>
                  <a:srgbClr val="292929"/>
                </a:solidFill>
                <a:latin typeface="Arial"/>
                <a:ea typeface="宋体"/>
              </a:rPr>
              <a:t>精简性</a:t>
            </a:r>
            <a:endParaRPr lang="en-US" altLang="zh-CN">
              <a:solidFill>
                <a:srgbClr val="292929"/>
              </a:solidFill>
              <a:latin typeface="Arial"/>
              <a:ea typeface="宋体"/>
            </a:endParaRPr>
          </a:p>
          <a:p>
            <a:pPr lvl="1">
              <a:buClr>
                <a:srgbClr val="999933"/>
              </a:buClr>
            </a:pPr>
            <a:r>
              <a:rPr lang="zh-CN" altLang="en-US">
                <a:solidFill>
                  <a:srgbClr val="292929"/>
                </a:solidFill>
                <a:latin typeface="Arial"/>
                <a:ea typeface="宋体"/>
              </a:rPr>
              <a:t>设计出的系统没有多余的部分</a:t>
            </a:r>
            <a:endParaRPr lang="en-US" altLang="zh-CN">
              <a:solidFill>
                <a:srgbClr val="292929"/>
              </a:solidFill>
              <a:latin typeface="Arial"/>
              <a:ea typeface="宋体"/>
            </a:endParaRPr>
          </a:p>
          <a:p>
            <a:pPr>
              <a:buClr>
                <a:srgbClr val="CC9900"/>
              </a:buClr>
            </a:pPr>
            <a:r>
              <a:rPr lang="zh-CN" altLang="en-US">
                <a:solidFill>
                  <a:srgbClr val="292929"/>
                </a:solidFill>
                <a:latin typeface="Arial"/>
                <a:ea typeface="宋体"/>
              </a:rPr>
              <a:t>层次性</a:t>
            </a:r>
            <a:endParaRPr lang="en-US" altLang="zh-CN">
              <a:solidFill>
                <a:srgbClr val="292929"/>
              </a:solidFill>
              <a:latin typeface="Arial"/>
              <a:ea typeface="宋体"/>
            </a:endParaRPr>
          </a:p>
          <a:p>
            <a:pPr lvl="1">
              <a:buClr>
                <a:srgbClr val="999933"/>
              </a:buClr>
            </a:pPr>
            <a:r>
              <a:rPr lang="zh-CN" altLang="en-US">
                <a:solidFill>
                  <a:srgbClr val="292929"/>
                </a:solidFill>
                <a:latin typeface="Arial"/>
                <a:ea typeface="宋体"/>
              </a:rPr>
              <a:t>系统应能清晰地分解出多层</a:t>
            </a:r>
            <a:endParaRPr lang="en-US" altLang="zh-CN">
              <a:solidFill>
                <a:srgbClr val="292929"/>
              </a:solidFill>
              <a:latin typeface="Arial"/>
              <a:ea typeface="宋体"/>
            </a:endParaRPr>
          </a:p>
          <a:p>
            <a:pPr lvl="1">
              <a:buClr>
                <a:srgbClr val="999933"/>
              </a:buClr>
            </a:pPr>
            <a:r>
              <a:rPr lang="zh-CN" altLang="en-US">
                <a:solidFill>
                  <a:srgbClr val="292929"/>
                </a:solidFill>
                <a:latin typeface="Arial"/>
                <a:ea typeface="宋体"/>
              </a:rPr>
              <a:t>底层模块不应依赖上层模块</a:t>
            </a:r>
            <a:endParaRPr lang="en-US" altLang="zh-CN">
              <a:solidFill>
                <a:srgbClr val="292929"/>
              </a:solidFill>
              <a:latin typeface="Arial"/>
              <a:ea typeface="宋体"/>
            </a:endParaRPr>
          </a:p>
          <a:p>
            <a:pPr>
              <a:buClr>
                <a:srgbClr val="CC9900"/>
              </a:buClr>
            </a:pPr>
            <a:r>
              <a:rPr lang="zh-CN" altLang="en-US">
                <a:solidFill>
                  <a:srgbClr val="292929"/>
                </a:solidFill>
                <a:latin typeface="Arial"/>
                <a:ea typeface="宋体"/>
              </a:rPr>
              <a:t>可移植性</a:t>
            </a:r>
            <a:endParaRPr lang="en-US" altLang="zh-CN">
              <a:solidFill>
                <a:srgbClr val="292929"/>
              </a:solidFill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46298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8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软件设计的质量</a:t>
            </a:r>
            <a:endParaRPr lang="zh-CN" altLang="zh-CN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72064" y="2565252"/>
            <a:ext cx="3462536" cy="3744069"/>
          </a:xfrm>
        </p:spPr>
        <p:txBody>
          <a:bodyPr/>
          <a:lstStyle/>
          <a:p>
            <a:r>
              <a:rPr lang="en-US" altLang="zh-CN" smtClean="0"/>
              <a:t>Robustness</a:t>
            </a:r>
          </a:p>
          <a:p>
            <a:r>
              <a:rPr lang="en-US" altLang="zh-CN" smtClean="0"/>
              <a:t>Security</a:t>
            </a:r>
          </a:p>
          <a:p>
            <a:r>
              <a:rPr lang="en-US" altLang="zh-CN" smtClean="0"/>
              <a:t>Usability</a:t>
            </a:r>
          </a:p>
          <a:p>
            <a:r>
              <a:rPr lang="en-US" altLang="zh-CN" smtClean="0"/>
              <a:t>Performance</a:t>
            </a:r>
          </a:p>
          <a:p>
            <a:r>
              <a:rPr lang="en-US" altLang="zh-CN" smtClean="0"/>
              <a:t>Portability</a:t>
            </a:r>
          </a:p>
          <a:p>
            <a:r>
              <a:rPr lang="en-US" altLang="zh-CN" smtClean="0"/>
              <a:t>Scalability</a:t>
            </a:r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919536" y="1492818"/>
            <a:ext cx="7200800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7675" indent="-44767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89000" indent="-439738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93813" indent="-4032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81163" indent="-385763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¡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701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273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845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417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98900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Clr>
                <a:srgbClr val="CC9900"/>
              </a:buClr>
              <a:buNone/>
            </a:pPr>
            <a:r>
              <a:rPr lang="en-US" altLang="zh-CN" sz="3200" b="1">
                <a:solidFill>
                  <a:srgbClr val="292929"/>
                </a:solidFill>
                <a:latin typeface="Arial"/>
                <a:ea typeface="宋体"/>
              </a:rPr>
              <a:t>Wikipedia: Design Considerations</a:t>
            </a:r>
          </a:p>
          <a:p>
            <a:pPr marL="0" indent="0">
              <a:buClr>
                <a:srgbClr val="CC9900"/>
              </a:buClr>
              <a:buNone/>
            </a:pPr>
            <a:endParaRPr lang="en-US" altLang="zh-CN" sz="1100">
              <a:solidFill>
                <a:srgbClr val="292929"/>
              </a:solidFill>
              <a:latin typeface="Arial"/>
              <a:ea typeface="宋体"/>
            </a:endParaRP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Compatibility</a:t>
            </a: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Extensibility</a:t>
            </a: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Fault-tolerance</a:t>
            </a: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Maintainability</a:t>
            </a: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Modularity</a:t>
            </a: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Reliability</a:t>
            </a:r>
          </a:p>
          <a:p>
            <a:pPr>
              <a:buClr>
                <a:srgbClr val="CC9900"/>
              </a:buClr>
            </a:pPr>
            <a:r>
              <a:rPr lang="en-US" altLang="zh-CN">
                <a:solidFill>
                  <a:srgbClr val="292929"/>
                </a:solidFill>
                <a:latin typeface="Arial"/>
                <a:ea typeface="宋体"/>
              </a:rPr>
              <a:t>Reusability</a:t>
            </a:r>
          </a:p>
        </p:txBody>
      </p:sp>
    </p:spTree>
    <p:extLst>
      <p:ext uri="{BB962C8B-B14F-4D97-AF65-F5344CB8AC3E}">
        <p14:creationId xmlns:p14="http://schemas.microsoft.com/office/powerpoint/2010/main" val="191821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9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软件设计的重要性</a:t>
            </a:r>
            <a:endParaRPr lang="zh-CN" altLang="zh-CN"/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2495550" y="1628775"/>
            <a:ext cx="7391400" cy="2362200"/>
            <a:chOff x="720" y="1162"/>
            <a:chExt cx="4656" cy="1488"/>
          </a:xfrm>
        </p:grpSpPr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720" y="1162"/>
              <a:ext cx="576" cy="33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>
                  <a:solidFill>
                    <a:srgbClr val="292929"/>
                  </a:solidFill>
                  <a:latin typeface="Times New Roman" pitchFamily="18" charset="0"/>
                </a:rPr>
                <a:t>定义</a:t>
              </a:r>
            </a:p>
          </p:txBody>
        </p:sp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1596" y="1402"/>
              <a:ext cx="576" cy="336"/>
            </a:xfrm>
            <a:prstGeom prst="rect">
              <a:avLst/>
            </a:prstGeom>
            <a:solidFill>
              <a:schemeClr val="accent1">
                <a:alpha val="30196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>
                  <a:solidFill>
                    <a:srgbClr val="292929"/>
                  </a:solidFill>
                  <a:latin typeface="Times New Roman" pitchFamily="18" charset="0"/>
                  <a:ea typeface="宋体" charset="-122"/>
                </a:rPr>
                <a:t>分析</a:t>
              </a: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2400" y="1642"/>
              <a:ext cx="576" cy="336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>
                  <a:solidFill>
                    <a:srgbClr val="292929"/>
                  </a:solidFill>
                  <a:latin typeface="Times New Roman" pitchFamily="18" charset="0"/>
                  <a:ea typeface="宋体" charset="-122"/>
                </a:rPr>
                <a:t>设计</a:t>
              </a:r>
            </a:p>
          </p:txBody>
        </p:sp>
        <p:sp>
          <p:nvSpPr>
            <p:cNvPr id="10" name="Rectangle 23"/>
            <p:cNvSpPr>
              <a:spLocks noChangeArrowheads="1"/>
            </p:cNvSpPr>
            <p:nvPr/>
          </p:nvSpPr>
          <p:spPr bwMode="auto">
            <a:xfrm>
              <a:off x="3216" y="1882"/>
              <a:ext cx="576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>
                  <a:solidFill>
                    <a:srgbClr val="292929"/>
                  </a:solidFill>
                  <a:latin typeface="Times New Roman" pitchFamily="18" charset="0"/>
                  <a:ea typeface="宋体" charset="-122"/>
                </a:rPr>
                <a:t>编码</a:t>
              </a:r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3984" y="2074"/>
              <a:ext cx="576" cy="336"/>
            </a:xfrm>
            <a:prstGeom prst="rect">
              <a:avLst/>
            </a:prstGeom>
            <a:solidFill>
              <a:schemeClr val="accent1">
                <a:alpha val="70195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>
                  <a:solidFill>
                    <a:srgbClr val="292929"/>
                  </a:solidFill>
                  <a:latin typeface="Times New Roman" pitchFamily="18" charset="0"/>
                  <a:ea typeface="宋体" charset="-122"/>
                </a:rPr>
                <a:t>测试</a:t>
              </a:r>
            </a:p>
          </p:txBody>
        </p:sp>
        <p:sp>
          <p:nvSpPr>
            <p:cNvPr id="12" name="Rectangle 25"/>
            <p:cNvSpPr>
              <a:spLocks noChangeArrowheads="1"/>
            </p:cNvSpPr>
            <p:nvPr/>
          </p:nvSpPr>
          <p:spPr bwMode="auto">
            <a:xfrm>
              <a:off x="4800" y="2314"/>
              <a:ext cx="576" cy="33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>
                  <a:solidFill>
                    <a:srgbClr val="292929"/>
                  </a:solidFill>
                  <a:latin typeface="Times New Roman" pitchFamily="18" charset="0"/>
                  <a:ea typeface="宋体" charset="-122"/>
                </a:rPr>
                <a:t>维护</a:t>
              </a:r>
            </a:p>
          </p:txBody>
        </p:sp>
        <p:sp>
          <p:nvSpPr>
            <p:cNvPr id="13" name="Line 26"/>
            <p:cNvSpPr>
              <a:spLocks noChangeShapeType="1"/>
            </p:cNvSpPr>
            <p:nvPr/>
          </p:nvSpPr>
          <p:spPr bwMode="auto">
            <a:xfrm>
              <a:off x="1008" y="1498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Line 27"/>
            <p:cNvSpPr>
              <a:spLocks noChangeShapeType="1"/>
            </p:cNvSpPr>
            <p:nvPr/>
          </p:nvSpPr>
          <p:spPr bwMode="auto">
            <a:xfrm>
              <a:off x="1008" y="1642"/>
              <a:ext cx="576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>
              <a:off x="1872" y="1738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1872" y="1882"/>
              <a:ext cx="52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>
              <a:off x="2688" y="1978"/>
              <a:ext cx="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>
              <a:off x="2688" y="2074"/>
              <a:ext cx="52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3504" y="2218"/>
              <a:ext cx="0" cy="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0" name="Line 33"/>
            <p:cNvSpPr>
              <a:spLocks noChangeShapeType="1"/>
            </p:cNvSpPr>
            <p:nvPr/>
          </p:nvSpPr>
          <p:spPr bwMode="auto">
            <a:xfrm>
              <a:off x="3504" y="2314"/>
              <a:ext cx="48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1" name="Line 34"/>
            <p:cNvSpPr>
              <a:spLocks noChangeShapeType="1"/>
            </p:cNvSpPr>
            <p:nvPr/>
          </p:nvSpPr>
          <p:spPr bwMode="auto">
            <a:xfrm>
              <a:off x="4272" y="2410"/>
              <a:ext cx="0" cy="1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" name="Line 35"/>
            <p:cNvSpPr>
              <a:spLocks noChangeShapeType="1"/>
            </p:cNvSpPr>
            <p:nvPr/>
          </p:nvSpPr>
          <p:spPr bwMode="auto">
            <a:xfrm>
              <a:off x="4272" y="2554"/>
              <a:ext cx="52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zh-CN" altLang="en-US">
                <a:solidFill>
                  <a:srgbClr val="292929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2" name="矩形 1"/>
          <p:cNvSpPr/>
          <p:nvPr/>
        </p:nvSpPr>
        <p:spPr bwMode="auto">
          <a:xfrm>
            <a:off x="2135560" y="1412777"/>
            <a:ext cx="2880320" cy="1663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>
              <a:solidFill>
                <a:srgbClr val="292929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4943872" y="2276873"/>
            <a:ext cx="2592288" cy="15557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>
              <a:solidFill>
                <a:srgbClr val="292929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19536" y="4509121"/>
            <a:ext cx="8064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zh-CN" altLang="en-US" sz="2800">
                <a:solidFill>
                  <a:srgbClr val="292929"/>
                </a:solidFill>
                <a:latin typeface="Times New Roman" pitchFamily="18" charset="0"/>
                <a:ea typeface="宋体" charset="-122"/>
              </a:rPr>
              <a:t>软件设计决定了软件开发的走向，直接影响到软件项目的成败</a:t>
            </a:r>
            <a:endParaRPr lang="en-US" altLang="zh-CN" sz="2800">
              <a:solidFill>
                <a:srgbClr val="292929"/>
              </a:solidFill>
              <a:latin typeface="Times New Roman" pitchFamily="18" charset="0"/>
              <a:ea typeface="宋体" charset="-122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zh-CN" altLang="en-US" sz="2800">
                <a:solidFill>
                  <a:srgbClr val="292929"/>
                </a:solidFill>
                <a:latin typeface="Times New Roman" pitchFamily="18" charset="0"/>
                <a:ea typeface="宋体" charset="-122"/>
              </a:rPr>
              <a:t>软件设计的质量在根本上决定了软件系统的质量</a:t>
            </a:r>
          </a:p>
        </p:txBody>
      </p:sp>
    </p:spTree>
    <p:extLst>
      <p:ext uri="{BB962C8B-B14F-4D97-AF65-F5344CB8AC3E}">
        <p14:creationId xmlns:p14="http://schemas.microsoft.com/office/powerpoint/2010/main" val="358815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10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</a:t>
            </a:r>
            <a:r>
              <a:rPr lang="zh-CN" altLang="en-US" smtClean="0"/>
              <a:t>设计与软件编码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/>
              <a:t>一个常见的错误观点：小的软件直接编码即可，不需要设计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	</a:t>
            </a:r>
          </a:p>
          <a:p>
            <a:r>
              <a:rPr lang="zh-CN" altLang="en-US" sz="2400"/>
              <a:t>“</a:t>
            </a:r>
            <a:r>
              <a:rPr lang="zh-CN" altLang="zh-CN" sz="2400"/>
              <a:t>在小型的、非正式的项目里，很多的设计工作是程序员坐在键盘前完成的。这里的“设计”可能就是指在编写具体代码之前先用伪代码写出一个类的接口，也可能就是在编码之前画出几个类之间的关系图，还可能就是询问另一位程序员用哪个设计模式会更好。无论是以何种方式来进行设计，小型项目也能和大型项目一样从精心的设计中获益。</a:t>
            </a:r>
            <a:r>
              <a:rPr lang="zh-CN" altLang="en-US" sz="2400"/>
              <a:t>”</a:t>
            </a:r>
            <a:endParaRPr lang="en-US" altLang="zh-CN" sz="2400"/>
          </a:p>
          <a:p>
            <a:pPr marL="0" indent="0" algn="r">
              <a:buNone/>
            </a:pPr>
            <a:r>
              <a:rPr lang="en-US" altLang="zh-CN" sz="2400"/>
              <a:t>——《</a:t>
            </a:r>
            <a:r>
              <a:rPr lang="zh-CN" altLang="en-US" sz="2400"/>
              <a:t>代码大全（第</a:t>
            </a:r>
            <a:r>
              <a:rPr lang="en-US" altLang="zh-CN" sz="2400"/>
              <a:t>2</a:t>
            </a:r>
            <a:r>
              <a:rPr lang="zh-CN" altLang="en-US" sz="2400"/>
              <a:t>版）</a:t>
            </a:r>
            <a:r>
              <a:rPr lang="en-US" altLang="zh-CN" sz="2400"/>
              <a:t>》73</a:t>
            </a:r>
            <a:r>
              <a:rPr lang="zh-CN" altLang="en-US" sz="2400"/>
              <a:t>页</a:t>
            </a:r>
            <a:endParaRPr lang="zh-CN" altLang="zh-CN" sz="2400"/>
          </a:p>
          <a:p>
            <a:endParaRPr lang="zh-CN" altLang="zh-CN" sz="2400"/>
          </a:p>
        </p:txBody>
      </p:sp>
    </p:spTree>
    <p:extLst>
      <p:ext uri="{BB962C8B-B14F-4D97-AF65-F5344CB8AC3E}">
        <p14:creationId xmlns:p14="http://schemas.microsoft.com/office/powerpoint/2010/main" val="18481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4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219" name="矩形 3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220" name="文本框 7"/>
          <p:cNvSpPr>
            <a:spLocks noChangeArrowheads="1"/>
          </p:cNvSpPr>
          <p:nvPr/>
        </p:nvSpPr>
        <p:spPr bwMode="auto">
          <a:xfrm>
            <a:off x="1058863" y="2297113"/>
            <a:ext cx="260667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en-US" altLang="zh-CN" sz="13800" b="1">
                <a:solidFill>
                  <a:srgbClr val="427172"/>
                </a:solidFill>
                <a:latin typeface="Broadway" pitchFamily="82" charset="0"/>
                <a:ea typeface="华文隶书" pitchFamily="2" charset="-122"/>
                <a:sym typeface="Microsoft New Tai Lue" pitchFamily="34" charset="0"/>
              </a:rPr>
              <a:t>02</a:t>
            </a:r>
            <a:endParaRPr lang="zh-CN" altLang="en-US" sz="13800" b="1">
              <a:solidFill>
                <a:srgbClr val="427172"/>
              </a:solidFill>
              <a:latin typeface="Broadway" pitchFamily="82" charset="0"/>
              <a:ea typeface="华文隶书" pitchFamily="2" charset="-122"/>
              <a:sym typeface="Microsoft New Tai Lue" pitchFamily="34" charset="0"/>
            </a:endParaRPr>
          </a:p>
        </p:txBody>
      </p:sp>
      <p:sp>
        <p:nvSpPr>
          <p:cNvPr id="9221" name="矩形 8"/>
          <p:cNvSpPr>
            <a:spLocks noChangeArrowheads="1"/>
          </p:cNvSpPr>
          <p:nvPr/>
        </p:nvSpPr>
        <p:spPr bwMode="auto">
          <a:xfrm>
            <a:off x="6415088" y="3135818"/>
            <a:ext cx="30684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32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软件设计的过程</a:t>
            </a:r>
            <a:endParaRPr lang="zh-CN" altLang="en-US" sz="32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28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12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软件设计的困难性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软件设计是一个创造性过程</a:t>
            </a:r>
            <a:endParaRPr lang="en-US" altLang="zh-CN" smtClean="0"/>
          </a:p>
          <a:p>
            <a:endParaRPr lang="en-US" altLang="zh-CN"/>
          </a:p>
          <a:p>
            <a:r>
              <a:rPr lang="zh-CN" altLang="en-US" smtClean="0"/>
              <a:t>软件设计中的挑战</a:t>
            </a:r>
            <a:endParaRPr lang="en-US" altLang="zh-CN" smtClean="0"/>
          </a:p>
          <a:p>
            <a:endParaRPr lang="en-US" altLang="zh-CN"/>
          </a:p>
          <a:p>
            <a:r>
              <a:rPr lang="zh-CN" altLang="en-US" smtClean="0"/>
              <a:t>软件设计的复杂性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309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13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软件设计的困难性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/>
              <a:t>1. </a:t>
            </a:r>
            <a:r>
              <a:rPr lang="zh-CN" altLang="en-US" sz="3200" b="1"/>
              <a:t>软件设计是一个创造性过程</a:t>
            </a:r>
            <a:endParaRPr lang="en-US" altLang="zh-CN" sz="3200" b="1"/>
          </a:p>
          <a:p>
            <a:endParaRPr lang="en-US" altLang="zh-CN" smtClean="0"/>
          </a:p>
          <a:p>
            <a:r>
              <a:rPr lang="en-US" altLang="zh-CN" smtClean="0"/>
              <a:t>Wikipedia</a:t>
            </a:r>
            <a:r>
              <a:rPr lang="en-US" altLang="zh-CN"/>
              <a:t>: Design</a:t>
            </a:r>
          </a:p>
          <a:p>
            <a:pPr lvl="1"/>
            <a:r>
              <a:rPr lang="en-US" altLang="zh-CN" b="1"/>
              <a:t>Design</a:t>
            </a:r>
            <a:r>
              <a:rPr lang="en-US" altLang="zh-CN"/>
              <a:t> is the </a:t>
            </a:r>
            <a:r>
              <a:rPr lang="en-US" altLang="zh-CN" u="sng"/>
              <a:t>creation</a:t>
            </a:r>
            <a:r>
              <a:rPr lang="en-US" altLang="zh-CN"/>
              <a:t> of a plan or convention for the construction of an object or a system.</a:t>
            </a:r>
          </a:p>
          <a:p>
            <a:endParaRPr lang="en-US" altLang="zh-CN"/>
          </a:p>
          <a:p>
            <a:r>
              <a:rPr lang="zh-CN" altLang="en-US" smtClean="0"/>
              <a:t>软件设计是去构思、创造或发明一套方案，把一份计算机软件的规格说明书要求转变为可实际运行的软件。</a:t>
            </a:r>
            <a:endParaRPr lang="en-US" altLang="zh-CN" smtClean="0"/>
          </a:p>
          <a:p>
            <a:pPr marL="0" indent="0">
              <a:buNone/>
            </a:pP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186132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14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软件设计的困难性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537" y="1268760"/>
            <a:ext cx="8142287" cy="49685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b="1"/>
              <a:t>2. </a:t>
            </a:r>
            <a:r>
              <a:rPr lang="zh-CN" altLang="en-US" sz="3200" b="1"/>
              <a:t>软件设计中的挑战</a:t>
            </a:r>
            <a:endParaRPr lang="en-US" altLang="zh-CN" sz="3200" b="1"/>
          </a:p>
          <a:p>
            <a:r>
              <a:rPr lang="zh-CN" altLang="en-US" smtClean="0"/>
              <a:t>设计是一个险恶的问题</a:t>
            </a:r>
            <a:endParaRPr lang="en-US" altLang="zh-CN" smtClean="0"/>
          </a:p>
          <a:p>
            <a:pPr lvl="1"/>
            <a:r>
              <a:rPr lang="zh-CN" altLang="en-US" smtClean="0"/>
              <a:t>险恶的问题：只有通过解决才能明确的问题</a:t>
            </a:r>
            <a:endParaRPr lang="en-US" altLang="zh-CN" smtClean="0"/>
          </a:p>
          <a:p>
            <a:pPr lvl="1"/>
            <a:r>
              <a:rPr lang="zh-CN" altLang="en-US" smtClean="0"/>
              <a:t>设计是一个一定会出错的过程</a:t>
            </a:r>
            <a:endParaRPr lang="en-US" altLang="zh-CN" smtClean="0"/>
          </a:p>
          <a:p>
            <a:r>
              <a:rPr lang="zh-CN" altLang="en-US" smtClean="0"/>
              <a:t>设计充满不确定性</a:t>
            </a:r>
            <a:endParaRPr lang="en-US" altLang="zh-CN" smtClean="0"/>
          </a:p>
          <a:p>
            <a:pPr lvl="1"/>
            <a:r>
              <a:rPr lang="zh-CN" altLang="en-US" smtClean="0"/>
              <a:t>存在多种可能方案</a:t>
            </a:r>
            <a:endParaRPr lang="en-US" altLang="zh-CN" smtClean="0"/>
          </a:p>
          <a:p>
            <a:pPr lvl="1"/>
            <a:r>
              <a:rPr lang="zh-CN" altLang="en-US" smtClean="0"/>
              <a:t>不断试验，各种取舍和调整</a:t>
            </a:r>
            <a:endParaRPr lang="en-US" altLang="zh-CN" smtClean="0"/>
          </a:p>
          <a:p>
            <a:r>
              <a:rPr lang="zh-CN" altLang="en-US" smtClean="0"/>
              <a:t>设计是一个启发式过程</a:t>
            </a:r>
            <a:endParaRPr lang="en-US" altLang="zh-CN" smtClean="0"/>
          </a:p>
          <a:p>
            <a:pPr lvl="1"/>
            <a:r>
              <a:rPr lang="zh-CN" altLang="en-US" smtClean="0"/>
              <a:t>没有放之四海而皆准的方法</a:t>
            </a:r>
            <a:endParaRPr lang="en-US" altLang="zh-CN" smtClean="0"/>
          </a:p>
          <a:p>
            <a:pPr lvl="1"/>
            <a:r>
              <a:rPr lang="zh-CN" altLang="en-US"/>
              <a:t>依赖</a:t>
            </a:r>
            <a:r>
              <a:rPr lang="zh-CN" altLang="en-US" smtClean="0"/>
              <a:t>于个人经验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15859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15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软件设计的困难性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/>
              <a:t>3. </a:t>
            </a:r>
            <a:r>
              <a:rPr lang="zh-CN" altLang="en-US" sz="3200" b="1"/>
              <a:t>软件设计的复杂性</a:t>
            </a:r>
            <a:endParaRPr lang="en-US" altLang="zh-CN" smtClean="0"/>
          </a:p>
          <a:p>
            <a:endParaRPr lang="en-US" altLang="zh-CN" sz="1200"/>
          </a:p>
          <a:p>
            <a:r>
              <a:rPr lang="en-US" altLang="zh-CN" smtClean="0"/>
              <a:t>Fred Brooks</a:t>
            </a:r>
            <a:r>
              <a:rPr lang="zh-CN" altLang="en-US" smtClean="0"/>
              <a:t>在</a:t>
            </a:r>
            <a:r>
              <a:rPr lang="en-US" altLang="zh-CN" smtClean="0"/>
              <a:t>《</a:t>
            </a:r>
            <a:r>
              <a:rPr lang="zh-CN" altLang="en-US" smtClean="0"/>
              <a:t>没有银弹</a:t>
            </a:r>
            <a:r>
              <a:rPr lang="en-US" altLang="zh-CN" smtClean="0"/>
              <a:t>》</a:t>
            </a:r>
            <a:r>
              <a:rPr lang="zh-CN" altLang="en-US" smtClean="0"/>
              <a:t>一文中提出软件工程中的“偶然性难题”和“本质性难题”</a:t>
            </a:r>
            <a:endParaRPr lang="en-US" altLang="zh-CN" smtClean="0"/>
          </a:p>
          <a:p>
            <a:pPr lvl="1"/>
            <a:r>
              <a:rPr lang="zh-CN" altLang="en-US" smtClean="0"/>
              <a:t>偶然性难题</a:t>
            </a:r>
            <a:endParaRPr lang="en-US" altLang="zh-CN" smtClean="0"/>
          </a:p>
          <a:p>
            <a:pPr lvl="2"/>
            <a:r>
              <a:rPr lang="zh-CN" altLang="en-US" smtClean="0"/>
              <a:t>编程语言笨拙的语法导致表达困难</a:t>
            </a:r>
            <a:endParaRPr lang="en-US" altLang="zh-CN" smtClean="0"/>
          </a:p>
          <a:p>
            <a:pPr lvl="2"/>
            <a:r>
              <a:rPr lang="zh-CN" altLang="en-US" smtClean="0"/>
              <a:t>底层硬件平台的复杂性</a:t>
            </a:r>
            <a:endParaRPr lang="en-US" altLang="zh-CN" smtClean="0"/>
          </a:p>
          <a:p>
            <a:pPr lvl="1"/>
            <a:r>
              <a:rPr lang="zh-CN" altLang="en-US"/>
              <a:t>本质</a:t>
            </a:r>
            <a:r>
              <a:rPr lang="zh-CN" altLang="en-US" smtClean="0"/>
              <a:t>性难题</a:t>
            </a:r>
            <a:endParaRPr lang="en-US" altLang="zh-CN"/>
          </a:p>
          <a:p>
            <a:pPr lvl="2"/>
            <a:r>
              <a:rPr lang="zh-CN" altLang="en-US" smtClean="0"/>
              <a:t>软件要解决的问题是极其复杂的</a:t>
            </a:r>
            <a:endParaRPr lang="en-US" altLang="zh-CN" smtClean="0"/>
          </a:p>
          <a:p>
            <a:pPr lvl="2"/>
            <a:r>
              <a:rPr lang="zh-CN" altLang="en-US" smtClean="0"/>
              <a:t>来自用户的复杂与经常变动的需求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00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16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软件设计的困难性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5561" y="4149081"/>
            <a:ext cx="8142287" cy="1511821"/>
          </a:xfrm>
        </p:spPr>
        <p:txBody>
          <a:bodyPr/>
          <a:lstStyle/>
          <a:p>
            <a:r>
              <a:rPr lang="zh-CN" altLang="en-US" smtClean="0"/>
              <a:t>来自特定问题领域的需求包含众多概念与约束</a:t>
            </a:r>
            <a:endParaRPr lang="en-US" altLang="zh-CN" smtClean="0"/>
          </a:p>
          <a:p>
            <a:r>
              <a:rPr lang="zh-CN" altLang="en-US" smtClean="0"/>
              <a:t>编程语言难以直接有效地表达领域中的概念</a:t>
            </a:r>
            <a:endParaRPr lang="en-US" altLang="zh-CN" smtClean="0"/>
          </a:p>
          <a:p>
            <a:r>
              <a:rPr lang="zh-CN" altLang="en-US" smtClean="0"/>
              <a:t>软件设计的复杂度不可能小于问题领域的复杂度</a:t>
            </a:r>
            <a:endParaRPr lang="zh-CN" altLang="zh-CN"/>
          </a:p>
        </p:txBody>
      </p:sp>
      <p:sp>
        <p:nvSpPr>
          <p:cNvPr id="2" name="圆角矩形 1"/>
          <p:cNvSpPr/>
          <p:nvPr/>
        </p:nvSpPr>
        <p:spPr bwMode="auto">
          <a:xfrm>
            <a:off x="2855640" y="1966774"/>
            <a:ext cx="2088232" cy="1296144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>
                <a:solidFill>
                  <a:srgbClr val="292929"/>
                </a:solidFill>
                <a:latin typeface="微软雅黑" pitchFamily="34" charset="-122"/>
                <a:ea typeface="微软雅黑" pitchFamily="34" charset="-122"/>
              </a:rPr>
              <a:t>领域中的需求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7104112" y="1966774"/>
            <a:ext cx="2088232" cy="1296144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400" b="1">
                <a:solidFill>
                  <a:srgbClr val="292929"/>
                </a:solidFill>
                <a:latin typeface="微软雅黑" pitchFamily="34" charset="-122"/>
                <a:ea typeface="微软雅黑" pitchFamily="34" charset="-122"/>
              </a:rPr>
              <a:t>软件系统架构</a:t>
            </a:r>
          </a:p>
        </p:txBody>
      </p:sp>
      <p:sp>
        <p:nvSpPr>
          <p:cNvPr id="8" name="右箭头 7"/>
          <p:cNvSpPr/>
          <p:nvPr/>
        </p:nvSpPr>
        <p:spPr bwMode="auto">
          <a:xfrm>
            <a:off x="4943872" y="2542838"/>
            <a:ext cx="2160240" cy="144016"/>
          </a:xfrm>
          <a:prstGeom prst="rightArrow">
            <a:avLst/>
          </a:prstGeom>
          <a:solidFill>
            <a:srgbClr val="00206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>
              <a:solidFill>
                <a:srgbClr val="292929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75920" y="215144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292929"/>
                </a:solidFill>
                <a:latin typeface="微软雅黑" pitchFamily="34" charset="-122"/>
                <a:ea typeface="微软雅黑" pitchFamily="34" charset="-122"/>
              </a:rPr>
              <a:t>软件设计</a:t>
            </a:r>
          </a:p>
        </p:txBody>
      </p:sp>
    </p:spTree>
    <p:extLst>
      <p:ext uri="{BB962C8B-B14F-4D97-AF65-F5344CB8AC3E}">
        <p14:creationId xmlns:p14="http://schemas.microsoft.com/office/powerpoint/2010/main" val="170752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://www.designsmells.com/wp-content/uploads/2016/04/Tajmaha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482830"/>
            <a:ext cx="9070257" cy="61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0161639" y="1342104"/>
            <a:ext cx="17108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对称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节奏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层次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阴影</a:t>
            </a:r>
          </a:p>
        </p:txBody>
      </p:sp>
    </p:spTree>
    <p:extLst>
      <p:ext uri="{BB962C8B-B14F-4D97-AF65-F5344CB8AC3E}">
        <p14:creationId xmlns:p14="http://schemas.microsoft.com/office/powerpoint/2010/main" val="4079866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airplan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2168" y="678426"/>
            <a:ext cx="4306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设计原则很重要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4181" y="1201646"/>
            <a:ext cx="106925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、问题的界定：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问题界定的主要目的是让我们能够明白，软件系统作什么是足够的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同时也可以让我们考虑到系统以后的功能能够在哪些方面继续扩展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、基本功能的实现：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基本功能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就是我们软件系统的核心体现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、极端情况的处理：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2-8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原则很重要，系统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80%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的代码在处理系统中所有事件中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20%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的意外。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、客户体验至上：软件的主要服务对象是人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、系统的定位以及自身的接口：大多数软件往往不是独立运行的，而是嵌入整合在其他的更大的更复杂的系统中。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、封装功能，松散变化（高内聚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低耦合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开放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封闭原则）：把功能独立封装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增加他的扇出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减少扇入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同时对于内部我们进行封闭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而对外则提供良好的接口用来提供更多服务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、可装卸，可配置（模块化）：软件内部也是包含多个模块的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SC"/>
                <a:ea typeface="宋体" panose="02010600030101010101" pitchFamily="2" charset="-122"/>
                <a:cs typeface="+mn-cs"/>
              </a:rPr>
              <a:t>、软件的功能需求与非功能需求：设计者与用户的角度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SC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3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971" y="1787556"/>
            <a:ext cx="5864379" cy="328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51560" y="1072504"/>
            <a:ext cx="32308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从工程管理的角度来看，软件设计可以分为概要设计和详细设计：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概要设计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：将系统功能模块初步划分，并给出合理的研发流程和资源要求（有时又被称为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初步设计或总体设计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详细设计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：根据概要设计的结果，确定软件系统各组成成份内部的数据结构和算法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88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2" name="直接连接符 4"/>
          <p:cNvSpPr>
            <a:spLocks noChangeShapeType="1"/>
          </p:cNvSpPr>
          <p:nvPr/>
        </p:nvSpPr>
        <p:spPr bwMode="auto">
          <a:xfrm>
            <a:off x="1274763" y="3971925"/>
            <a:ext cx="9372600" cy="12700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直接连接符 46"/>
          <p:cNvSpPr>
            <a:spLocks noChangeShapeType="1"/>
          </p:cNvSpPr>
          <p:nvPr/>
        </p:nvSpPr>
        <p:spPr bwMode="auto">
          <a:xfrm rot="5400000">
            <a:off x="2540794" y="3964781"/>
            <a:ext cx="3467100" cy="1588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直接连接符 47"/>
          <p:cNvSpPr>
            <a:spLocks noChangeShapeType="1"/>
          </p:cNvSpPr>
          <p:nvPr/>
        </p:nvSpPr>
        <p:spPr bwMode="auto">
          <a:xfrm rot="5400000">
            <a:off x="5923757" y="3964781"/>
            <a:ext cx="3467100" cy="1587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" name="KSO_Shape"/>
          <p:cNvSpPr>
            <a:spLocks noChangeArrowheads="1"/>
          </p:cNvSpPr>
          <p:nvPr/>
        </p:nvSpPr>
        <p:spPr bwMode="auto">
          <a:xfrm>
            <a:off x="1274763" y="2446909"/>
            <a:ext cx="538162" cy="454025"/>
          </a:xfrm>
          <a:custGeom>
            <a:avLst/>
            <a:gdLst>
              <a:gd name="T0" fmla="*/ 18159 w 2301876"/>
              <a:gd name="T1" fmla="*/ 77120 h 1941513"/>
              <a:gd name="T2" fmla="*/ 17585 w 2301876"/>
              <a:gd name="T3" fmla="*/ 80412 h 1941513"/>
              <a:gd name="T4" fmla="*/ 20901 w 2301876"/>
              <a:gd name="T5" fmla="*/ 83415 h 1941513"/>
              <a:gd name="T6" fmla="*/ 38069 w 2301876"/>
              <a:gd name="T7" fmla="*/ 82553 h 1941513"/>
              <a:gd name="T8" fmla="*/ 39519 w 2301876"/>
              <a:gd name="T9" fmla="*/ 78989 h 1941513"/>
              <a:gd name="T10" fmla="*/ 36691 w 2301876"/>
              <a:gd name="T11" fmla="*/ 75511 h 1941513"/>
              <a:gd name="T12" fmla="*/ 73728 w 2301876"/>
              <a:gd name="T13" fmla="*/ 68216 h 1941513"/>
              <a:gd name="T14" fmla="*/ 72535 w 2301876"/>
              <a:gd name="T15" fmla="*/ 72210 h 1941513"/>
              <a:gd name="T16" fmla="*/ 87123 w 2301876"/>
              <a:gd name="T17" fmla="*/ 74179 h 1941513"/>
              <a:gd name="T18" fmla="*/ 90069 w 2301876"/>
              <a:gd name="T19" fmla="*/ 71262 h 1941513"/>
              <a:gd name="T20" fmla="*/ 87784 w 2301876"/>
              <a:gd name="T21" fmla="*/ 67800 h 1941513"/>
              <a:gd name="T22" fmla="*/ 83584 w 2301876"/>
              <a:gd name="T23" fmla="*/ 28246 h 1941513"/>
              <a:gd name="T24" fmla="*/ 86634 w 2301876"/>
              <a:gd name="T25" fmla="*/ 31552 h 1941513"/>
              <a:gd name="T26" fmla="*/ 87511 w 2301876"/>
              <a:gd name="T27" fmla="*/ 36511 h 1941513"/>
              <a:gd name="T28" fmla="*/ 89669 w 2301876"/>
              <a:gd name="T29" fmla="*/ 39199 h 1941513"/>
              <a:gd name="T30" fmla="*/ 86533 w 2301876"/>
              <a:gd name="T31" fmla="*/ 45941 h 1941513"/>
              <a:gd name="T32" fmla="*/ 92474 w 2301876"/>
              <a:gd name="T33" fmla="*/ 50137 h 1941513"/>
              <a:gd name="T34" fmla="*/ 67215 w 2301876"/>
              <a:gd name="T35" fmla="*/ 60487 h 1941513"/>
              <a:gd name="T36" fmla="*/ 70207 w 2301876"/>
              <a:gd name="T37" fmla="*/ 49735 h 1941513"/>
              <a:gd name="T38" fmla="*/ 76335 w 2301876"/>
              <a:gd name="T39" fmla="*/ 45753 h 1941513"/>
              <a:gd name="T40" fmla="*/ 72983 w 2301876"/>
              <a:gd name="T41" fmla="*/ 38983 h 1941513"/>
              <a:gd name="T42" fmla="*/ 74896 w 2301876"/>
              <a:gd name="T43" fmla="*/ 36137 h 1941513"/>
              <a:gd name="T44" fmla="*/ 75888 w 2301876"/>
              <a:gd name="T45" fmla="*/ 31250 h 1941513"/>
              <a:gd name="T46" fmla="*/ 79039 w 2301876"/>
              <a:gd name="T47" fmla="*/ 28117 h 1941513"/>
              <a:gd name="T48" fmla="*/ 31168 w 2301876"/>
              <a:gd name="T49" fmla="*/ 26120 h 1941513"/>
              <a:gd name="T50" fmla="*/ 35078 w 2301876"/>
              <a:gd name="T51" fmla="*/ 30026 h 1941513"/>
              <a:gd name="T52" fmla="*/ 36142 w 2301876"/>
              <a:gd name="T53" fmla="*/ 35929 h 1941513"/>
              <a:gd name="T54" fmla="*/ 34603 w 2301876"/>
              <a:gd name="T55" fmla="*/ 40439 h 1941513"/>
              <a:gd name="T56" fmla="*/ 31412 w 2301876"/>
              <a:gd name="T57" fmla="*/ 43355 h 1941513"/>
              <a:gd name="T58" fmla="*/ 38729 w 2301876"/>
              <a:gd name="T59" fmla="*/ 50076 h 1941513"/>
              <a:gd name="T60" fmla="*/ 44565 w 2301876"/>
              <a:gd name="T61" fmla="*/ 56683 h 1941513"/>
              <a:gd name="T62" fmla="*/ 12180 w 2301876"/>
              <a:gd name="T63" fmla="*/ 57272 h 1941513"/>
              <a:gd name="T64" fmla="*/ 17757 w 2301876"/>
              <a:gd name="T65" fmla="*/ 50450 h 1941513"/>
              <a:gd name="T66" fmla="*/ 25864 w 2301876"/>
              <a:gd name="T67" fmla="*/ 43469 h 1941513"/>
              <a:gd name="T68" fmla="*/ 22601 w 2301876"/>
              <a:gd name="T69" fmla="*/ 40712 h 1941513"/>
              <a:gd name="T70" fmla="*/ 20905 w 2301876"/>
              <a:gd name="T71" fmla="*/ 36288 h 1941513"/>
              <a:gd name="T72" fmla="*/ 21753 w 2301876"/>
              <a:gd name="T73" fmla="*/ 30414 h 1941513"/>
              <a:gd name="T74" fmla="*/ 25519 w 2301876"/>
              <a:gd name="T75" fmla="*/ 26292 h 1941513"/>
              <a:gd name="T76" fmla="*/ 7666 w 2301876"/>
              <a:gd name="T77" fmla="*/ 7359 h 1941513"/>
              <a:gd name="T78" fmla="*/ 7307 w 2301876"/>
              <a:gd name="T79" fmla="*/ 66212 h 1941513"/>
              <a:gd name="T80" fmla="*/ 10852 w 2301876"/>
              <a:gd name="T81" fmla="*/ 70581 h 1941513"/>
              <a:gd name="T82" fmla="*/ 49467 w 2301876"/>
              <a:gd name="T83" fmla="*/ 66931 h 1941513"/>
              <a:gd name="T84" fmla="*/ 49525 w 2301876"/>
              <a:gd name="T85" fmla="*/ 7502 h 1941513"/>
              <a:gd name="T86" fmla="*/ 98118 w 2301876"/>
              <a:gd name="T87" fmla="*/ 7155 h 1941513"/>
              <a:gd name="T88" fmla="*/ 102171 w 2301876"/>
              <a:gd name="T89" fmla="*/ 9080 h 1941513"/>
              <a:gd name="T90" fmla="*/ 104082 w 2301876"/>
              <a:gd name="T91" fmla="*/ 13146 h 1941513"/>
              <a:gd name="T92" fmla="*/ 102746 w 2301876"/>
              <a:gd name="T93" fmla="*/ 72742 h 1941513"/>
              <a:gd name="T94" fmla="*/ 96695 w 2301876"/>
              <a:gd name="T95" fmla="*/ 77110 h 1941513"/>
              <a:gd name="T96" fmla="*/ 67663 w 2301876"/>
              <a:gd name="T97" fmla="*/ 77411 h 1941513"/>
              <a:gd name="T98" fmla="*/ 65033 w 2301876"/>
              <a:gd name="T99" fmla="*/ 62311 h 1941513"/>
              <a:gd name="T100" fmla="*/ 96005 w 2301876"/>
              <a:gd name="T101" fmla="*/ 63432 h 1941513"/>
              <a:gd name="T102" fmla="*/ 98376 w 2301876"/>
              <a:gd name="T103" fmla="*/ 59509 h 1941513"/>
              <a:gd name="T104" fmla="*/ 49108 w 2301876"/>
              <a:gd name="T105" fmla="*/ 14 h 1941513"/>
              <a:gd name="T106" fmla="*/ 54276 w 2301876"/>
              <a:gd name="T107" fmla="*/ 2156 h 1941513"/>
              <a:gd name="T108" fmla="*/ 56917 w 2301876"/>
              <a:gd name="T109" fmla="*/ 7071 h 1941513"/>
              <a:gd name="T110" fmla="*/ 55611 w 2301876"/>
              <a:gd name="T111" fmla="*/ 81101 h 1941513"/>
              <a:gd name="T112" fmla="*/ 48534 w 2301876"/>
              <a:gd name="T113" fmla="*/ 86865 h 1941513"/>
              <a:gd name="T114" fmla="*/ 10981 w 2301876"/>
              <a:gd name="T115" fmla="*/ 87468 h 1941513"/>
              <a:gd name="T116" fmla="*/ 2512 w 2301876"/>
              <a:gd name="T117" fmla="*/ 82783 h 1941513"/>
              <a:gd name="T118" fmla="*/ 0 w 2301876"/>
              <a:gd name="T119" fmla="*/ 8336 h 1941513"/>
              <a:gd name="T120" fmla="*/ 1895 w 2301876"/>
              <a:gd name="T121" fmla="*/ 3033 h 1941513"/>
              <a:gd name="T122" fmla="*/ 6646 w 2301876"/>
              <a:gd name="T123" fmla="*/ 158 h 194151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301876"/>
              <a:gd name="T187" fmla="*/ 0 h 1941513"/>
              <a:gd name="T188" fmla="*/ 2301876 w 2301876"/>
              <a:gd name="T189" fmla="*/ 1941513 h 1941513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301876" h="1941513">
                <a:moveTo>
                  <a:pt x="475693" y="1664563"/>
                </a:moveTo>
                <a:lnTo>
                  <a:pt x="471250" y="1664880"/>
                </a:lnTo>
                <a:lnTo>
                  <a:pt x="466490" y="1665198"/>
                </a:lnTo>
                <a:lnTo>
                  <a:pt x="462047" y="1665515"/>
                </a:lnTo>
                <a:lnTo>
                  <a:pt x="457605" y="1666468"/>
                </a:lnTo>
                <a:lnTo>
                  <a:pt x="453162" y="1667421"/>
                </a:lnTo>
                <a:lnTo>
                  <a:pt x="449354" y="1668691"/>
                </a:lnTo>
                <a:lnTo>
                  <a:pt x="440786" y="1671550"/>
                </a:lnTo>
                <a:lnTo>
                  <a:pt x="433170" y="1675679"/>
                </a:lnTo>
                <a:lnTo>
                  <a:pt x="425553" y="1680125"/>
                </a:lnTo>
                <a:lnTo>
                  <a:pt x="418572" y="1685207"/>
                </a:lnTo>
                <a:lnTo>
                  <a:pt x="412542" y="1691241"/>
                </a:lnTo>
                <a:lnTo>
                  <a:pt x="406513" y="1697276"/>
                </a:lnTo>
                <a:lnTo>
                  <a:pt x="401435" y="1704263"/>
                </a:lnTo>
                <a:lnTo>
                  <a:pt x="396993" y="1711886"/>
                </a:lnTo>
                <a:lnTo>
                  <a:pt x="392867" y="1719508"/>
                </a:lnTo>
                <a:lnTo>
                  <a:pt x="390011" y="1728083"/>
                </a:lnTo>
                <a:lnTo>
                  <a:pt x="388742" y="1732212"/>
                </a:lnTo>
                <a:lnTo>
                  <a:pt x="387790" y="1736341"/>
                </a:lnTo>
                <a:lnTo>
                  <a:pt x="386838" y="1740787"/>
                </a:lnTo>
                <a:lnTo>
                  <a:pt x="386203" y="1745552"/>
                </a:lnTo>
                <a:lnTo>
                  <a:pt x="385886" y="1749998"/>
                </a:lnTo>
                <a:lnTo>
                  <a:pt x="385886" y="1754444"/>
                </a:lnTo>
                <a:lnTo>
                  <a:pt x="385886" y="1759209"/>
                </a:lnTo>
                <a:lnTo>
                  <a:pt x="386203" y="1763655"/>
                </a:lnTo>
                <a:lnTo>
                  <a:pt x="386838" y="1768419"/>
                </a:lnTo>
                <a:lnTo>
                  <a:pt x="387790" y="1772865"/>
                </a:lnTo>
                <a:lnTo>
                  <a:pt x="388742" y="1776994"/>
                </a:lnTo>
                <a:lnTo>
                  <a:pt x="390011" y="1781441"/>
                </a:lnTo>
                <a:lnTo>
                  <a:pt x="392867" y="1789698"/>
                </a:lnTo>
                <a:lnTo>
                  <a:pt x="396993" y="1797639"/>
                </a:lnTo>
                <a:lnTo>
                  <a:pt x="401435" y="1804943"/>
                </a:lnTo>
                <a:lnTo>
                  <a:pt x="406513" y="1812248"/>
                </a:lnTo>
                <a:lnTo>
                  <a:pt x="412542" y="1818283"/>
                </a:lnTo>
                <a:lnTo>
                  <a:pt x="418572" y="1824317"/>
                </a:lnTo>
                <a:lnTo>
                  <a:pt x="425553" y="1829399"/>
                </a:lnTo>
                <a:lnTo>
                  <a:pt x="433170" y="1833845"/>
                </a:lnTo>
                <a:lnTo>
                  <a:pt x="440786" y="1837657"/>
                </a:lnTo>
                <a:lnTo>
                  <a:pt x="449354" y="1840515"/>
                </a:lnTo>
                <a:lnTo>
                  <a:pt x="453162" y="1842103"/>
                </a:lnTo>
                <a:lnTo>
                  <a:pt x="457605" y="1842738"/>
                </a:lnTo>
                <a:lnTo>
                  <a:pt x="462047" y="1843374"/>
                </a:lnTo>
                <a:lnTo>
                  <a:pt x="466490" y="1844326"/>
                </a:lnTo>
                <a:lnTo>
                  <a:pt x="471250" y="1844644"/>
                </a:lnTo>
                <a:lnTo>
                  <a:pt x="475693" y="1844644"/>
                </a:lnTo>
                <a:lnTo>
                  <a:pt x="784465" y="1844644"/>
                </a:lnTo>
                <a:lnTo>
                  <a:pt x="788908" y="1844644"/>
                </a:lnTo>
                <a:lnTo>
                  <a:pt x="793668" y="1844326"/>
                </a:lnTo>
                <a:lnTo>
                  <a:pt x="798111" y="1843374"/>
                </a:lnTo>
                <a:lnTo>
                  <a:pt x="802553" y="1842738"/>
                </a:lnTo>
                <a:lnTo>
                  <a:pt x="806996" y="1842103"/>
                </a:lnTo>
                <a:lnTo>
                  <a:pt x="811122" y="1840515"/>
                </a:lnTo>
                <a:lnTo>
                  <a:pt x="819690" y="1837657"/>
                </a:lnTo>
                <a:lnTo>
                  <a:pt x="827306" y="1833845"/>
                </a:lnTo>
                <a:lnTo>
                  <a:pt x="834605" y="1829399"/>
                </a:lnTo>
                <a:lnTo>
                  <a:pt x="841586" y="1824317"/>
                </a:lnTo>
                <a:lnTo>
                  <a:pt x="847933" y="1818283"/>
                </a:lnTo>
                <a:lnTo>
                  <a:pt x="853963" y="1812248"/>
                </a:lnTo>
                <a:lnTo>
                  <a:pt x="859040" y="1804943"/>
                </a:lnTo>
                <a:lnTo>
                  <a:pt x="863483" y="1797639"/>
                </a:lnTo>
                <a:lnTo>
                  <a:pt x="867608" y="1789698"/>
                </a:lnTo>
                <a:lnTo>
                  <a:pt x="870464" y="1781441"/>
                </a:lnTo>
                <a:lnTo>
                  <a:pt x="871734" y="1776994"/>
                </a:lnTo>
                <a:lnTo>
                  <a:pt x="872686" y="1772865"/>
                </a:lnTo>
                <a:lnTo>
                  <a:pt x="873320" y="1768419"/>
                </a:lnTo>
                <a:lnTo>
                  <a:pt x="873638" y="1763655"/>
                </a:lnTo>
                <a:lnTo>
                  <a:pt x="874272" y="1759209"/>
                </a:lnTo>
                <a:lnTo>
                  <a:pt x="874590" y="1754444"/>
                </a:lnTo>
                <a:lnTo>
                  <a:pt x="874272" y="1749998"/>
                </a:lnTo>
                <a:lnTo>
                  <a:pt x="873638" y="1745552"/>
                </a:lnTo>
                <a:lnTo>
                  <a:pt x="873320" y="1740787"/>
                </a:lnTo>
                <a:lnTo>
                  <a:pt x="872686" y="1736341"/>
                </a:lnTo>
                <a:lnTo>
                  <a:pt x="871734" y="1732212"/>
                </a:lnTo>
                <a:lnTo>
                  <a:pt x="870464" y="1728083"/>
                </a:lnTo>
                <a:lnTo>
                  <a:pt x="867608" y="1719508"/>
                </a:lnTo>
                <a:lnTo>
                  <a:pt x="863483" y="1711886"/>
                </a:lnTo>
                <a:lnTo>
                  <a:pt x="859040" y="1704263"/>
                </a:lnTo>
                <a:lnTo>
                  <a:pt x="853963" y="1697276"/>
                </a:lnTo>
                <a:lnTo>
                  <a:pt x="847933" y="1691241"/>
                </a:lnTo>
                <a:lnTo>
                  <a:pt x="841586" y="1685207"/>
                </a:lnTo>
                <a:lnTo>
                  <a:pt x="834605" y="1680125"/>
                </a:lnTo>
                <a:lnTo>
                  <a:pt x="827306" y="1675679"/>
                </a:lnTo>
                <a:lnTo>
                  <a:pt x="819690" y="1671550"/>
                </a:lnTo>
                <a:lnTo>
                  <a:pt x="811122" y="1668691"/>
                </a:lnTo>
                <a:lnTo>
                  <a:pt x="806996" y="1667421"/>
                </a:lnTo>
                <a:lnTo>
                  <a:pt x="802553" y="1666468"/>
                </a:lnTo>
                <a:lnTo>
                  <a:pt x="798111" y="1665515"/>
                </a:lnTo>
                <a:lnTo>
                  <a:pt x="793668" y="1665198"/>
                </a:lnTo>
                <a:lnTo>
                  <a:pt x="788908" y="1664880"/>
                </a:lnTo>
                <a:lnTo>
                  <a:pt x="784465" y="1664563"/>
                </a:lnTo>
                <a:lnTo>
                  <a:pt x="475693" y="1664563"/>
                </a:lnTo>
                <a:close/>
                <a:moveTo>
                  <a:pt x="1670551" y="1495108"/>
                </a:moveTo>
                <a:lnTo>
                  <a:pt x="1662926" y="1495425"/>
                </a:lnTo>
                <a:lnTo>
                  <a:pt x="1655936" y="1496695"/>
                </a:lnTo>
                <a:lnTo>
                  <a:pt x="1648946" y="1498283"/>
                </a:lnTo>
                <a:lnTo>
                  <a:pt x="1642274" y="1500823"/>
                </a:lnTo>
                <a:lnTo>
                  <a:pt x="1636237" y="1503998"/>
                </a:lnTo>
                <a:lnTo>
                  <a:pt x="1629882" y="1507490"/>
                </a:lnTo>
                <a:lnTo>
                  <a:pt x="1624481" y="1511618"/>
                </a:lnTo>
                <a:lnTo>
                  <a:pt x="1619080" y="1516380"/>
                </a:lnTo>
                <a:lnTo>
                  <a:pt x="1614631" y="1521778"/>
                </a:lnTo>
                <a:lnTo>
                  <a:pt x="1610183" y="1527175"/>
                </a:lnTo>
                <a:lnTo>
                  <a:pt x="1606688" y="1533208"/>
                </a:lnTo>
                <a:lnTo>
                  <a:pt x="1603511" y="1539240"/>
                </a:lnTo>
                <a:lnTo>
                  <a:pt x="1601605" y="1545908"/>
                </a:lnTo>
                <a:lnTo>
                  <a:pt x="1599698" y="1552893"/>
                </a:lnTo>
                <a:lnTo>
                  <a:pt x="1598427" y="1559878"/>
                </a:lnTo>
                <a:lnTo>
                  <a:pt x="1598110" y="1567498"/>
                </a:lnTo>
                <a:lnTo>
                  <a:pt x="1598427" y="1574800"/>
                </a:lnTo>
                <a:lnTo>
                  <a:pt x="1599698" y="1582103"/>
                </a:lnTo>
                <a:lnTo>
                  <a:pt x="1601605" y="1589088"/>
                </a:lnTo>
                <a:lnTo>
                  <a:pt x="1603511" y="1595755"/>
                </a:lnTo>
                <a:lnTo>
                  <a:pt x="1606688" y="1602105"/>
                </a:lnTo>
                <a:lnTo>
                  <a:pt x="1610183" y="1607820"/>
                </a:lnTo>
                <a:lnTo>
                  <a:pt x="1614631" y="1613535"/>
                </a:lnTo>
                <a:lnTo>
                  <a:pt x="1619080" y="1618615"/>
                </a:lnTo>
                <a:lnTo>
                  <a:pt x="1624481" y="1623378"/>
                </a:lnTo>
                <a:lnTo>
                  <a:pt x="1629882" y="1627505"/>
                </a:lnTo>
                <a:lnTo>
                  <a:pt x="1636237" y="1630998"/>
                </a:lnTo>
                <a:lnTo>
                  <a:pt x="1642274" y="1634173"/>
                </a:lnTo>
                <a:lnTo>
                  <a:pt x="1648946" y="1636713"/>
                </a:lnTo>
                <a:lnTo>
                  <a:pt x="1655936" y="1638300"/>
                </a:lnTo>
                <a:lnTo>
                  <a:pt x="1662926" y="1639253"/>
                </a:lnTo>
                <a:lnTo>
                  <a:pt x="1670551" y="1639570"/>
                </a:lnTo>
                <a:lnTo>
                  <a:pt x="1918697" y="1639570"/>
                </a:lnTo>
                <a:lnTo>
                  <a:pt x="1926004" y="1639253"/>
                </a:lnTo>
                <a:lnTo>
                  <a:pt x="1933630" y="1638300"/>
                </a:lnTo>
                <a:lnTo>
                  <a:pt x="1940620" y="1636713"/>
                </a:lnTo>
                <a:lnTo>
                  <a:pt x="1947292" y="1634173"/>
                </a:lnTo>
                <a:lnTo>
                  <a:pt x="1953329" y="1630998"/>
                </a:lnTo>
                <a:lnTo>
                  <a:pt x="1959366" y="1627505"/>
                </a:lnTo>
                <a:lnTo>
                  <a:pt x="1964767" y="1623378"/>
                </a:lnTo>
                <a:lnTo>
                  <a:pt x="1970168" y="1618615"/>
                </a:lnTo>
                <a:lnTo>
                  <a:pt x="1974934" y="1613535"/>
                </a:lnTo>
                <a:lnTo>
                  <a:pt x="1979065" y="1607820"/>
                </a:lnTo>
                <a:lnTo>
                  <a:pt x="1982560" y="1602105"/>
                </a:lnTo>
                <a:lnTo>
                  <a:pt x="1985419" y="1595755"/>
                </a:lnTo>
                <a:lnTo>
                  <a:pt x="1988279" y="1589088"/>
                </a:lnTo>
                <a:lnTo>
                  <a:pt x="1989868" y="1582103"/>
                </a:lnTo>
                <a:lnTo>
                  <a:pt x="1991138" y="1574800"/>
                </a:lnTo>
                <a:lnTo>
                  <a:pt x="1991456" y="1567498"/>
                </a:lnTo>
                <a:lnTo>
                  <a:pt x="1991138" y="1559878"/>
                </a:lnTo>
                <a:lnTo>
                  <a:pt x="1989868" y="1552893"/>
                </a:lnTo>
                <a:lnTo>
                  <a:pt x="1988279" y="1545908"/>
                </a:lnTo>
                <a:lnTo>
                  <a:pt x="1985419" y="1539240"/>
                </a:lnTo>
                <a:lnTo>
                  <a:pt x="1982560" y="1533208"/>
                </a:lnTo>
                <a:lnTo>
                  <a:pt x="1979065" y="1527175"/>
                </a:lnTo>
                <a:lnTo>
                  <a:pt x="1974934" y="1521778"/>
                </a:lnTo>
                <a:lnTo>
                  <a:pt x="1970168" y="1516380"/>
                </a:lnTo>
                <a:lnTo>
                  <a:pt x="1964767" y="1511618"/>
                </a:lnTo>
                <a:lnTo>
                  <a:pt x="1959366" y="1507490"/>
                </a:lnTo>
                <a:lnTo>
                  <a:pt x="1953329" y="1503998"/>
                </a:lnTo>
                <a:lnTo>
                  <a:pt x="1947292" y="1500823"/>
                </a:lnTo>
                <a:lnTo>
                  <a:pt x="1940620" y="1498283"/>
                </a:lnTo>
                <a:lnTo>
                  <a:pt x="1933630" y="1496695"/>
                </a:lnTo>
                <a:lnTo>
                  <a:pt x="1926004" y="1495425"/>
                </a:lnTo>
                <a:lnTo>
                  <a:pt x="1918697" y="1495108"/>
                </a:lnTo>
                <a:lnTo>
                  <a:pt x="1670551" y="1495108"/>
                </a:lnTo>
                <a:close/>
                <a:moveTo>
                  <a:pt x="1787673" y="611187"/>
                </a:moveTo>
                <a:lnTo>
                  <a:pt x="1794669" y="611187"/>
                </a:lnTo>
                <a:lnTo>
                  <a:pt x="1801665" y="611187"/>
                </a:lnTo>
                <a:lnTo>
                  <a:pt x="1808661" y="612140"/>
                </a:lnTo>
                <a:lnTo>
                  <a:pt x="1815338" y="613093"/>
                </a:lnTo>
                <a:lnTo>
                  <a:pt x="1822016" y="614681"/>
                </a:lnTo>
                <a:lnTo>
                  <a:pt x="1828694" y="616587"/>
                </a:lnTo>
                <a:lnTo>
                  <a:pt x="1835372" y="618810"/>
                </a:lnTo>
                <a:lnTo>
                  <a:pt x="1841732" y="621352"/>
                </a:lnTo>
                <a:lnTo>
                  <a:pt x="1847773" y="624210"/>
                </a:lnTo>
                <a:lnTo>
                  <a:pt x="1853815" y="627387"/>
                </a:lnTo>
                <a:lnTo>
                  <a:pt x="1859539" y="631198"/>
                </a:lnTo>
                <a:lnTo>
                  <a:pt x="1865581" y="635010"/>
                </a:lnTo>
                <a:lnTo>
                  <a:pt x="1870987" y="639457"/>
                </a:lnTo>
                <a:lnTo>
                  <a:pt x="1876393" y="643904"/>
                </a:lnTo>
                <a:lnTo>
                  <a:pt x="1881480" y="648986"/>
                </a:lnTo>
                <a:lnTo>
                  <a:pt x="1886568" y="654068"/>
                </a:lnTo>
                <a:lnTo>
                  <a:pt x="1891338" y="659151"/>
                </a:lnTo>
                <a:lnTo>
                  <a:pt x="1895790" y="665186"/>
                </a:lnTo>
                <a:lnTo>
                  <a:pt x="1900242" y="670903"/>
                </a:lnTo>
                <a:lnTo>
                  <a:pt x="1904376" y="677256"/>
                </a:lnTo>
                <a:lnTo>
                  <a:pt x="1908192" y="683609"/>
                </a:lnTo>
                <a:lnTo>
                  <a:pt x="1911690" y="690597"/>
                </a:lnTo>
                <a:lnTo>
                  <a:pt x="1915188" y="697267"/>
                </a:lnTo>
                <a:lnTo>
                  <a:pt x="1918049" y="704255"/>
                </a:lnTo>
                <a:lnTo>
                  <a:pt x="1920593" y="711561"/>
                </a:lnTo>
                <a:lnTo>
                  <a:pt x="1923137" y="718867"/>
                </a:lnTo>
                <a:lnTo>
                  <a:pt x="1925363" y="726808"/>
                </a:lnTo>
                <a:lnTo>
                  <a:pt x="1927271" y="734431"/>
                </a:lnTo>
                <a:lnTo>
                  <a:pt x="1928861" y="742690"/>
                </a:lnTo>
                <a:lnTo>
                  <a:pt x="1929815" y="750631"/>
                </a:lnTo>
                <a:lnTo>
                  <a:pt x="1930451" y="758889"/>
                </a:lnTo>
                <a:lnTo>
                  <a:pt x="1931405" y="767466"/>
                </a:lnTo>
                <a:lnTo>
                  <a:pt x="1931405" y="775724"/>
                </a:lnTo>
                <a:lnTo>
                  <a:pt x="1931723" y="784301"/>
                </a:lnTo>
                <a:lnTo>
                  <a:pt x="1932359" y="791924"/>
                </a:lnTo>
                <a:lnTo>
                  <a:pt x="1933313" y="799865"/>
                </a:lnTo>
                <a:lnTo>
                  <a:pt x="1934585" y="806853"/>
                </a:lnTo>
                <a:lnTo>
                  <a:pt x="1936175" y="813206"/>
                </a:lnTo>
                <a:lnTo>
                  <a:pt x="1938401" y="819241"/>
                </a:lnTo>
                <a:lnTo>
                  <a:pt x="1940627" y="824958"/>
                </a:lnTo>
                <a:lnTo>
                  <a:pt x="1943171" y="830041"/>
                </a:lnTo>
                <a:lnTo>
                  <a:pt x="1945715" y="834805"/>
                </a:lnTo>
                <a:lnTo>
                  <a:pt x="1948576" y="839252"/>
                </a:lnTo>
                <a:lnTo>
                  <a:pt x="1951756" y="843381"/>
                </a:lnTo>
                <a:lnTo>
                  <a:pt x="1954936" y="846875"/>
                </a:lnTo>
                <a:lnTo>
                  <a:pt x="1958116" y="850687"/>
                </a:lnTo>
                <a:lnTo>
                  <a:pt x="1961614" y="853546"/>
                </a:lnTo>
                <a:lnTo>
                  <a:pt x="1965430" y="856087"/>
                </a:lnTo>
                <a:lnTo>
                  <a:pt x="1968610" y="858946"/>
                </a:lnTo>
                <a:lnTo>
                  <a:pt x="1975606" y="862757"/>
                </a:lnTo>
                <a:lnTo>
                  <a:pt x="1982284" y="866251"/>
                </a:lnTo>
                <a:lnTo>
                  <a:pt x="1988643" y="868475"/>
                </a:lnTo>
                <a:lnTo>
                  <a:pt x="1994049" y="869745"/>
                </a:lnTo>
                <a:lnTo>
                  <a:pt x="1998819" y="871016"/>
                </a:lnTo>
                <a:lnTo>
                  <a:pt x="2002635" y="871334"/>
                </a:lnTo>
                <a:lnTo>
                  <a:pt x="2005815" y="871651"/>
                </a:lnTo>
                <a:lnTo>
                  <a:pt x="2005815" y="932320"/>
                </a:lnTo>
                <a:lnTo>
                  <a:pt x="1841096" y="932320"/>
                </a:lnTo>
                <a:lnTo>
                  <a:pt x="1841096" y="997119"/>
                </a:lnTo>
                <a:lnTo>
                  <a:pt x="1853815" y="999025"/>
                </a:lnTo>
                <a:lnTo>
                  <a:pt x="1865899" y="1001566"/>
                </a:lnTo>
                <a:lnTo>
                  <a:pt x="1877983" y="1004107"/>
                </a:lnTo>
                <a:lnTo>
                  <a:pt x="1890066" y="1007601"/>
                </a:lnTo>
                <a:lnTo>
                  <a:pt x="1901514" y="1011095"/>
                </a:lnTo>
                <a:lnTo>
                  <a:pt x="1912962" y="1015224"/>
                </a:lnTo>
                <a:lnTo>
                  <a:pt x="1923773" y="1019354"/>
                </a:lnTo>
                <a:lnTo>
                  <a:pt x="1934903" y="1024118"/>
                </a:lnTo>
                <a:lnTo>
                  <a:pt x="1945715" y="1029200"/>
                </a:lnTo>
                <a:lnTo>
                  <a:pt x="1956208" y="1034918"/>
                </a:lnTo>
                <a:lnTo>
                  <a:pt x="1966384" y="1040635"/>
                </a:lnTo>
                <a:lnTo>
                  <a:pt x="1976242" y="1046988"/>
                </a:lnTo>
                <a:lnTo>
                  <a:pt x="1986099" y="1053659"/>
                </a:lnTo>
                <a:lnTo>
                  <a:pt x="1995321" y="1060329"/>
                </a:lnTo>
                <a:lnTo>
                  <a:pt x="2003907" y="1067635"/>
                </a:lnTo>
                <a:lnTo>
                  <a:pt x="2012811" y="1074940"/>
                </a:lnTo>
                <a:lnTo>
                  <a:pt x="2021396" y="1082881"/>
                </a:lnTo>
                <a:lnTo>
                  <a:pt x="2029028" y="1090822"/>
                </a:lnTo>
                <a:lnTo>
                  <a:pt x="2036978" y="1099081"/>
                </a:lnTo>
                <a:lnTo>
                  <a:pt x="2044292" y="1107975"/>
                </a:lnTo>
                <a:lnTo>
                  <a:pt x="2051288" y="1116551"/>
                </a:lnTo>
                <a:lnTo>
                  <a:pt x="2057965" y="1125445"/>
                </a:lnTo>
                <a:lnTo>
                  <a:pt x="2064325" y="1135292"/>
                </a:lnTo>
                <a:lnTo>
                  <a:pt x="2069731" y="1144821"/>
                </a:lnTo>
                <a:lnTo>
                  <a:pt x="2075455" y="1154350"/>
                </a:lnTo>
                <a:lnTo>
                  <a:pt x="2080225" y="1164515"/>
                </a:lnTo>
                <a:lnTo>
                  <a:pt x="2084995" y="1174679"/>
                </a:lnTo>
                <a:lnTo>
                  <a:pt x="2089128" y="1185161"/>
                </a:lnTo>
                <a:lnTo>
                  <a:pt x="2092626" y="1195643"/>
                </a:lnTo>
                <a:lnTo>
                  <a:pt x="2095488" y="1206761"/>
                </a:lnTo>
                <a:lnTo>
                  <a:pt x="2098668" y="1217560"/>
                </a:lnTo>
                <a:lnTo>
                  <a:pt x="2100894" y="1228995"/>
                </a:lnTo>
                <a:lnTo>
                  <a:pt x="2103438" y="1336675"/>
                </a:lnTo>
                <a:lnTo>
                  <a:pt x="1485900" y="1336675"/>
                </a:lnTo>
                <a:lnTo>
                  <a:pt x="1488444" y="1228995"/>
                </a:lnTo>
                <a:lnTo>
                  <a:pt x="1490670" y="1217560"/>
                </a:lnTo>
                <a:lnTo>
                  <a:pt x="1493214" y="1206761"/>
                </a:lnTo>
                <a:lnTo>
                  <a:pt x="1496712" y="1195643"/>
                </a:lnTo>
                <a:lnTo>
                  <a:pt x="1500210" y="1185161"/>
                </a:lnTo>
                <a:lnTo>
                  <a:pt x="1504343" y="1174679"/>
                </a:lnTo>
                <a:lnTo>
                  <a:pt x="1508795" y="1164515"/>
                </a:lnTo>
                <a:lnTo>
                  <a:pt x="1513565" y="1154350"/>
                </a:lnTo>
                <a:lnTo>
                  <a:pt x="1519289" y="1144821"/>
                </a:lnTo>
                <a:lnTo>
                  <a:pt x="1525013" y="1135292"/>
                </a:lnTo>
                <a:lnTo>
                  <a:pt x="1531055" y="1125763"/>
                </a:lnTo>
                <a:lnTo>
                  <a:pt x="1537732" y="1116551"/>
                </a:lnTo>
                <a:lnTo>
                  <a:pt x="1544728" y="1107975"/>
                </a:lnTo>
                <a:lnTo>
                  <a:pt x="1552042" y="1099081"/>
                </a:lnTo>
                <a:lnTo>
                  <a:pt x="1559674" y="1090822"/>
                </a:lnTo>
                <a:lnTo>
                  <a:pt x="1567942" y="1082881"/>
                </a:lnTo>
                <a:lnTo>
                  <a:pt x="1576209" y="1074940"/>
                </a:lnTo>
                <a:lnTo>
                  <a:pt x="1584795" y="1067635"/>
                </a:lnTo>
                <a:lnTo>
                  <a:pt x="1593699" y="1060329"/>
                </a:lnTo>
                <a:lnTo>
                  <a:pt x="1603239" y="1053659"/>
                </a:lnTo>
                <a:lnTo>
                  <a:pt x="1613096" y="1046988"/>
                </a:lnTo>
                <a:lnTo>
                  <a:pt x="1622954" y="1040635"/>
                </a:lnTo>
                <a:lnTo>
                  <a:pt x="1632812" y="1034918"/>
                </a:lnTo>
                <a:lnTo>
                  <a:pt x="1643305" y="1029200"/>
                </a:lnTo>
                <a:lnTo>
                  <a:pt x="1654117" y="1024118"/>
                </a:lnTo>
                <a:lnTo>
                  <a:pt x="1664929" y="1019671"/>
                </a:lnTo>
                <a:lnTo>
                  <a:pt x="1676058" y="1015224"/>
                </a:lnTo>
                <a:lnTo>
                  <a:pt x="1687506" y="1011095"/>
                </a:lnTo>
                <a:lnTo>
                  <a:pt x="1699272" y="1007601"/>
                </a:lnTo>
                <a:lnTo>
                  <a:pt x="1711355" y="1004107"/>
                </a:lnTo>
                <a:lnTo>
                  <a:pt x="1723439" y="1001566"/>
                </a:lnTo>
                <a:lnTo>
                  <a:pt x="1735523" y="999025"/>
                </a:lnTo>
                <a:lnTo>
                  <a:pt x="1747924" y="997119"/>
                </a:lnTo>
                <a:lnTo>
                  <a:pt x="1747924" y="932320"/>
                </a:lnTo>
                <a:lnTo>
                  <a:pt x="1583205" y="932320"/>
                </a:lnTo>
                <a:lnTo>
                  <a:pt x="1583205" y="871651"/>
                </a:lnTo>
                <a:lnTo>
                  <a:pt x="1586385" y="871334"/>
                </a:lnTo>
                <a:lnTo>
                  <a:pt x="1590201" y="870698"/>
                </a:lnTo>
                <a:lnTo>
                  <a:pt x="1594971" y="869110"/>
                </a:lnTo>
                <a:lnTo>
                  <a:pt x="1600377" y="867204"/>
                </a:lnTo>
                <a:lnTo>
                  <a:pt x="1606736" y="864663"/>
                </a:lnTo>
                <a:lnTo>
                  <a:pt x="1613414" y="861487"/>
                </a:lnTo>
                <a:lnTo>
                  <a:pt x="1620410" y="857358"/>
                </a:lnTo>
                <a:lnTo>
                  <a:pt x="1624226" y="854816"/>
                </a:lnTo>
                <a:lnTo>
                  <a:pt x="1627406" y="851958"/>
                </a:lnTo>
                <a:lnTo>
                  <a:pt x="1630586" y="848464"/>
                </a:lnTo>
                <a:lnTo>
                  <a:pt x="1634084" y="845287"/>
                </a:lnTo>
                <a:lnTo>
                  <a:pt x="1637264" y="841476"/>
                </a:lnTo>
                <a:lnTo>
                  <a:pt x="1640444" y="837346"/>
                </a:lnTo>
                <a:lnTo>
                  <a:pt x="1643305" y="832899"/>
                </a:lnTo>
                <a:lnTo>
                  <a:pt x="1646167" y="828135"/>
                </a:lnTo>
                <a:lnTo>
                  <a:pt x="1648393" y="823052"/>
                </a:lnTo>
                <a:lnTo>
                  <a:pt x="1650619" y="817653"/>
                </a:lnTo>
                <a:lnTo>
                  <a:pt x="1652845" y="811617"/>
                </a:lnTo>
                <a:lnTo>
                  <a:pt x="1654435" y="805265"/>
                </a:lnTo>
                <a:lnTo>
                  <a:pt x="1655707" y="798594"/>
                </a:lnTo>
                <a:lnTo>
                  <a:pt x="1656979" y="791289"/>
                </a:lnTo>
                <a:lnTo>
                  <a:pt x="1657297" y="783983"/>
                </a:lnTo>
                <a:lnTo>
                  <a:pt x="1657615" y="775724"/>
                </a:lnTo>
                <a:lnTo>
                  <a:pt x="1657933" y="767466"/>
                </a:lnTo>
                <a:lnTo>
                  <a:pt x="1658569" y="758889"/>
                </a:lnTo>
                <a:lnTo>
                  <a:pt x="1659205" y="750631"/>
                </a:lnTo>
                <a:lnTo>
                  <a:pt x="1660477" y="742690"/>
                </a:lnTo>
                <a:lnTo>
                  <a:pt x="1662067" y="734431"/>
                </a:lnTo>
                <a:lnTo>
                  <a:pt x="1663975" y="726808"/>
                </a:lnTo>
                <a:lnTo>
                  <a:pt x="1666201" y="718867"/>
                </a:lnTo>
                <a:lnTo>
                  <a:pt x="1668427" y="711561"/>
                </a:lnTo>
                <a:lnTo>
                  <a:pt x="1671289" y="704255"/>
                </a:lnTo>
                <a:lnTo>
                  <a:pt x="1674151" y="697267"/>
                </a:lnTo>
                <a:lnTo>
                  <a:pt x="1677648" y="690597"/>
                </a:lnTo>
                <a:lnTo>
                  <a:pt x="1680828" y="683609"/>
                </a:lnTo>
                <a:lnTo>
                  <a:pt x="1684962" y="677256"/>
                </a:lnTo>
                <a:lnTo>
                  <a:pt x="1689096" y="670903"/>
                </a:lnTo>
                <a:lnTo>
                  <a:pt x="1693230" y="665186"/>
                </a:lnTo>
                <a:lnTo>
                  <a:pt x="1698000" y="659151"/>
                </a:lnTo>
                <a:lnTo>
                  <a:pt x="1702770" y="654068"/>
                </a:lnTo>
                <a:lnTo>
                  <a:pt x="1707540" y="648986"/>
                </a:lnTo>
                <a:lnTo>
                  <a:pt x="1712627" y="643904"/>
                </a:lnTo>
                <a:lnTo>
                  <a:pt x="1718351" y="639457"/>
                </a:lnTo>
                <a:lnTo>
                  <a:pt x="1723757" y="635010"/>
                </a:lnTo>
                <a:lnTo>
                  <a:pt x="1729163" y="631198"/>
                </a:lnTo>
                <a:lnTo>
                  <a:pt x="1735205" y="627387"/>
                </a:lnTo>
                <a:lnTo>
                  <a:pt x="1741565" y="624210"/>
                </a:lnTo>
                <a:lnTo>
                  <a:pt x="1747288" y="621352"/>
                </a:lnTo>
                <a:lnTo>
                  <a:pt x="1753966" y="618810"/>
                </a:lnTo>
                <a:lnTo>
                  <a:pt x="1760326" y="616587"/>
                </a:lnTo>
                <a:lnTo>
                  <a:pt x="1767004" y="614681"/>
                </a:lnTo>
                <a:lnTo>
                  <a:pt x="1773682" y="613093"/>
                </a:lnTo>
                <a:lnTo>
                  <a:pt x="1780677" y="612140"/>
                </a:lnTo>
                <a:lnTo>
                  <a:pt x="1787673" y="611187"/>
                </a:lnTo>
                <a:close/>
                <a:moveTo>
                  <a:pt x="630238" y="565150"/>
                </a:moveTo>
                <a:lnTo>
                  <a:pt x="639136" y="565468"/>
                </a:lnTo>
                <a:lnTo>
                  <a:pt x="647397" y="566420"/>
                </a:lnTo>
                <a:lnTo>
                  <a:pt x="655977" y="567372"/>
                </a:lnTo>
                <a:lnTo>
                  <a:pt x="664557" y="569276"/>
                </a:lnTo>
                <a:lnTo>
                  <a:pt x="672501" y="571498"/>
                </a:lnTo>
                <a:lnTo>
                  <a:pt x="680762" y="574354"/>
                </a:lnTo>
                <a:lnTo>
                  <a:pt x="689024" y="577211"/>
                </a:lnTo>
                <a:lnTo>
                  <a:pt x="696333" y="581020"/>
                </a:lnTo>
                <a:lnTo>
                  <a:pt x="703959" y="585463"/>
                </a:lnTo>
                <a:lnTo>
                  <a:pt x="711268" y="589907"/>
                </a:lnTo>
                <a:lnTo>
                  <a:pt x="718258" y="594667"/>
                </a:lnTo>
                <a:lnTo>
                  <a:pt x="725249" y="600063"/>
                </a:lnTo>
                <a:lnTo>
                  <a:pt x="731922" y="605776"/>
                </a:lnTo>
                <a:lnTo>
                  <a:pt x="738278" y="611489"/>
                </a:lnTo>
                <a:lnTo>
                  <a:pt x="744633" y="618154"/>
                </a:lnTo>
                <a:lnTo>
                  <a:pt x="750353" y="624820"/>
                </a:lnTo>
                <a:lnTo>
                  <a:pt x="756072" y="632437"/>
                </a:lnTo>
                <a:lnTo>
                  <a:pt x="761474" y="639737"/>
                </a:lnTo>
                <a:lnTo>
                  <a:pt x="766241" y="647354"/>
                </a:lnTo>
                <a:lnTo>
                  <a:pt x="771007" y="655289"/>
                </a:lnTo>
                <a:lnTo>
                  <a:pt x="775456" y="663541"/>
                </a:lnTo>
                <a:lnTo>
                  <a:pt x="779587" y="672111"/>
                </a:lnTo>
                <a:lnTo>
                  <a:pt x="783400" y="680998"/>
                </a:lnTo>
                <a:lnTo>
                  <a:pt x="786895" y="690202"/>
                </a:lnTo>
                <a:lnTo>
                  <a:pt x="790073" y="699406"/>
                </a:lnTo>
                <a:lnTo>
                  <a:pt x="792615" y="708611"/>
                </a:lnTo>
                <a:lnTo>
                  <a:pt x="794839" y="718450"/>
                </a:lnTo>
                <a:lnTo>
                  <a:pt x="796746" y="728606"/>
                </a:lnTo>
                <a:lnTo>
                  <a:pt x="798017" y="738445"/>
                </a:lnTo>
                <a:lnTo>
                  <a:pt x="799288" y="748919"/>
                </a:lnTo>
                <a:lnTo>
                  <a:pt x="799923" y="759076"/>
                </a:lnTo>
                <a:lnTo>
                  <a:pt x="800241" y="769550"/>
                </a:lnTo>
                <a:lnTo>
                  <a:pt x="799923" y="777802"/>
                </a:lnTo>
                <a:lnTo>
                  <a:pt x="799606" y="786054"/>
                </a:lnTo>
                <a:lnTo>
                  <a:pt x="798970" y="793989"/>
                </a:lnTo>
                <a:lnTo>
                  <a:pt x="798017" y="801923"/>
                </a:lnTo>
                <a:lnTo>
                  <a:pt x="797064" y="809541"/>
                </a:lnTo>
                <a:lnTo>
                  <a:pt x="795475" y="817476"/>
                </a:lnTo>
                <a:lnTo>
                  <a:pt x="793568" y="825093"/>
                </a:lnTo>
                <a:lnTo>
                  <a:pt x="791979" y="832710"/>
                </a:lnTo>
                <a:lnTo>
                  <a:pt x="789755" y="840328"/>
                </a:lnTo>
                <a:lnTo>
                  <a:pt x="787531" y="847310"/>
                </a:lnTo>
                <a:lnTo>
                  <a:pt x="784671" y="854293"/>
                </a:lnTo>
                <a:lnTo>
                  <a:pt x="781811" y="861276"/>
                </a:lnTo>
                <a:lnTo>
                  <a:pt x="778951" y="868258"/>
                </a:lnTo>
                <a:lnTo>
                  <a:pt x="775456" y="874923"/>
                </a:lnTo>
                <a:lnTo>
                  <a:pt x="772278" y="880954"/>
                </a:lnTo>
                <a:lnTo>
                  <a:pt x="768465" y="887619"/>
                </a:lnTo>
                <a:lnTo>
                  <a:pt x="764970" y="893649"/>
                </a:lnTo>
                <a:lnTo>
                  <a:pt x="760839" y="899680"/>
                </a:lnTo>
                <a:lnTo>
                  <a:pt x="756708" y="905393"/>
                </a:lnTo>
                <a:lnTo>
                  <a:pt x="752259" y="911106"/>
                </a:lnTo>
                <a:lnTo>
                  <a:pt x="747810" y="916501"/>
                </a:lnTo>
                <a:lnTo>
                  <a:pt x="743044" y="921580"/>
                </a:lnTo>
                <a:lnTo>
                  <a:pt x="738278" y="926341"/>
                </a:lnTo>
                <a:lnTo>
                  <a:pt x="733193" y="931101"/>
                </a:lnTo>
                <a:lnTo>
                  <a:pt x="728109" y="936180"/>
                </a:lnTo>
                <a:lnTo>
                  <a:pt x="722707" y="939988"/>
                </a:lnTo>
                <a:lnTo>
                  <a:pt x="717305" y="944114"/>
                </a:lnTo>
                <a:lnTo>
                  <a:pt x="711903" y="948241"/>
                </a:lnTo>
                <a:lnTo>
                  <a:pt x="706183" y="951414"/>
                </a:lnTo>
                <a:lnTo>
                  <a:pt x="700464" y="954906"/>
                </a:lnTo>
                <a:lnTo>
                  <a:pt x="694426" y="958080"/>
                </a:lnTo>
                <a:lnTo>
                  <a:pt x="688071" y="960619"/>
                </a:lnTo>
                <a:lnTo>
                  <a:pt x="688071" y="1044727"/>
                </a:lnTo>
                <a:lnTo>
                  <a:pt x="703641" y="1047266"/>
                </a:lnTo>
                <a:lnTo>
                  <a:pt x="718894" y="1050440"/>
                </a:lnTo>
                <a:lnTo>
                  <a:pt x="733829" y="1053614"/>
                </a:lnTo>
                <a:lnTo>
                  <a:pt x="748764" y="1057740"/>
                </a:lnTo>
                <a:lnTo>
                  <a:pt x="763063" y="1062184"/>
                </a:lnTo>
                <a:lnTo>
                  <a:pt x="777045" y="1066945"/>
                </a:lnTo>
                <a:lnTo>
                  <a:pt x="791026" y="1072340"/>
                </a:lnTo>
                <a:lnTo>
                  <a:pt x="804690" y="1078371"/>
                </a:lnTo>
                <a:lnTo>
                  <a:pt x="818036" y="1085036"/>
                </a:lnTo>
                <a:lnTo>
                  <a:pt x="831064" y="1091701"/>
                </a:lnTo>
                <a:lnTo>
                  <a:pt x="843775" y="1099001"/>
                </a:lnTo>
                <a:lnTo>
                  <a:pt x="856167" y="1106618"/>
                </a:lnTo>
                <a:lnTo>
                  <a:pt x="867925" y="1114871"/>
                </a:lnTo>
                <a:lnTo>
                  <a:pt x="879682" y="1123440"/>
                </a:lnTo>
                <a:lnTo>
                  <a:pt x="890804" y="1132010"/>
                </a:lnTo>
                <a:lnTo>
                  <a:pt x="901925" y="1141214"/>
                </a:lnTo>
                <a:lnTo>
                  <a:pt x="912094" y="1151370"/>
                </a:lnTo>
                <a:lnTo>
                  <a:pt x="921944" y="1161210"/>
                </a:lnTo>
                <a:lnTo>
                  <a:pt x="931795" y="1171683"/>
                </a:lnTo>
                <a:lnTo>
                  <a:pt x="940692" y="1182157"/>
                </a:lnTo>
                <a:lnTo>
                  <a:pt x="949272" y="1193266"/>
                </a:lnTo>
                <a:lnTo>
                  <a:pt x="957534" y="1204692"/>
                </a:lnTo>
                <a:lnTo>
                  <a:pt x="965160" y="1216118"/>
                </a:lnTo>
                <a:lnTo>
                  <a:pt x="972151" y="1227862"/>
                </a:lnTo>
                <a:lnTo>
                  <a:pt x="979142" y="1240557"/>
                </a:lnTo>
                <a:lnTo>
                  <a:pt x="985179" y="1252618"/>
                </a:lnTo>
                <a:lnTo>
                  <a:pt x="991217" y="1265631"/>
                </a:lnTo>
                <a:lnTo>
                  <a:pt x="995983" y="1278327"/>
                </a:lnTo>
                <a:lnTo>
                  <a:pt x="1000749" y="1291657"/>
                </a:lnTo>
                <a:lnTo>
                  <a:pt x="1004880" y="1304988"/>
                </a:lnTo>
                <a:lnTo>
                  <a:pt x="1008058" y="1318635"/>
                </a:lnTo>
                <a:lnTo>
                  <a:pt x="1010600" y="1332600"/>
                </a:lnTo>
                <a:lnTo>
                  <a:pt x="1014413" y="1484313"/>
                </a:lnTo>
                <a:lnTo>
                  <a:pt x="246063" y="1484313"/>
                </a:lnTo>
                <a:lnTo>
                  <a:pt x="249876" y="1332600"/>
                </a:lnTo>
                <a:lnTo>
                  <a:pt x="252419" y="1318635"/>
                </a:lnTo>
                <a:lnTo>
                  <a:pt x="255596" y="1304988"/>
                </a:lnTo>
                <a:lnTo>
                  <a:pt x="259727" y="1291657"/>
                </a:lnTo>
                <a:lnTo>
                  <a:pt x="264176" y="1278327"/>
                </a:lnTo>
                <a:lnTo>
                  <a:pt x="269260" y="1265631"/>
                </a:lnTo>
                <a:lnTo>
                  <a:pt x="275297" y="1252618"/>
                </a:lnTo>
                <a:lnTo>
                  <a:pt x="281017" y="1240557"/>
                </a:lnTo>
                <a:lnTo>
                  <a:pt x="288008" y="1227862"/>
                </a:lnTo>
                <a:lnTo>
                  <a:pt x="294999" y="1216118"/>
                </a:lnTo>
                <a:lnTo>
                  <a:pt x="302943" y="1204692"/>
                </a:lnTo>
                <a:lnTo>
                  <a:pt x="310887" y="1193266"/>
                </a:lnTo>
                <a:lnTo>
                  <a:pt x="319784" y="1182157"/>
                </a:lnTo>
                <a:lnTo>
                  <a:pt x="328682" y="1171683"/>
                </a:lnTo>
                <a:lnTo>
                  <a:pt x="338214" y="1161210"/>
                </a:lnTo>
                <a:lnTo>
                  <a:pt x="348383" y="1151370"/>
                </a:lnTo>
                <a:lnTo>
                  <a:pt x="358869" y="1141214"/>
                </a:lnTo>
                <a:lnTo>
                  <a:pt x="369673" y="1132010"/>
                </a:lnTo>
                <a:lnTo>
                  <a:pt x="380795" y="1123440"/>
                </a:lnTo>
                <a:lnTo>
                  <a:pt x="392552" y="1114871"/>
                </a:lnTo>
                <a:lnTo>
                  <a:pt x="404309" y="1106618"/>
                </a:lnTo>
                <a:lnTo>
                  <a:pt x="417020" y="1099001"/>
                </a:lnTo>
                <a:lnTo>
                  <a:pt x="429412" y="1091701"/>
                </a:lnTo>
                <a:lnTo>
                  <a:pt x="442441" y="1085036"/>
                </a:lnTo>
                <a:lnTo>
                  <a:pt x="455787" y="1078371"/>
                </a:lnTo>
                <a:lnTo>
                  <a:pt x="469450" y="1072340"/>
                </a:lnTo>
                <a:lnTo>
                  <a:pt x="483432" y="1066945"/>
                </a:lnTo>
                <a:lnTo>
                  <a:pt x="497413" y="1062184"/>
                </a:lnTo>
                <a:lnTo>
                  <a:pt x="511713" y="1057740"/>
                </a:lnTo>
                <a:lnTo>
                  <a:pt x="526648" y="1053614"/>
                </a:lnTo>
                <a:lnTo>
                  <a:pt x="541582" y="1050440"/>
                </a:lnTo>
                <a:lnTo>
                  <a:pt x="556835" y="1047266"/>
                </a:lnTo>
                <a:lnTo>
                  <a:pt x="571770" y="1044727"/>
                </a:lnTo>
                <a:lnTo>
                  <a:pt x="571770" y="960619"/>
                </a:lnTo>
                <a:lnTo>
                  <a:pt x="566050" y="958080"/>
                </a:lnTo>
                <a:lnTo>
                  <a:pt x="560013" y="954906"/>
                </a:lnTo>
                <a:lnTo>
                  <a:pt x="554293" y="951414"/>
                </a:lnTo>
                <a:lnTo>
                  <a:pt x="548573" y="948241"/>
                </a:lnTo>
                <a:lnTo>
                  <a:pt x="543171" y="944114"/>
                </a:lnTo>
                <a:lnTo>
                  <a:pt x="537452" y="939988"/>
                </a:lnTo>
                <a:lnTo>
                  <a:pt x="532367" y="935545"/>
                </a:lnTo>
                <a:lnTo>
                  <a:pt x="527283" y="931101"/>
                </a:lnTo>
                <a:lnTo>
                  <a:pt x="522199" y="926341"/>
                </a:lnTo>
                <a:lnTo>
                  <a:pt x="517433" y="921580"/>
                </a:lnTo>
                <a:lnTo>
                  <a:pt x="512348" y="916501"/>
                </a:lnTo>
                <a:lnTo>
                  <a:pt x="507900" y="911106"/>
                </a:lnTo>
                <a:lnTo>
                  <a:pt x="503769" y="905393"/>
                </a:lnTo>
                <a:lnTo>
                  <a:pt x="499638" y="899680"/>
                </a:lnTo>
                <a:lnTo>
                  <a:pt x="495507" y="893649"/>
                </a:lnTo>
                <a:lnTo>
                  <a:pt x="491694" y="887302"/>
                </a:lnTo>
                <a:lnTo>
                  <a:pt x="488198" y="880954"/>
                </a:lnTo>
                <a:lnTo>
                  <a:pt x="484385" y="874923"/>
                </a:lnTo>
                <a:lnTo>
                  <a:pt x="481525" y="868258"/>
                </a:lnTo>
                <a:lnTo>
                  <a:pt x="478665" y="861276"/>
                </a:lnTo>
                <a:lnTo>
                  <a:pt x="475488" y="854293"/>
                </a:lnTo>
                <a:lnTo>
                  <a:pt x="472946" y="847310"/>
                </a:lnTo>
                <a:lnTo>
                  <a:pt x="470404" y="839693"/>
                </a:lnTo>
                <a:lnTo>
                  <a:pt x="468497" y="832393"/>
                </a:lnTo>
                <a:lnTo>
                  <a:pt x="466273" y="825093"/>
                </a:lnTo>
                <a:lnTo>
                  <a:pt x="465002" y="817476"/>
                </a:lnTo>
                <a:lnTo>
                  <a:pt x="463413" y="809541"/>
                </a:lnTo>
                <a:lnTo>
                  <a:pt x="462142" y="801923"/>
                </a:lnTo>
                <a:lnTo>
                  <a:pt x="461189" y="793989"/>
                </a:lnTo>
                <a:lnTo>
                  <a:pt x="460871" y="786054"/>
                </a:lnTo>
                <a:lnTo>
                  <a:pt x="460235" y="777802"/>
                </a:lnTo>
                <a:lnTo>
                  <a:pt x="460235" y="769550"/>
                </a:lnTo>
                <a:lnTo>
                  <a:pt x="460553" y="759076"/>
                </a:lnTo>
                <a:lnTo>
                  <a:pt x="460871" y="748919"/>
                </a:lnTo>
                <a:lnTo>
                  <a:pt x="461824" y="738445"/>
                </a:lnTo>
                <a:lnTo>
                  <a:pt x="463413" y="728606"/>
                </a:lnTo>
                <a:lnTo>
                  <a:pt x="465637" y="718450"/>
                </a:lnTo>
                <a:lnTo>
                  <a:pt x="467862" y="708611"/>
                </a:lnTo>
                <a:lnTo>
                  <a:pt x="470404" y="699406"/>
                </a:lnTo>
                <a:lnTo>
                  <a:pt x="473264" y="690202"/>
                </a:lnTo>
                <a:lnTo>
                  <a:pt x="477077" y="680998"/>
                </a:lnTo>
                <a:lnTo>
                  <a:pt x="480890" y="672111"/>
                </a:lnTo>
                <a:lnTo>
                  <a:pt x="484703" y="663541"/>
                </a:lnTo>
                <a:lnTo>
                  <a:pt x="489152" y="655289"/>
                </a:lnTo>
                <a:lnTo>
                  <a:pt x="493918" y="647354"/>
                </a:lnTo>
                <a:lnTo>
                  <a:pt x="498685" y="639737"/>
                </a:lnTo>
                <a:lnTo>
                  <a:pt x="504404" y="632437"/>
                </a:lnTo>
                <a:lnTo>
                  <a:pt x="509806" y="624820"/>
                </a:lnTo>
                <a:lnTo>
                  <a:pt x="515844" y="618154"/>
                </a:lnTo>
                <a:lnTo>
                  <a:pt x="522199" y="611489"/>
                </a:lnTo>
                <a:lnTo>
                  <a:pt x="528236" y="605776"/>
                </a:lnTo>
                <a:lnTo>
                  <a:pt x="534909" y="600063"/>
                </a:lnTo>
                <a:lnTo>
                  <a:pt x="541900" y="594667"/>
                </a:lnTo>
                <a:lnTo>
                  <a:pt x="548891" y="589907"/>
                </a:lnTo>
                <a:lnTo>
                  <a:pt x="556517" y="585463"/>
                </a:lnTo>
                <a:lnTo>
                  <a:pt x="564144" y="581020"/>
                </a:lnTo>
                <a:lnTo>
                  <a:pt x="571770" y="577211"/>
                </a:lnTo>
                <a:lnTo>
                  <a:pt x="579714" y="574354"/>
                </a:lnTo>
                <a:lnTo>
                  <a:pt x="587658" y="571498"/>
                </a:lnTo>
                <a:lnTo>
                  <a:pt x="595920" y="569276"/>
                </a:lnTo>
                <a:lnTo>
                  <a:pt x="604499" y="567372"/>
                </a:lnTo>
                <a:lnTo>
                  <a:pt x="612761" y="566420"/>
                </a:lnTo>
                <a:lnTo>
                  <a:pt x="621659" y="565468"/>
                </a:lnTo>
                <a:lnTo>
                  <a:pt x="630238" y="565150"/>
                </a:lnTo>
                <a:close/>
                <a:moveTo>
                  <a:pt x="181836" y="158167"/>
                </a:moveTo>
                <a:lnTo>
                  <a:pt x="178980" y="158484"/>
                </a:lnTo>
                <a:lnTo>
                  <a:pt x="176441" y="159119"/>
                </a:lnTo>
                <a:lnTo>
                  <a:pt x="173902" y="160390"/>
                </a:lnTo>
                <a:lnTo>
                  <a:pt x="171681" y="161343"/>
                </a:lnTo>
                <a:lnTo>
                  <a:pt x="169459" y="162613"/>
                </a:lnTo>
                <a:lnTo>
                  <a:pt x="167238" y="163884"/>
                </a:lnTo>
                <a:lnTo>
                  <a:pt x="165651" y="165789"/>
                </a:lnTo>
                <a:lnTo>
                  <a:pt x="164065" y="167695"/>
                </a:lnTo>
                <a:lnTo>
                  <a:pt x="162478" y="169918"/>
                </a:lnTo>
                <a:lnTo>
                  <a:pt x="161209" y="171824"/>
                </a:lnTo>
                <a:lnTo>
                  <a:pt x="159939" y="174364"/>
                </a:lnTo>
                <a:lnTo>
                  <a:pt x="159305" y="176588"/>
                </a:lnTo>
                <a:lnTo>
                  <a:pt x="158352" y="179128"/>
                </a:lnTo>
                <a:lnTo>
                  <a:pt x="158035" y="181669"/>
                </a:lnTo>
                <a:lnTo>
                  <a:pt x="157718" y="184210"/>
                </a:lnTo>
                <a:lnTo>
                  <a:pt x="157718" y="1440334"/>
                </a:lnTo>
                <a:lnTo>
                  <a:pt x="158352" y="1447639"/>
                </a:lnTo>
                <a:lnTo>
                  <a:pt x="159622" y="1454944"/>
                </a:lnTo>
                <a:lnTo>
                  <a:pt x="161526" y="1463202"/>
                </a:lnTo>
                <a:lnTo>
                  <a:pt x="164065" y="1471142"/>
                </a:lnTo>
                <a:lnTo>
                  <a:pt x="167238" y="1479717"/>
                </a:lnTo>
                <a:lnTo>
                  <a:pt x="171363" y="1488610"/>
                </a:lnTo>
                <a:lnTo>
                  <a:pt x="175806" y="1497185"/>
                </a:lnTo>
                <a:lnTo>
                  <a:pt x="181201" y="1506078"/>
                </a:lnTo>
                <a:lnTo>
                  <a:pt x="187230" y="1514336"/>
                </a:lnTo>
                <a:lnTo>
                  <a:pt x="193577" y="1522594"/>
                </a:lnTo>
                <a:lnTo>
                  <a:pt x="200876" y="1530534"/>
                </a:lnTo>
                <a:lnTo>
                  <a:pt x="208492" y="1538156"/>
                </a:lnTo>
                <a:lnTo>
                  <a:pt x="216743" y="1545143"/>
                </a:lnTo>
                <a:lnTo>
                  <a:pt x="225629" y="1551178"/>
                </a:lnTo>
                <a:lnTo>
                  <a:pt x="230389" y="1554354"/>
                </a:lnTo>
                <a:lnTo>
                  <a:pt x="235149" y="1557212"/>
                </a:lnTo>
                <a:lnTo>
                  <a:pt x="239909" y="1559753"/>
                </a:lnTo>
                <a:lnTo>
                  <a:pt x="244669" y="1561976"/>
                </a:lnTo>
                <a:lnTo>
                  <a:pt x="1018979" y="1561976"/>
                </a:lnTo>
                <a:lnTo>
                  <a:pt x="1018979" y="1559436"/>
                </a:lnTo>
                <a:lnTo>
                  <a:pt x="1028182" y="1554354"/>
                </a:lnTo>
                <a:lnTo>
                  <a:pt x="1037068" y="1548637"/>
                </a:lnTo>
                <a:lnTo>
                  <a:pt x="1045636" y="1542603"/>
                </a:lnTo>
                <a:lnTo>
                  <a:pt x="1053252" y="1535298"/>
                </a:lnTo>
                <a:lnTo>
                  <a:pt x="1060551" y="1527993"/>
                </a:lnTo>
                <a:lnTo>
                  <a:pt x="1067532" y="1520370"/>
                </a:lnTo>
                <a:lnTo>
                  <a:pt x="1073879" y="1512113"/>
                </a:lnTo>
                <a:lnTo>
                  <a:pt x="1079908" y="1504173"/>
                </a:lnTo>
                <a:lnTo>
                  <a:pt x="1084986" y="1495597"/>
                </a:lnTo>
                <a:lnTo>
                  <a:pt x="1089429" y="1487022"/>
                </a:lnTo>
                <a:lnTo>
                  <a:pt x="1093554" y="1479082"/>
                </a:lnTo>
                <a:lnTo>
                  <a:pt x="1096728" y="1470507"/>
                </a:lnTo>
                <a:lnTo>
                  <a:pt x="1099266" y="1462884"/>
                </a:lnTo>
                <a:lnTo>
                  <a:pt x="1101170" y="1454626"/>
                </a:lnTo>
                <a:lnTo>
                  <a:pt x="1102122" y="1447321"/>
                </a:lnTo>
                <a:lnTo>
                  <a:pt x="1102757" y="1440334"/>
                </a:lnTo>
                <a:lnTo>
                  <a:pt x="1102757" y="184210"/>
                </a:lnTo>
                <a:lnTo>
                  <a:pt x="1102122" y="181669"/>
                </a:lnTo>
                <a:lnTo>
                  <a:pt x="1101805" y="179128"/>
                </a:lnTo>
                <a:lnTo>
                  <a:pt x="1101170" y="176588"/>
                </a:lnTo>
                <a:lnTo>
                  <a:pt x="1100536" y="174364"/>
                </a:lnTo>
                <a:lnTo>
                  <a:pt x="1099266" y="171824"/>
                </a:lnTo>
                <a:lnTo>
                  <a:pt x="1097997" y="169918"/>
                </a:lnTo>
                <a:lnTo>
                  <a:pt x="1096410" y="167695"/>
                </a:lnTo>
                <a:lnTo>
                  <a:pt x="1094824" y="165789"/>
                </a:lnTo>
                <a:lnTo>
                  <a:pt x="1092919" y="163884"/>
                </a:lnTo>
                <a:lnTo>
                  <a:pt x="1090698" y="162613"/>
                </a:lnTo>
                <a:lnTo>
                  <a:pt x="1088794" y="161343"/>
                </a:lnTo>
                <a:lnTo>
                  <a:pt x="1086573" y="160390"/>
                </a:lnTo>
                <a:lnTo>
                  <a:pt x="1083716" y="159119"/>
                </a:lnTo>
                <a:lnTo>
                  <a:pt x="1081178" y="158484"/>
                </a:lnTo>
                <a:lnTo>
                  <a:pt x="1078639" y="158167"/>
                </a:lnTo>
                <a:lnTo>
                  <a:pt x="1076100" y="158167"/>
                </a:lnTo>
                <a:lnTo>
                  <a:pt x="184374" y="158167"/>
                </a:lnTo>
                <a:lnTo>
                  <a:pt x="181836" y="158167"/>
                </a:lnTo>
                <a:close/>
                <a:moveTo>
                  <a:pt x="1414463" y="157162"/>
                </a:moveTo>
                <a:lnTo>
                  <a:pt x="2153497" y="157162"/>
                </a:lnTo>
                <a:lnTo>
                  <a:pt x="2161123" y="157162"/>
                </a:lnTo>
                <a:lnTo>
                  <a:pt x="2169066" y="158114"/>
                </a:lnTo>
                <a:lnTo>
                  <a:pt x="2176374" y="158749"/>
                </a:lnTo>
                <a:lnTo>
                  <a:pt x="2183364" y="160337"/>
                </a:lnTo>
                <a:lnTo>
                  <a:pt x="2190671" y="161924"/>
                </a:lnTo>
                <a:lnTo>
                  <a:pt x="2197661" y="163829"/>
                </a:lnTo>
                <a:lnTo>
                  <a:pt x="2204651" y="166052"/>
                </a:lnTo>
                <a:lnTo>
                  <a:pt x="2211324" y="168909"/>
                </a:lnTo>
                <a:lnTo>
                  <a:pt x="2217996" y="172084"/>
                </a:lnTo>
                <a:lnTo>
                  <a:pt x="2224350" y="174942"/>
                </a:lnTo>
                <a:lnTo>
                  <a:pt x="2230387" y="178752"/>
                </a:lnTo>
                <a:lnTo>
                  <a:pt x="2236424" y="182562"/>
                </a:lnTo>
                <a:lnTo>
                  <a:pt x="2242461" y="186689"/>
                </a:lnTo>
                <a:lnTo>
                  <a:pt x="2247862" y="191134"/>
                </a:lnTo>
                <a:lnTo>
                  <a:pt x="2253264" y="195579"/>
                </a:lnTo>
                <a:lnTo>
                  <a:pt x="2258665" y="200659"/>
                </a:lnTo>
                <a:lnTo>
                  <a:pt x="2263431" y="206057"/>
                </a:lnTo>
                <a:lnTo>
                  <a:pt x="2268197" y="211137"/>
                </a:lnTo>
                <a:lnTo>
                  <a:pt x="2272645" y="216852"/>
                </a:lnTo>
                <a:lnTo>
                  <a:pt x="2276776" y="222567"/>
                </a:lnTo>
                <a:lnTo>
                  <a:pt x="2280270" y="228917"/>
                </a:lnTo>
                <a:lnTo>
                  <a:pt x="2284083" y="234949"/>
                </a:lnTo>
                <a:lnTo>
                  <a:pt x="2287261" y="241299"/>
                </a:lnTo>
                <a:lnTo>
                  <a:pt x="2290438" y="247967"/>
                </a:lnTo>
                <a:lnTo>
                  <a:pt x="2292980" y="254634"/>
                </a:lnTo>
                <a:lnTo>
                  <a:pt x="2295204" y="261619"/>
                </a:lnTo>
                <a:lnTo>
                  <a:pt x="2297428" y="268604"/>
                </a:lnTo>
                <a:lnTo>
                  <a:pt x="2298699" y="275589"/>
                </a:lnTo>
                <a:lnTo>
                  <a:pt x="2300287" y="282892"/>
                </a:lnTo>
                <a:lnTo>
                  <a:pt x="2300923" y="290512"/>
                </a:lnTo>
                <a:lnTo>
                  <a:pt x="2301876" y="297814"/>
                </a:lnTo>
                <a:lnTo>
                  <a:pt x="2301876" y="305434"/>
                </a:lnTo>
                <a:lnTo>
                  <a:pt x="2301876" y="1484630"/>
                </a:lnTo>
                <a:lnTo>
                  <a:pt x="2301876" y="1497013"/>
                </a:lnTo>
                <a:lnTo>
                  <a:pt x="2300923" y="1509078"/>
                </a:lnTo>
                <a:lnTo>
                  <a:pt x="2299652" y="1521143"/>
                </a:lnTo>
                <a:lnTo>
                  <a:pt x="2298063" y="1533208"/>
                </a:lnTo>
                <a:lnTo>
                  <a:pt x="2295839" y="1544638"/>
                </a:lnTo>
                <a:lnTo>
                  <a:pt x="2292980" y="1555433"/>
                </a:lnTo>
                <a:lnTo>
                  <a:pt x="2289802" y="1566545"/>
                </a:lnTo>
                <a:lnTo>
                  <a:pt x="2285990" y="1577340"/>
                </a:lnTo>
                <a:lnTo>
                  <a:pt x="2281859" y="1587500"/>
                </a:lnTo>
                <a:lnTo>
                  <a:pt x="2277093" y="1597660"/>
                </a:lnTo>
                <a:lnTo>
                  <a:pt x="2271374" y="1607503"/>
                </a:lnTo>
                <a:lnTo>
                  <a:pt x="2265655" y="1616710"/>
                </a:lnTo>
                <a:lnTo>
                  <a:pt x="2259300" y="1625918"/>
                </a:lnTo>
                <a:lnTo>
                  <a:pt x="2252310" y="1634808"/>
                </a:lnTo>
                <a:lnTo>
                  <a:pt x="2244685" y="1643063"/>
                </a:lnTo>
                <a:lnTo>
                  <a:pt x="2236424" y="1651000"/>
                </a:lnTo>
                <a:lnTo>
                  <a:pt x="2227846" y="1658938"/>
                </a:lnTo>
                <a:lnTo>
                  <a:pt x="2218631" y="1665923"/>
                </a:lnTo>
                <a:lnTo>
                  <a:pt x="2208782" y="1672908"/>
                </a:lnTo>
                <a:lnTo>
                  <a:pt x="2198297" y="1678940"/>
                </a:lnTo>
                <a:lnTo>
                  <a:pt x="2187494" y="1684973"/>
                </a:lnTo>
                <a:lnTo>
                  <a:pt x="2176056" y="1690370"/>
                </a:lnTo>
                <a:lnTo>
                  <a:pt x="2163664" y="1695450"/>
                </a:lnTo>
                <a:lnTo>
                  <a:pt x="2150955" y="1700213"/>
                </a:lnTo>
                <a:lnTo>
                  <a:pt x="2137611" y="1704023"/>
                </a:lnTo>
                <a:lnTo>
                  <a:pt x="2123631" y="1707515"/>
                </a:lnTo>
                <a:lnTo>
                  <a:pt x="2108698" y="1710373"/>
                </a:lnTo>
                <a:lnTo>
                  <a:pt x="2093764" y="1712913"/>
                </a:lnTo>
                <a:lnTo>
                  <a:pt x="2077878" y="1715135"/>
                </a:lnTo>
                <a:lnTo>
                  <a:pt x="2061038" y="1716405"/>
                </a:lnTo>
                <a:lnTo>
                  <a:pt x="2044199" y="1717358"/>
                </a:lnTo>
                <a:lnTo>
                  <a:pt x="2026406" y="1717675"/>
                </a:lnTo>
                <a:lnTo>
                  <a:pt x="1563159" y="1717675"/>
                </a:lnTo>
                <a:lnTo>
                  <a:pt x="1551721" y="1717358"/>
                </a:lnTo>
                <a:lnTo>
                  <a:pt x="1540601" y="1716723"/>
                </a:lnTo>
                <a:lnTo>
                  <a:pt x="1529163" y="1715453"/>
                </a:lnTo>
                <a:lnTo>
                  <a:pt x="1518042" y="1714500"/>
                </a:lnTo>
                <a:lnTo>
                  <a:pt x="1506922" y="1712913"/>
                </a:lnTo>
                <a:lnTo>
                  <a:pt x="1495801" y="1710690"/>
                </a:lnTo>
                <a:lnTo>
                  <a:pt x="1485634" y="1709103"/>
                </a:lnTo>
                <a:lnTo>
                  <a:pt x="1475149" y="1706880"/>
                </a:lnTo>
                <a:lnTo>
                  <a:pt x="1456085" y="1701800"/>
                </a:lnTo>
                <a:lnTo>
                  <a:pt x="1439246" y="1697038"/>
                </a:lnTo>
                <a:lnTo>
                  <a:pt x="1424948" y="1692593"/>
                </a:lnTo>
                <a:lnTo>
                  <a:pt x="1414463" y="1688783"/>
                </a:lnTo>
                <a:lnTo>
                  <a:pt x="1414463" y="1342708"/>
                </a:lnTo>
                <a:lnTo>
                  <a:pt x="1416687" y="1347470"/>
                </a:lnTo>
                <a:lnTo>
                  <a:pt x="1419229" y="1352233"/>
                </a:lnTo>
                <a:lnTo>
                  <a:pt x="1422088" y="1357630"/>
                </a:lnTo>
                <a:lnTo>
                  <a:pt x="1425583" y="1362393"/>
                </a:lnTo>
                <a:lnTo>
                  <a:pt x="1429078" y="1367473"/>
                </a:lnTo>
                <a:lnTo>
                  <a:pt x="1433209" y="1372235"/>
                </a:lnTo>
                <a:lnTo>
                  <a:pt x="1437657" y="1376998"/>
                </a:lnTo>
                <a:lnTo>
                  <a:pt x="1442105" y="1381760"/>
                </a:lnTo>
                <a:lnTo>
                  <a:pt x="1446871" y="1386523"/>
                </a:lnTo>
                <a:lnTo>
                  <a:pt x="1451637" y="1390968"/>
                </a:lnTo>
                <a:lnTo>
                  <a:pt x="1456721" y="1395413"/>
                </a:lnTo>
                <a:lnTo>
                  <a:pt x="1462440" y="1399540"/>
                </a:lnTo>
                <a:lnTo>
                  <a:pt x="1467523" y="1403350"/>
                </a:lnTo>
                <a:lnTo>
                  <a:pt x="1472925" y="1406525"/>
                </a:lnTo>
                <a:lnTo>
                  <a:pt x="1478644" y="1410018"/>
                </a:lnTo>
                <a:lnTo>
                  <a:pt x="1484045" y="1412558"/>
                </a:lnTo>
                <a:lnTo>
                  <a:pt x="1484045" y="1413510"/>
                </a:lnTo>
                <a:lnTo>
                  <a:pt x="2108062" y="1413510"/>
                </a:lnTo>
                <a:lnTo>
                  <a:pt x="2108062" y="1410335"/>
                </a:lnTo>
                <a:lnTo>
                  <a:pt x="2115370" y="1406208"/>
                </a:lnTo>
                <a:lnTo>
                  <a:pt x="2122360" y="1401763"/>
                </a:lnTo>
                <a:lnTo>
                  <a:pt x="2129032" y="1396683"/>
                </a:lnTo>
                <a:lnTo>
                  <a:pt x="2135387" y="1390968"/>
                </a:lnTo>
                <a:lnTo>
                  <a:pt x="2141106" y="1385253"/>
                </a:lnTo>
                <a:lnTo>
                  <a:pt x="2146825" y="1378903"/>
                </a:lnTo>
                <a:lnTo>
                  <a:pt x="2151909" y="1372235"/>
                </a:lnTo>
                <a:lnTo>
                  <a:pt x="2156357" y="1365568"/>
                </a:lnTo>
                <a:lnTo>
                  <a:pt x="2160805" y="1358900"/>
                </a:lnTo>
                <a:lnTo>
                  <a:pt x="2163982" y="1352233"/>
                </a:lnTo>
                <a:lnTo>
                  <a:pt x="2167477" y="1345883"/>
                </a:lnTo>
                <a:lnTo>
                  <a:pt x="2170019" y="1339215"/>
                </a:lnTo>
                <a:lnTo>
                  <a:pt x="2172243" y="1332865"/>
                </a:lnTo>
                <a:lnTo>
                  <a:pt x="2173832" y="1326515"/>
                </a:lnTo>
                <a:lnTo>
                  <a:pt x="2174467" y="1320800"/>
                </a:lnTo>
                <a:lnTo>
                  <a:pt x="2174785" y="1315085"/>
                </a:lnTo>
                <a:lnTo>
                  <a:pt x="2174785" y="305434"/>
                </a:lnTo>
                <a:lnTo>
                  <a:pt x="2174467" y="301307"/>
                </a:lnTo>
                <a:lnTo>
                  <a:pt x="2172879" y="297497"/>
                </a:lnTo>
                <a:lnTo>
                  <a:pt x="2171290" y="293687"/>
                </a:lnTo>
                <a:lnTo>
                  <a:pt x="2168430" y="290829"/>
                </a:lnTo>
                <a:lnTo>
                  <a:pt x="2165571" y="288289"/>
                </a:lnTo>
                <a:lnTo>
                  <a:pt x="2162076" y="286067"/>
                </a:lnTo>
                <a:lnTo>
                  <a:pt x="2157945" y="284797"/>
                </a:lnTo>
                <a:lnTo>
                  <a:pt x="2153497" y="284479"/>
                </a:lnTo>
                <a:lnTo>
                  <a:pt x="1414463" y="284479"/>
                </a:lnTo>
                <a:lnTo>
                  <a:pt x="1414463" y="157162"/>
                </a:lnTo>
                <a:close/>
                <a:moveTo>
                  <a:pt x="184374" y="0"/>
                </a:moveTo>
                <a:lnTo>
                  <a:pt x="1076100" y="0"/>
                </a:lnTo>
                <a:lnTo>
                  <a:pt x="1085621" y="317"/>
                </a:lnTo>
                <a:lnTo>
                  <a:pt x="1094824" y="953"/>
                </a:lnTo>
                <a:lnTo>
                  <a:pt x="1104026" y="1905"/>
                </a:lnTo>
                <a:lnTo>
                  <a:pt x="1113229" y="3494"/>
                </a:lnTo>
                <a:lnTo>
                  <a:pt x="1122115" y="5717"/>
                </a:lnTo>
                <a:lnTo>
                  <a:pt x="1131000" y="8258"/>
                </a:lnTo>
                <a:lnTo>
                  <a:pt x="1139568" y="11434"/>
                </a:lnTo>
                <a:lnTo>
                  <a:pt x="1147502" y="14610"/>
                </a:lnTo>
                <a:lnTo>
                  <a:pt x="1156070" y="18421"/>
                </a:lnTo>
                <a:lnTo>
                  <a:pt x="1163686" y="22232"/>
                </a:lnTo>
                <a:lnTo>
                  <a:pt x="1171620" y="26679"/>
                </a:lnTo>
                <a:lnTo>
                  <a:pt x="1178919" y="31443"/>
                </a:lnTo>
                <a:lnTo>
                  <a:pt x="1186217" y="36842"/>
                </a:lnTo>
                <a:lnTo>
                  <a:pt x="1193199" y="42241"/>
                </a:lnTo>
                <a:lnTo>
                  <a:pt x="1199863" y="47640"/>
                </a:lnTo>
                <a:lnTo>
                  <a:pt x="1206210" y="53993"/>
                </a:lnTo>
                <a:lnTo>
                  <a:pt x="1212557" y="60345"/>
                </a:lnTo>
                <a:lnTo>
                  <a:pt x="1218269" y="67014"/>
                </a:lnTo>
                <a:lnTo>
                  <a:pt x="1223981" y="74002"/>
                </a:lnTo>
                <a:lnTo>
                  <a:pt x="1229058" y="81306"/>
                </a:lnTo>
                <a:lnTo>
                  <a:pt x="1233818" y="88611"/>
                </a:lnTo>
                <a:lnTo>
                  <a:pt x="1238261" y="96551"/>
                </a:lnTo>
                <a:lnTo>
                  <a:pt x="1242387" y="104492"/>
                </a:lnTo>
                <a:lnTo>
                  <a:pt x="1245877" y="112749"/>
                </a:lnTo>
                <a:lnTo>
                  <a:pt x="1249368" y="121325"/>
                </a:lnTo>
                <a:lnTo>
                  <a:pt x="1252224" y="129582"/>
                </a:lnTo>
                <a:lnTo>
                  <a:pt x="1254446" y="138475"/>
                </a:lnTo>
                <a:lnTo>
                  <a:pt x="1256667" y="147368"/>
                </a:lnTo>
                <a:lnTo>
                  <a:pt x="1258254" y="156261"/>
                </a:lnTo>
                <a:lnTo>
                  <a:pt x="1259523" y="165472"/>
                </a:lnTo>
                <a:lnTo>
                  <a:pt x="1259840" y="175000"/>
                </a:lnTo>
                <a:lnTo>
                  <a:pt x="1260475" y="184210"/>
                </a:lnTo>
                <a:lnTo>
                  <a:pt x="1260475" y="1651541"/>
                </a:lnTo>
                <a:lnTo>
                  <a:pt x="1259840" y="1667103"/>
                </a:lnTo>
                <a:lnTo>
                  <a:pt x="1259206" y="1682348"/>
                </a:lnTo>
                <a:lnTo>
                  <a:pt x="1257936" y="1696958"/>
                </a:lnTo>
                <a:lnTo>
                  <a:pt x="1255715" y="1711886"/>
                </a:lnTo>
                <a:lnTo>
                  <a:pt x="1252542" y="1725860"/>
                </a:lnTo>
                <a:lnTo>
                  <a:pt x="1249368" y="1739835"/>
                </a:lnTo>
                <a:lnTo>
                  <a:pt x="1245243" y="1753492"/>
                </a:lnTo>
                <a:lnTo>
                  <a:pt x="1240483" y="1766831"/>
                </a:lnTo>
                <a:lnTo>
                  <a:pt x="1235405" y="1779535"/>
                </a:lnTo>
                <a:lnTo>
                  <a:pt x="1229376" y="1792239"/>
                </a:lnTo>
                <a:lnTo>
                  <a:pt x="1222712" y="1804308"/>
                </a:lnTo>
                <a:lnTo>
                  <a:pt x="1215413" y="1816060"/>
                </a:lnTo>
                <a:lnTo>
                  <a:pt x="1207162" y="1827493"/>
                </a:lnTo>
                <a:lnTo>
                  <a:pt x="1198594" y="1838292"/>
                </a:lnTo>
                <a:lnTo>
                  <a:pt x="1189391" y="1848773"/>
                </a:lnTo>
                <a:lnTo>
                  <a:pt x="1179236" y="1858619"/>
                </a:lnTo>
                <a:lnTo>
                  <a:pt x="1168129" y="1868147"/>
                </a:lnTo>
                <a:lnTo>
                  <a:pt x="1156705" y="1877040"/>
                </a:lnTo>
                <a:lnTo>
                  <a:pt x="1144646" y="1885615"/>
                </a:lnTo>
                <a:lnTo>
                  <a:pt x="1131635" y="1893555"/>
                </a:lnTo>
                <a:lnTo>
                  <a:pt x="1117989" y="1900860"/>
                </a:lnTo>
                <a:lnTo>
                  <a:pt x="1103709" y="1907530"/>
                </a:lnTo>
                <a:lnTo>
                  <a:pt x="1088794" y="1913882"/>
                </a:lnTo>
                <a:lnTo>
                  <a:pt x="1072927" y="1919599"/>
                </a:lnTo>
                <a:lnTo>
                  <a:pt x="1056108" y="1924680"/>
                </a:lnTo>
                <a:lnTo>
                  <a:pt x="1038654" y="1929127"/>
                </a:lnTo>
                <a:lnTo>
                  <a:pt x="1020566" y="1932620"/>
                </a:lnTo>
                <a:lnTo>
                  <a:pt x="1001526" y="1936114"/>
                </a:lnTo>
                <a:lnTo>
                  <a:pt x="981851" y="1938337"/>
                </a:lnTo>
                <a:lnTo>
                  <a:pt x="961541" y="1940243"/>
                </a:lnTo>
                <a:lnTo>
                  <a:pt x="940279" y="1941196"/>
                </a:lnTo>
                <a:lnTo>
                  <a:pt x="918065" y="1941513"/>
                </a:lnTo>
                <a:lnTo>
                  <a:pt x="342410" y="1941513"/>
                </a:lnTo>
                <a:lnTo>
                  <a:pt x="321148" y="1941196"/>
                </a:lnTo>
                <a:lnTo>
                  <a:pt x="300839" y="1940243"/>
                </a:lnTo>
                <a:lnTo>
                  <a:pt x="280846" y="1938337"/>
                </a:lnTo>
                <a:lnTo>
                  <a:pt x="261806" y="1936114"/>
                </a:lnTo>
                <a:lnTo>
                  <a:pt x="242765" y="1932938"/>
                </a:lnTo>
                <a:lnTo>
                  <a:pt x="225311" y="1929444"/>
                </a:lnTo>
                <a:lnTo>
                  <a:pt x="208175" y="1924998"/>
                </a:lnTo>
                <a:lnTo>
                  <a:pt x="191673" y="1920234"/>
                </a:lnTo>
                <a:lnTo>
                  <a:pt x="175806" y="1914517"/>
                </a:lnTo>
                <a:lnTo>
                  <a:pt x="160574" y="1908800"/>
                </a:lnTo>
                <a:lnTo>
                  <a:pt x="146294" y="1902130"/>
                </a:lnTo>
                <a:lnTo>
                  <a:pt x="132648" y="1894825"/>
                </a:lnTo>
                <a:lnTo>
                  <a:pt x="119954" y="1886885"/>
                </a:lnTo>
                <a:lnTo>
                  <a:pt x="107261" y="1878628"/>
                </a:lnTo>
                <a:lnTo>
                  <a:pt x="95836" y="1869735"/>
                </a:lnTo>
                <a:lnTo>
                  <a:pt x="84730" y="1860524"/>
                </a:lnTo>
                <a:lnTo>
                  <a:pt x="74575" y="1850361"/>
                </a:lnTo>
                <a:lnTo>
                  <a:pt x="64737" y="1840198"/>
                </a:lnTo>
                <a:lnTo>
                  <a:pt x="55534" y="1829399"/>
                </a:lnTo>
                <a:lnTo>
                  <a:pt x="47601" y="1817965"/>
                </a:lnTo>
                <a:lnTo>
                  <a:pt x="39985" y="1806532"/>
                </a:lnTo>
                <a:lnTo>
                  <a:pt x="32686" y="1794463"/>
                </a:lnTo>
                <a:lnTo>
                  <a:pt x="26656" y="1781758"/>
                </a:lnTo>
                <a:lnTo>
                  <a:pt x="20944" y="1768419"/>
                </a:lnTo>
                <a:lnTo>
                  <a:pt x="16184" y="1755397"/>
                </a:lnTo>
                <a:lnTo>
                  <a:pt x="11741" y="1741740"/>
                </a:lnTo>
                <a:lnTo>
                  <a:pt x="8251" y="1727131"/>
                </a:lnTo>
                <a:lnTo>
                  <a:pt x="5077" y="1712838"/>
                </a:lnTo>
                <a:lnTo>
                  <a:pt x="2856" y="1698229"/>
                </a:lnTo>
                <a:lnTo>
                  <a:pt x="1269" y="1682984"/>
                </a:lnTo>
                <a:lnTo>
                  <a:pt x="317" y="1667421"/>
                </a:lnTo>
                <a:lnTo>
                  <a:pt x="0" y="1651541"/>
                </a:lnTo>
                <a:lnTo>
                  <a:pt x="0" y="184210"/>
                </a:lnTo>
                <a:lnTo>
                  <a:pt x="0" y="175000"/>
                </a:lnTo>
                <a:lnTo>
                  <a:pt x="634" y="165472"/>
                </a:lnTo>
                <a:lnTo>
                  <a:pt x="1904" y="156261"/>
                </a:lnTo>
                <a:lnTo>
                  <a:pt x="3808" y="147368"/>
                </a:lnTo>
                <a:lnTo>
                  <a:pt x="6029" y="138475"/>
                </a:lnTo>
                <a:lnTo>
                  <a:pt x="8251" y="129582"/>
                </a:lnTo>
                <a:lnTo>
                  <a:pt x="11107" y="121325"/>
                </a:lnTo>
                <a:lnTo>
                  <a:pt x="14280" y="112749"/>
                </a:lnTo>
                <a:lnTo>
                  <a:pt x="18088" y="104492"/>
                </a:lnTo>
                <a:lnTo>
                  <a:pt x="22214" y="96551"/>
                </a:lnTo>
                <a:lnTo>
                  <a:pt x="26656" y="88611"/>
                </a:lnTo>
                <a:lnTo>
                  <a:pt x="31416" y="81306"/>
                </a:lnTo>
                <a:lnTo>
                  <a:pt x="36494" y="74002"/>
                </a:lnTo>
                <a:lnTo>
                  <a:pt x="41889" y="67014"/>
                </a:lnTo>
                <a:lnTo>
                  <a:pt x="47918" y="60345"/>
                </a:lnTo>
                <a:lnTo>
                  <a:pt x="53948" y="53993"/>
                </a:lnTo>
                <a:lnTo>
                  <a:pt x="60612" y="47640"/>
                </a:lnTo>
                <a:lnTo>
                  <a:pt x="66959" y="42241"/>
                </a:lnTo>
                <a:lnTo>
                  <a:pt x="74257" y="36842"/>
                </a:lnTo>
                <a:lnTo>
                  <a:pt x="81556" y="31443"/>
                </a:lnTo>
                <a:lnTo>
                  <a:pt x="88855" y="26679"/>
                </a:lnTo>
                <a:lnTo>
                  <a:pt x="96471" y="22232"/>
                </a:lnTo>
                <a:lnTo>
                  <a:pt x="104405" y="18421"/>
                </a:lnTo>
                <a:lnTo>
                  <a:pt x="112338" y="14610"/>
                </a:lnTo>
                <a:lnTo>
                  <a:pt x="120906" y="11434"/>
                </a:lnTo>
                <a:lnTo>
                  <a:pt x="129475" y="8258"/>
                </a:lnTo>
                <a:lnTo>
                  <a:pt x="138360" y="5717"/>
                </a:lnTo>
                <a:lnTo>
                  <a:pt x="146928" y="3494"/>
                </a:lnTo>
                <a:lnTo>
                  <a:pt x="156131" y="1905"/>
                </a:lnTo>
                <a:lnTo>
                  <a:pt x="165651" y="953"/>
                </a:lnTo>
                <a:lnTo>
                  <a:pt x="174854" y="317"/>
                </a:lnTo>
                <a:lnTo>
                  <a:pt x="184374" y="0"/>
                </a:lnTo>
                <a:close/>
              </a:path>
            </a:pathLst>
          </a:cu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06" name="KSO_Shape"/>
          <p:cNvSpPr>
            <a:spLocks noChangeArrowheads="1"/>
          </p:cNvSpPr>
          <p:nvPr/>
        </p:nvSpPr>
        <p:spPr bwMode="auto">
          <a:xfrm>
            <a:off x="4532313" y="2446909"/>
            <a:ext cx="576262" cy="534988"/>
          </a:xfrm>
          <a:custGeom>
            <a:avLst/>
            <a:gdLst>
              <a:gd name="T0" fmla="*/ 483215 w 969654"/>
              <a:gd name="T1" fmla="*/ 288618 h 903534"/>
              <a:gd name="T2" fmla="*/ 461821 w 969654"/>
              <a:gd name="T3" fmla="*/ 309934 h 903534"/>
              <a:gd name="T4" fmla="*/ 483215 w 969654"/>
              <a:gd name="T5" fmla="*/ 331250 h 903534"/>
              <a:gd name="T6" fmla="*/ 504610 w 969654"/>
              <a:gd name="T7" fmla="*/ 309934 h 903534"/>
              <a:gd name="T8" fmla="*/ 483215 w 969654"/>
              <a:gd name="T9" fmla="*/ 288618 h 903534"/>
              <a:gd name="T10" fmla="*/ 360715 w 969654"/>
              <a:gd name="T11" fmla="*/ 288618 h 903534"/>
              <a:gd name="T12" fmla="*/ 339320 w 969654"/>
              <a:gd name="T13" fmla="*/ 309934 h 903534"/>
              <a:gd name="T14" fmla="*/ 360715 w 969654"/>
              <a:gd name="T15" fmla="*/ 331250 h 903534"/>
              <a:gd name="T16" fmla="*/ 382109 w 969654"/>
              <a:gd name="T17" fmla="*/ 309934 h 903534"/>
              <a:gd name="T18" fmla="*/ 360715 w 969654"/>
              <a:gd name="T19" fmla="*/ 288618 h 903534"/>
              <a:gd name="T20" fmla="*/ 410864 w 969654"/>
              <a:gd name="T21" fmla="*/ 199250 h 903534"/>
              <a:gd name="T22" fmla="*/ 535912 w 969654"/>
              <a:gd name="T23" fmla="*/ 249934 h 903534"/>
              <a:gd name="T24" fmla="*/ 523678 w 969654"/>
              <a:gd name="T25" fmla="*/ 458471 h 903534"/>
              <a:gd name="T26" fmla="*/ 538341 w 969654"/>
              <a:gd name="T27" fmla="*/ 534988 h 903534"/>
              <a:gd name="T28" fmla="*/ 470934 w 969654"/>
              <a:gd name="T29" fmla="*/ 488229 h 903534"/>
              <a:gd name="T30" fmla="*/ 273240 w 969654"/>
              <a:gd name="T31" fmla="*/ 422215 h 903534"/>
              <a:gd name="T32" fmla="*/ 329817 w 969654"/>
              <a:gd name="T33" fmla="*/ 221014 h 903534"/>
              <a:gd name="T34" fmla="*/ 410864 w 969654"/>
              <a:gd name="T35" fmla="*/ 199250 h 903534"/>
              <a:gd name="T36" fmla="*/ 325600 w 969654"/>
              <a:gd name="T37" fmla="*/ 110882 h 903534"/>
              <a:gd name="T38" fmla="*/ 293508 w 969654"/>
              <a:gd name="T39" fmla="*/ 142856 h 903534"/>
              <a:gd name="T40" fmla="*/ 325600 w 969654"/>
              <a:gd name="T41" fmla="*/ 174829 h 903534"/>
              <a:gd name="T42" fmla="*/ 357692 w 969654"/>
              <a:gd name="T43" fmla="*/ 142856 h 903534"/>
              <a:gd name="T44" fmla="*/ 325600 w 969654"/>
              <a:gd name="T45" fmla="*/ 110882 h 903534"/>
              <a:gd name="T46" fmla="*/ 174990 w 969654"/>
              <a:gd name="T47" fmla="*/ 110882 h 903534"/>
              <a:gd name="T48" fmla="*/ 142898 w 969654"/>
              <a:gd name="T49" fmla="*/ 142856 h 903534"/>
              <a:gd name="T50" fmla="*/ 174990 w 969654"/>
              <a:gd name="T51" fmla="*/ 174829 h 903534"/>
              <a:gd name="T52" fmla="*/ 207082 w 969654"/>
              <a:gd name="T53" fmla="*/ 142856 h 903534"/>
              <a:gd name="T54" fmla="*/ 174990 w 969654"/>
              <a:gd name="T55" fmla="*/ 110882 h 903534"/>
              <a:gd name="T56" fmla="*/ 242799 w 969654"/>
              <a:gd name="T57" fmla="*/ 99 h 903534"/>
              <a:gd name="T58" fmla="*/ 328730 w 969654"/>
              <a:gd name="T59" fmla="*/ 11132 h 903534"/>
              <a:gd name="T60" fmla="*/ 499372 w 969654"/>
              <a:gd name="T61" fmla="*/ 222313 h 903534"/>
              <a:gd name="T62" fmla="*/ 318198 w 969654"/>
              <a:gd name="T63" fmla="*/ 211679 h 903534"/>
              <a:gd name="T64" fmla="*/ 261620 w 969654"/>
              <a:gd name="T65" fmla="*/ 412880 h 903534"/>
              <a:gd name="T66" fmla="*/ 284310 w 969654"/>
              <a:gd name="T67" fmla="*/ 437897 h 903534"/>
              <a:gd name="T68" fmla="*/ 217914 w 969654"/>
              <a:gd name="T69" fmla="*/ 438985 h 903534"/>
              <a:gd name="T70" fmla="*/ 146025 w 969654"/>
              <a:gd name="T71" fmla="*/ 495939 h 903534"/>
              <a:gd name="T72" fmla="*/ 127314 w 969654"/>
              <a:gd name="T73" fmla="*/ 412387 h 903534"/>
              <a:gd name="T74" fmla="*/ 32351 w 969654"/>
              <a:gd name="T75" fmla="*/ 112111 h 903534"/>
              <a:gd name="T76" fmla="*/ 242799 w 969654"/>
              <a:gd name="T77" fmla="*/ 99 h 903534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969654"/>
              <a:gd name="T118" fmla="*/ 0 h 903534"/>
              <a:gd name="T119" fmla="*/ 969654 w 969654"/>
              <a:gd name="T120" fmla="*/ 903534 h 903534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969654" h="903534">
                <a:moveTo>
                  <a:pt x="813088" y="487443"/>
                </a:moveTo>
                <a:cubicBezTo>
                  <a:pt x="793206" y="487443"/>
                  <a:pt x="777088" y="503561"/>
                  <a:pt x="777088" y="523443"/>
                </a:cubicBezTo>
                <a:cubicBezTo>
                  <a:pt x="777088" y="543325"/>
                  <a:pt x="793206" y="559443"/>
                  <a:pt x="813088" y="559443"/>
                </a:cubicBezTo>
                <a:cubicBezTo>
                  <a:pt x="832970" y="559443"/>
                  <a:pt x="849088" y="543325"/>
                  <a:pt x="849088" y="523443"/>
                </a:cubicBezTo>
                <a:cubicBezTo>
                  <a:pt x="849088" y="503561"/>
                  <a:pt x="832970" y="487443"/>
                  <a:pt x="813088" y="487443"/>
                </a:cubicBezTo>
                <a:close/>
                <a:moveTo>
                  <a:pt x="606961" y="487443"/>
                </a:moveTo>
                <a:cubicBezTo>
                  <a:pt x="587079" y="487443"/>
                  <a:pt x="570961" y="503561"/>
                  <a:pt x="570961" y="523443"/>
                </a:cubicBezTo>
                <a:cubicBezTo>
                  <a:pt x="570961" y="543325"/>
                  <a:pt x="587079" y="559443"/>
                  <a:pt x="606961" y="559443"/>
                </a:cubicBezTo>
                <a:cubicBezTo>
                  <a:pt x="626843" y="559443"/>
                  <a:pt x="642961" y="543325"/>
                  <a:pt x="642961" y="523443"/>
                </a:cubicBezTo>
                <a:cubicBezTo>
                  <a:pt x="642961" y="503561"/>
                  <a:pt x="626843" y="487443"/>
                  <a:pt x="606961" y="487443"/>
                </a:cubicBezTo>
                <a:close/>
                <a:moveTo>
                  <a:pt x="691345" y="336511"/>
                </a:moveTo>
                <a:cubicBezTo>
                  <a:pt x="769490" y="335080"/>
                  <a:pt x="847112" y="364668"/>
                  <a:pt x="901758" y="422110"/>
                </a:cubicBezTo>
                <a:cubicBezTo>
                  <a:pt x="999759" y="525126"/>
                  <a:pt x="990612" y="681640"/>
                  <a:pt x="881173" y="774306"/>
                </a:cubicBezTo>
                <a:lnTo>
                  <a:pt x="905846" y="903534"/>
                </a:lnTo>
                <a:lnTo>
                  <a:pt x="792422" y="824563"/>
                </a:lnTo>
                <a:cubicBezTo>
                  <a:pt x="666952" y="867914"/>
                  <a:pt x="525982" y="820668"/>
                  <a:pt x="459770" y="713074"/>
                </a:cubicBezTo>
                <a:cubicBezTo>
                  <a:pt x="386891" y="594648"/>
                  <a:pt x="429055" y="444146"/>
                  <a:pt x="554971" y="373268"/>
                </a:cubicBezTo>
                <a:cubicBezTo>
                  <a:pt x="597384" y="349394"/>
                  <a:pt x="644458" y="337369"/>
                  <a:pt x="691345" y="336511"/>
                </a:cubicBezTo>
                <a:close/>
                <a:moveTo>
                  <a:pt x="547874" y="187267"/>
                </a:moveTo>
                <a:cubicBezTo>
                  <a:pt x="518051" y="187267"/>
                  <a:pt x="493874" y="211444"/>
                  <a:pt x="493874" y="241267"/>
                </a:cubicBezTo>
                <a:cubicBezTo>
                  <a:pt x="493874" y="271090"/>
                  <a:pt x="518051" y="295267"/>
                  <a:pt x="547874" y="295267"/>
                </a:cubicBezTo>
                <a:cubicBezTo>
                  <a:pt x="577697" y="295267"/>
                  <a:pt x="601874" y="271090"/>
                  <a:pt x="601874" y="241267"/>
                </a:cubicBezTo>
                <a:cubicBezTo>
                  <a:pt x="601874" y="211444"/>
                  <a:pt x="577697" y="187267"/>
                  <a:pt x="547874" y="187267"/>
                </a:cubicBezTo>
                <a:close/>
                <a:moveTo>
                  <a:pt x="294449" y="187267"/>
                </a:moveTo>
                <a:cubicBezTo>
                  <a:pt x="264626" y="187267"/>
                  <a:pt x="240449" y="211444"/>
                  <a:pt x="240449" y="241267"/>
                </a:cubicBezTo>
                <a:cubicBezTo>
                  <a:pt x="240449" y="271090"/>
                  <a:pt x="264626" y="295267"/>
                  <a:pt x="294449" y="295267"/>
                </a:cubicBezTo>
                <a:cubicBezTo>
                  <a:pt x="324272" y="295267"/>
                  <a:pt x="348449" y="271090"/>
                  <a:pt x="348449" y="241267"/>
                </a:cubicBezTo>
                <a:cubicBezTo>
                  <a:pt x="348449" y="211444"/>
                  <a:pt x="324272" y="187267"/>
                  <a:pt x="294449" y="187267"/>
                </a:cubicBezTo>
                <a:close/>
                <a:moveTo>
                  <a:pt x="408549" y="168"/>
                </a:moveTo>
                <a:cubicBezTo>
                  <a:pt x="456533" y="-1113"/>
                  <a:pt x="505397" y="4870"/>
                  <a:pt x="553141" y="18800"/>
                </a:cubicBezTo>
                <a:cubicBezTo>
                  <a:pt x="730896" y="70663"/>
                  <a:pt x="843952" y="217556"/>
                  <a:pt x="840274" y="375462"/>
                </a:cubicBezTo>
                <a:cubicBezTo>
                  <a:pt x="754752" y="310337"/>
                  <a:pt x="632797" y="302687"/>
                  <a:pt x="535419" y="357502"/>
                </a:cubicBezTo>
                <a:cubicBezTo>
                  <a:pt x="409503" y="428380"/>
                  <a:pt x="367339" y="578882"/>
                  <a:pt x="440218" y="697308"/>
                </a:cubicBezTo>
                <a:cubicBezTo>
                  <a:pt x="450352" y="713775"/>
                  <a:pt x="462237" y="728829"/>
                  <a:pt x="478397" y="739559"/>
                </a:cubicBezTo>
                <a:cubicBezTo>
                  <a:pt x="442192" y="745523"/>
                  <a:pt x="404623" y="745773"/>
                  <a:pt x="366675" y="741395"/>
                </a:cubicBezTo>
                <a:lnTo>
                  <a:pt x="245711" y="837584"/>
                </a:lnTo>
                <a:lnTo>
                  <a:pt x="214226" y="696474"/>
                </a:lnTo>
                <a:cubicBezTo>
                  <a:pt x="11680" y="595442"/>
                  <a:pt x="-59861" y="368389"/>
                  <a:pt x="54436" y="189343"/>
                </a:cubicBezTo>
                <a:cubicBezTo>
                  <a:pt x="128564" y="73222"/>
                  <a:pt x="264598" y="4010"/>
                  <a:pt x="408549" y="168"/>
                </a:cubicBezTo>
                <a:close/>
              </a:path>
            </a:pathLst>
          </a:cu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07" name="KSO_Shape"/>
          <p:cNvSpPr>
            <a:spLocks noChangeArrowheads="1"/>
          </p:cNvSpPr>
          <p:nvPr/>
        </p:nvSpPr>
        <p:spPr bwMode="auto">
          <a:xfrm>
            <a:off x="7920037" y="2520032"/>
            <a:ext cx="538163" cy="442913"/>
          </a:xfrm>
          <a:custGeom>
            <a:avLst/>
            <a:gdLst>
              <a:gd name="T0" fmla="*/ 243183 w 1903412"/>
              <a:gd name="T1" fmla="*/ 441564 h 1563688"/>
              <a:gd name="T2" fmla="*/ 353818 w 1903412"/>
              <a:gd name="T3" fmla="*/ 434546 h 1563688"/>
              <a:gd name="T4" fmla="*/ 463475 w 1903412"/>
              <a:gd name="T5" fmla="*/ 397951 h 1563688"/>
              <a:gd name="T6" fmla="*/ 385289 w 1903412"/>
              <a:gd name="T7" fmla="*/ 389929 h 1563688"/>
              <a:gd name="T8" fmla="*/ 111420 w 1903412"/>
              <a:gd name="T9" fmla="*/ 379781 h 1563688"/>
              <a:gd name="T10" fmla="*/ 474145 w 1903412"/>
              <a:gd name="T11" fmla="*/ 379654 h 1563688"/>
              <a:gd name="T12" fmla="*/ 354804 w 1903412"/>
              <a:gd name="T13" fmla="*/ 379113 h 1563688"/>
              <a:gd name="T14" fmla="*/ 140935 w 1903412"/>
              <a:gd name="T15" fmla="*/ 373935 h 1563688"/>
              <a:gd name="T16" fmla="*/ 477372 w 1903412"/>
              <a:gd name="T17" fmla="*/ 368928 h 1563688"/>
              <a:gd name="T18" fmla="*/ 403043 w 1903412"/>
              <a:gd name="T19" fmla="*/ 376228 h 1563688"/>
              <a:gd name="T20" fmla="*/ 303249 w 1903412"/>
              <a:gd name="T21" fmla="*/ 368387 h 1563688"/>
              <a:gd name="T22" fmla="*/ 201041 w 1903412"/>
              <a:gd name="T23" fmla="*/ 414854 h 1563688"/>
              <a:gd name="T24" fmla="*/ 407615 w 1903412"/>
              <a:gd name="T25" fmla="*/ 365593 h 1563688"/>
              <a:gd name="T26" fmla="*/ 334362 w 1903412"/>
              <a:gd name="T27" fmla="*/ 357841 h 1563688"/>
              <a:gd name="T28" fmla="*/ 423934 w 1903412"/>
              <a:gd name="T29" fmla="*/ 347385 h 1563688"/>
              <a:gd name="T30" fmla="*/ 351756 w 1903412"/>
              <a:gd name="T31" fmla="*/ 354866 h 1563688"/>
              <a:gd name="T32" fmla="*/ 456122 w 1903412"/>
              <a:gd name="T33" fmla="*/ 336749 h 1563688"/>
              <a:gd name="T34" fmla="*/ 357136 w 1903412"/>
              <a:gd name="T35" fmla="*/ 344230 h 1563688"/>
              <a:gd name="T36" fmla="*/ 490014 w 1903412"/>
              <a:gd name="T37" fmla="*/ 321426 h 1563688"/>
              <a:gd name="T38" fmla="*/ 502926 w 1903412"/>
              <a:gd name="T39" fmla="*/ 322238 h 1563688"/>
              <a:gd name="T40" fmla="*/ 480690 w 1903412"/>
              <a:gd name="T41" fmla="*/ 329268 h 1563688"/>
              <a:gd name="T42" fmla="*/ 446529 w 1903412"/>
              <a:gd name="T43" fmla="*/ 327465 h 1563688"/>
              <a:gd name="T44" fmla="*/ 427162 w 1903412"/>
              <a:gd name="T45" fmla="*/ 320886 h 1563688"/>
              <a:gd name="T46" fmla="*/ 439266 w 1903412"/>
              <a:gd name="T47" fmla="*/ 323499 h 1563688"/>
              <a:gd name="T48" fmla="*/ 514582 w 1903412"/>
              <a:gd name="T49" fmla="*/ 327285 h 1563688"/>
              <a:gd name="T50" fmla="*/ 238692 w 1903412"/>
              <a:gd name="T51" fmla="*/ 432292 h 1563688"/>
              <a:gd name="T52" fmla="*/ 68090 w 1903412"/>
              <a:gd name="T53" fmla="*/ 316019 h 1563688"/>
              <a:gd name="T54" fmla="*/ 87198 w 1903412"/>
              <a:gd name="T55" fmla="*/ 340391 h 1563688"/>
              <a:gd name="T56" fmla="*/ 116354 w 1903412"/>
              <a:gd name="T57" fmla="*/ 358197 h 1563688"/>
              <a:gd name="T58" fmla="*/ 153763 w 1903412"/>
              <a:gd name="T59" fmla="*/ 320156 h 1563688"/>
              <a:gd name="T60" fmla="*/ 161927 w 1903412"/>
              <a:gd name="T61" fmla="*/ 276540 h 1563688"/>
              <a:gd name="T62" fmla="*/ 97067 w 1903412"/>
              <a:gd name="T63" fmla="*/ 288590 h 1563688"/>
              <a:gd name="T64" fmla="*/ 28528 w 1903412"/>
              <a:gd name="T65" fmla="*/ 286972 h 1563688"/>
              <a:gd name="T66" fmla="*/ 61362 w 1903412"/>
              <a:gd name="T67" fmla="*/ 240747 h 1563688"/>
              <a:gd name="T68" fmla="*/ 423467 w 1903412"/>
              <a:gd name="T69" fmla="*/ 286522 h 1563688"/>
              <a:gd name="T70" fmla="*/ 488609 w 1903412"/>
              <a:gd name="T71" fmla="*/ 226178 h 1563688"/>
              <a:gd name="T72" fmla="*/ 354379 w 1903412"/>
              <a:gd name="T73" fmla="*/ 158190 h 1563688"/>
              <a:gd name="T74" fmla="*/ 288248 w 1903412"/>
              <a:gd name="T75" fmla="*/ 229775 h 1563688"/>
              <a:gd name="T76" fmla="*/ 277116 w 1903412"/>
              <a:gd name="T77" fmla="*/ 151355 h 1563688"/>
              <a:gd name="T78" fmla="*/ 495613 w 1903412"/>
              <a:gd name="T79" fmla="*/ 146409 h 1563688"/>
              <a:gd name="T80" fmla="*/ 130439 w 1903412"/>
              <a:gd name="T81" fmla="*/ 156481 h 1563688"/>
              <a:gd name="T82" fmla="*/ 506565 w 1903412"/>
              <a:gd name="T83" fmla="*/ 309814 h 1563688"/>
              <a:gd name="T84" fmla="*/ 26644 w 1903412"/>
              <a:gd name="T85" fmla="*/ 155672 h 1563688"/>
              <a:gd name="T86" fmla="*/ 70961 w 1903412"/>
              <a:gd name="T87" fmla="*/ 140563 h 1563688"/>
              <a:gd name="T88" fmla="*/ 203911 w 1903412"/>
              <a:gd name="T89" fmla="*/ 85885 h 1563688"/>
              <a:gd name="T90" fmla="*/ 106307 w 1903412"/>
              <a:gd name="T91" fmla="*/ 134088 h 1563688"/>
              <a:gd name="T92" fmla="*/ 67911 w 1903412"/>
              <a:gd name="T93" fmla="*/ 84086 h 1563688"/>
              <a:gd name="T94" fmla="*/ 99130 w 1903412"/>
              <a:gd name="T95" fmla="*/ 75183 h 1563688"/>
              <a:gd name="T96" fmla="*/ 122813 w 1903412"/>
              <a:gd name="T97" fmla="*/ 40649 h 1563688"/>
              <a:gd name="T98" fmla="*/ 295506 w 1903412"/>
              <a:gd name="T99" fmla="*/ 63492 h 1563688"/>
              <a:gd name="T100" fmla="*/ 150354 w 1903412"/>
              <a:gd name="T101" fmla="*/ 41728 h 1563688"/>
              <a:gd name="T102" fmla="*/ 264376 w 1903412"/>
              <a:gd name="T103" fmla="*/ 61423 h 1563688"/>
              <a:gd name="T104" fmla="*/ 194223 w 1903412"/>
              <a:gd name="T105" fmla="*/ 28239 h 1563688"/>
              <a:gd name="T106" fmla="*/ 246972 w 1903412"/>
              <a:gd name="T107" fmla="*/ 1799 h 1563688"/>
              <a:gd name="T108" fmla="*/ 359110 w 1903412"/>
              <a:gd name="T109" fmla="*/ 51621 h 1563688"/>
              <a:gd name="T110" fmla="*/ 368530 w 1903412"/>
              <a:gd name="T111" fmla="*/ 84086 h 1563688"/>
              <a:gd name="T112" fmla="*/ 304297 w 1903412"/>
              <a:gd name="T113" fmla="*/ 78960 h 1563688"/>
              <a:gd name="T114" fmla="*/ 226518 w 1903412"/>
              <a:gd name="T115" fmla="*/ 86065 h 1563688"/>
              <a:gd name="T116" fmla="*/ 239796 w 1903412"/>
              <a:gd name="T117" fmla="*/ 351722 h 1563688"/>
              <a:gd name="T118" fmla="*/ 122903 w 1903412"/>
              <a:gd name="T119" fmla="*/ 415574 h 1563688"/>
              <a:gd name="T120" fmla="*/ 25478 w 1903412"/>
              <a:gd name="T121" fmla="*/ 321326 h 1563688"/>
              <a:gd name="T122" fmla="*/ 12290 w 1903412"/>
              <a:gd name="T123" fmla="*/ 146049 h 1563688"/>
              <a:gd name="T124" fmla="*/ 103077 w 1903412"/>
              <a:gd name="T125" fmla="*/ 32915 h 1563688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1903412"/>
              <a:gd name="T190" fmla="*/ 0 h 1563688"/>
              <a:gd name="T191" fmla="*/ 1903412 w 1903412"/>
              <a:gd name="T192" fmla="*/ 1563688 h 1563688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1903412" h="1563688">
                <a:moveTo>
                  <a:pt x="872180" y="1544638"/>
                </a:moveTo>
                <a:lnTo>
                  <a:pt x="875675" y="1544638"/>
                </a:lnTo>
                <a:lnTo>
                  <a:pt x="1859905" y="1544638"/>
                </a:lnTo>
                <a:lnTo>
                  <a:pt x="1863400" y="1544638"/>
                </a:lnTo>
                <a:lnTo>
                  <a:pt x="1866577" y="1545233"/>
                </a:lnTo>
                <a:lnTo>
                  <a:pt x="1869118" y="1545829"/>
                </a:lnTo>
                <a:lnTo>
                  <a:pt x="1871660" y="1546722"/>
                </a:lnTo>
                <a:lnTo>
                  <a:pt x="1873884" y="1547912"/>
                </a:lnTo>
                <a:lnTo>
                  <a:pt x="1875154" y="1549103"/>
                </a:lnTo>
                <a:lnTo>
                  <a:pt x="1876107" y="1550591"/>
                </a:lnTo>
                <a:lnTo>
                  <a:pt x="1876425" y="1552079"/>
                </a:lnTo>
                <a:lnTo>
                  <a:pt x="1876425" y="1555651"/>
                </a:lnTo>
                <a:lnTo>
                  <a:pt x="1876107" y="1557140"/>
                </a:lnTo>
                <a:lnTo>
                  <a:pt x="1875154" y="1558926"/>
                </a:lnTo>
                <a:lnTo>
                  <a:pt x="1873884" y="1560116"/>
                </a:lnTo>
                <a:lnTo>
                  <a:pt x="1871660" y="1561307"/>
                </a:lnTo>
                <a:lnTo>
                  <a:pt x="1869118" y="1562200"/>
                </a:lnTo>
                <a:lnTo>
                  <a:pt x="1866577" y="1563093"/>
                </a:lnTo>
                <a:lnTo>
                  <a:pt x="1863400" y="1563390"/>
                </a:lnTo>
                <a:lnTo>
                  <a:pt x="1859905" y="1563688"/>
                </a:lnTo>
                <a:lnTo>
                  <a:pt x="875675" y="1563688"/>
                </a:lnTo>
                <a:lnTo>
                  <a:pt x="872180" y="1563390"/>
                </a:lnTo>
                <a:lnTo>
                  <a:pt x="869003" y="1563093"/>
                </a:lnTo>
                <a:lnTo>
                  <a:pt x="866144" y="1562200"/>
                </a:lnTo>
                <a:lnTo>
                  <a:pt x="863603" y="1561307"/>
                </a:lnTo>
                <a:lnTo>
                  <a:pt x="861696" y="1560116"/>
                </a:lnTo>
                <a:lnTo>
                  <a:pt x="860108" y="1558926"/>
                </a:lnTo>
                <a:lnTo>
                  <a:pt x="859155" y="1557140"/>
                </a:lnTo>
                <a:lnTo>
                  <a:pt x="858837" y="1555651"/>
                </a:lnTo>
                <a:lnTo>
                  <a:pt x="858837" y="1552079"/>
                </a:lnTo>
                <a:lnTo>
                  <a:pt x="859155" y="1550591"/>
                </a:lnTo>
                <a:lnTo>
                  <a:pt x="860108" y="1549103"/>
                </a:lnTo>
                <a:lnTo>
                  <a:pt x="861696" y="1547912"/>
                </a:lnTo>
                <a:lnTo>
                  <a:pt x="863603" y="1546722"/>
                </a:lnTo>
                <a:lnTo>
                  <a:pt x="866144" y="1545829"/>
                </a:lnTo>
                <a:lnTo>
                  <a:pt x="869003" y="1545233"/>
                </a:lnTo>
                <a:lnTo>
                  <a:pt x="872180" y="1544638"/>
                </a:lnTo>
                <a:close/>
                <a:moveTo>
                  <a:pt x="1255848" y="1415770"/>
                </a:moveTo>
                <a:lnTo>
                  <a:pt x="1252677" y="1416407"/>
                </a:lnTo>
                <a:lnTo>
                  <a:pt x="1249823" y="1417361"/>
                </a:lnTo>
                <a:lnTo>
                  <a:pt x="1247286" y="1419271"/>
                </a:lnTo>
                <a:lnTo>
                  <a:pt x="1245383" y="1420862"/>
                </a:lnTo>
                <a:lnTo>
                  <a:pt x="1243797" y="1422771"/>
                </a:lnTo>
                <a:lnTo>
                  <a:pt x="1242529" y="1424680"/>
                </a:lnTo>
                <a:lnTo>
                  <a:pt x="1242212" y="1426908"/>
                </a:lnTo>
                <a:lnTo>
                  <a:pt x="1235235" y="1522691"/>
                </a:lnTo>
                <a:lnTo>
                  <a:pt x="1235235" y="1525237"/>
                </a:lnTo>
                <a:lnTo>
                  <a:pt x="1236186" y="1527146"/>
                </a:lnTo>
                <a:lnTo>
                  <a:pt x="1237772" y="1529056"/>
                </a:lnTo>
                <a:lnTo>
                  <a:pt x="1239675" y="1530647"/>
                </a:lnTo>
                <a:lnTo>
                  <a:pt x="1242212" y="1532238"/>
                </a:lnTo>
                <a:lnTo>
                  <a:pt x="1245066" y="1533193"/>
                </a:lnTo>
                <a:lnTo>
                  <a:pt x="1247920" y="1533829"/>
                </a:lnTo>
                <a:lnTo>
                  <a:pt x="1251408" y="1534147"/>
                </a:lnTo>
                <a:lnTo>
                  <a:pt x="1488299" y="1535738"/>
                </a:lnTo>
                <a:lnTo>
                  <a:pt x="1491787" y="1535738"/>
                </a:lnTo>
                <a:lnTo>
                  <a:pt x="1494641" y="1535102"/>
                </a:lnTo>
                <a:lnTo>
                  <a:pt x="1497813" y="1533829"/>
                </a:lnTo>
                <a:lnTo>
                  <a:pt x="1500032" y="1532556"/>
                </a:lnTo>
                <a:lnTo>
                  <a:pt x="1502252" y="1530965"/>
                </a:lnTo>
                <a:lnTo>
                  <a:pt x="1503521" y="1529056"/>
                </a:lnTo>
                <a:lnTo>
                  <a:pt x="1504472" y="1526828"/>
                </a:lnTo>
                <a:lnTo>
                  <a:pt x="1504789" y="1524601"/>
                </a:lnTo>
                <a:lnTo>
                  <a:pt x="1499715" y="1428181"/>
                </a:lnTo>
                <a:lnTo>
                  <a:pt x="1499398" y="1425953"/>
                </a:lnTo>
                <a:lnTo>
                  <a:pt x="1498130" y="1424044"/>
                </a:lnTo>
                <a:lnTo>
                  <a:pt x="1496227" y="1422134"/>
                </a:lnTo>
                <a:lnTo>
                  <a:pt x="1494324" y="1420543"/>
                </a:lnTo>
                <a:lnTo>
                  <a:pt x="1491787" y="1418952"/>
                </a:lnTo>
                <a:lnTo>
                  <a:pt x="1489250" y="1417679"/>
                </a:lnTo>
                <a:lnTo>
                  <a:pt x="1486396" y="1417043"/>
                </a:lnTo>
                <a:lnTo>
                  <a:pt x="1483225" y="1416725"/>
                </a:lnTo>
                <a:lnTo>
                  <a:pt x="1259019" y="1415770"/>
                </a:lnTo>
                <a:lnTo>
                  <a:pt x="1255848" y="1415770"/>
                </a:lnTo>
                <a:close/>
                <a:moveTo>
                  <a:pt x="1699820" y="1377902"/>
                </a:moveTo>
                <a:lnTo>
                  <a:pt x="1703942" y="1405269"/>
                </a:lnTo>
                <a:lnTo>
                  <a:pt x="1750876" y="1405587"/>
                </a:lnTo>
                <a:lnTo>
                  <a:pt x="1746437" y="1378220"/>
                </a:lnTo>
                <a:lnTo>
                  <a:pt x="1699820" y="1377902"/>
                </a:lnTo>
                <a:close/>
                <a:moveTo>
                  <a:pt x="1636078" y="1377902"/>
                </a:moveTo>
                <a:lnTo>
                  <a:pt x="1639249" y="1404951"/>
                </a:lnTo>
                <a:lnTo>
                  <a:pt x="1686183" y="1405269"/>
                </a:lnTo>
                <a:lnTo>
                  <a:pt x="1682378" y="1377902"/>
                </a:lnTo>
                <a:lnTo>
                  <a:pt x="1636078" y="1377902"/>
                </a:lnTo>
                <a:close/>
                <a:moveTo>
                  <a:pt x="1572019" y="1377584"/>
                </a:moveTo>
                <a:lnTo>
                  <a:pt x="1574239" y="1404633"/>
                </a:lnTo>
                <a:lnTo>
                  <a:pt x="1621490" y="1404951"/>
                </a:lnTo>
                <a:lnTo>
                  <a:pt x="1618636" y="1377584"/>
                </a:lnTo>
                <a:lnTo>
                  <a:pt x="1572019" y="1377584"/>
                </a:lnTo>
                <a:close/>
                <a:moveTo>
                  <a:pt x="1507960" y="1377266"/>
                </a:moveTo>
                <a:lnTo>
                  <a:pt x="1509546" y="1404314"/>
                </a:lnTo>
                <a:lnTo>
                  <a:pt x="1556797" y="1404633"/>
                </a:lnTo>
                <a:lnTo>
                  <a:pt x="1554577" y="1377266"/>
                </a:lnTo>
                <a:lnTo>
                  <a:pt x="1507960" y="1377266"/>
                </a:lnTo>
                <a:close/>
                <a:moveTo>
                  <a:pt x="1443902" y="1376948"/>
                </a:moveTo>
                <a:lnTo>
                  <a:pt x="1444853" y="1403996"/>
                </a:lnTo>
                <a:lnTo>
                  <a:pt x="1491787" y="1403996"/>
                </a:lnTo>
                <a:lnTo>
                  <a:pt x="1490519" y="1377266"/>
                </a:lnTo>
                <a:lnTo>
                  <a:pt x="1443902" y="1376948"/>
                </a:lnTo>
                <a:close/>
                <a:moveTo>
                  <a:pt x="1380160" y="1376629"/>
                </a:moveTo>
                <a:lnTo>
                  <a:pt x="1379843" y="1403678"/>
                </a:lnTo>
                <a:lnTo>
                  <a:pt x="1426777" y="1403996"/>
                </a:lnTo>
                <a:lnTo>
                  <a:pt x="1426460" y="1376948"/>
                </a:lnTo>
                <a:lnTo>
                  <a:pt x="1380160" y="1376629"/>
                </a:lnTo>
                <a:close/>
                <a:moveTo>
                  <a:pt x="1316101" y="1376311"/>
                </a:moveTo>
                <a:lnTo>
                  <a:pt x="1315150" y="1403360"/>
                </a:lnTo>
                <a:lnTo>
                  <a:pt x="1362401" y="1403360"/>
                </a:lnTo>
                <a:lnTo>
                  <a:pt x="1362718" y="1376629"/>
                </a:lnTo>
                <a:lnTo>
                  <a:pt x="1316101" y="1376311"/>
                </a:lnTo>
                <a:close/>
                <a:moveTo>
                  <a:pt x="1252043" y="1375993"/>
                </a:moveTo>
                <a:lnTo>
                  <a:pt x="1250140" y="1403041"/>
                </a:lnTo>
                <a:lnTo>
                  <a:pt x="1297391" y="1403041"/>
                </a:lnTo>
                <a:lnTo>
                  <a:pt x="1298660" y="1376311"/>
                </a:lnTo>
                <a:lnTo>
                  <a:pt x="1252043" y="1375993"/>
                </a:lnTo>
                <a:close/>
                <a:moveTo>
                  <a:pt x="1188301" y="1375675"/>
                </a:moveTo>
                <a:lnTo>
                  <a:pt x="1185764" y="1402723"/>
                </a:lnTo>
                <a:lnTo>
                  <a:pt x="1232698" y="1402723"/>
                </a:lnTo>
                <a:lnTo>
                  <a:pt x="1234601" y="1375993"/>
                </a:lnTo>
                <a:lnTo>
                  <a:pt x="1188301" y="1375675"/>
                </a:lnTo>
                <a:close/>
                <a:moveTo>
                  <a:pt x="1124242" y="1375356"/>
                </a:moveTo>
                <a:lnTo>
                  <a:pt x="1120754" y="1402405"/>
                </a:lnTo>
                <a:lnTo>
                  <a:pt x="1167688" y="1402405"/>
                </a:lnTo>
                <a:lnTo>
                  <a:pt x="1170859" y="1375675"/>
                </a:lnTo>
                <a:lnTo>
                  <a:pt x="1124242" y="1375356"/>
                </a:lnTo>
                <a:close/>
                <a:moveTo>
                  <a:pt x="1060183" y="1375038"/>
                </a:moveTo>
                <a:lnTo>
                  <a:pt x="1056061" y="1402087"/>
                </a:lnTo>
                <a:lnTo>
                  <a:pt x="1102995" y="1402087"/>
                </a:lnTo>
                <a:lnTo>
                  <a:pt x="1106800" y="1375356"/>
                </a:lnTo>
                <a:lnTo>
                  <a:pt x="1060183" y="1375038"/>
                </a:lnTo>
                <a:close/>
                <a:moveTo>
                  <a:pt x="996442" y="1374720"/>
                </a:moveTo>
                <a:lnTo>
                  <a:pt x="991051" y="1401769"/>
                </a:lnTo>
                <a:lnTo>
                  <a:pt x="1038302" y="1401769"/>
                </a:lnTo>
                <a:lnTo>
                  <a:pt x="1042742" y="1375038"/>
                </a:lnTo>
                <a:lnTo>
                  <a:pt x="996442" y="1374720"/>
                </a:lnTo>
                <a:close/>
                <a:moveTo>
                  <a:pt x="394079" y="1340803"/>
                </a:moveTo>
                <a:lnTo>
                  <a:pt x="364253" y="1348105"/>
                </a:lnTo>
                <a:lnTo>
                  <a:pt x="354734" y="1351280"/>
                </a:lnTo>
                <a:lnTo>
                  <a:pt x="367743" y="1359853"/>
                </a:lnTo>
                <a:lnTo>
                  <a:pt x="380752" y="1368743"/>
                </a:lnTo>
                <a:lnTo>
                  <a:pt x="393761" y="1376998"/>
                </a:lnTo>
                <a:lnTo>
                  <a:pt x="407088" y="1385571"/>
                </a:lnTo>
                <a:lnTo>
                  <a:pt x="420414" y="1393191"/>
                </a:lnTo>
                <a:lnTo>
                  <a:pt x="434375" y="1400493"/>
                </a:lnTo>
                <a:lnTo>
                  <a:pt x="448336" y="1408113"/>
                </a:lnTo>
                <a:lnTo>
                  <a:pt x="462297" y="1415098"/>
                </a:lnTo>
                <a:lnTo>
                  <a:pt x="453095" y="1406526"/>
                </a:lnTo>
                <a:lnTo>
                  <a:pt x="444528" y="1397636"/>
                </a:lnTo>
                <a:lnTo>
                  <a:pt x="435644" y="1389063"/>
                </a:lnTo>
                <a:lnTo>
                  <a:pt x="427077" y="1379538"/>
                </a:lnTo>
                <a:lnTo>
                  <a:pt x="418510" y="1370331"/>
                </a:lnTo>
                <a:lnTo>
                  <a:pt x="410261" y="1360488"/>
                </a:lnTo>
                <a:lnTo>
                  <a:pt x="402011" y="1350963"/>
                </a:lnTo>
                <a:lnTo>
                  <a:pt x="394079" y="1340803"/>
                </a:lnTo>
                <a:close/>
                <a:moveTo>
                  <a:pt x="1694111" y="1340353"/>
                </a:moveTo>
                <a:lnTo>
                  <a:pt x="1698234" y="1367401"/>
                </a:lnTo>
                <a:lnTo>
                  <a:pt x="1744534" y="1367719"/>
                </a:lnTo>
                <a:lnTo>
                  <a:pt x="1739777" y="1340671"/>
                </a:lnTo>
                <a:lnTo>
                  <a:pt x="1694111" y="1340353"/>
                </a:lnTo>
                <a:close/>
                <a:moveTo>
                  <a:pt x="1631321" y="1340034"/>
                </a:moveTo>
                <a:lnTo>
                  <a:pt x="1634809" y="1367083"/>
                </a:lnTo>
                <a:lnTo>
                  <a:pt x="1680792" y="1367401"/>
                </a:lnTo>
                <a:lnTo>
                  <a:pt x="1676987" y="1340353"/>
                </a:lnTo>
                <a:lnTo>
                  <a:pt x="1631321" y="1340034"/>
                </a:lnTo>
                <a:close/>
                <a:moveTo>
                  <a:pt x="1568531" y="1339716"/>
                </a:moveTo>
                <a:lnTo>
                  <a:pt x="1571068" y="1366765"/>
                </a:lnTo>
                <a:lnTo>
                  <a:pt x="1617051" y="1367083"/>
                </a:lnTo>
                <a:lnTo>
                  <a:pt x="1614196" y="1340034"/>
                </a:lnTo>
                <a:lnTo>
                  <a:pt x="1568531" y="1339716"/>
                </a:lnTo>
                <a:close/>
                <a:moveTo>
                  <a:pt x="1505741" y="1339716"/>
                </a:moveTo>
                <a:lnTo>
                  <a:pt x="1507326" y="1366765"/>
                </a:lnTo>
                <a:lnTo>
                  <a:pt x="1553626" y="1366765"/>
                </a:lnTo>
                <a:lnTo>
                  <a:pt x="1551406" y="1339716"/>
                </a:lnTo>
                <a:lnTo>
                  <a:pt x="1505741" y="1339716"/>
                </a:lnTo>
                <a:close/>
                <a:moveTo>
                  <a:pt x="1442950" y="1339398"/>
                </a:moveTo>
                <a:lnTo>
                  <a:pt x="1443585" y="1366128"/>
                </a:lnTo>
                <a:lnTo>
                  <a:pt x="1489884" y="1366128"/>
                </a:lnTo>
                <a:lnTo>
                  <a:pt x="1488616" y="1339398"/>
                </a:lnTo>
                <a:lnTo>
                  <a:pt x="1442950" y="1339398"/>
                </a:lnTo>
                <a:close/>
                <a:moveTo>
                  <a:pt x="1380160" y="1339080"/>
                </a:moveTo>
                <a:lnTo>
                  <a:pt x="1380160" y="1365810"/>
                </a:lnTo>
                <a:lnTo>
                  <a:pt x="1426143" y="1365810"/>
                </a:lnTo>
                <a:lnTo>
                  <a:pt x="1425826" y="1339398"/>
                </a:lnTo>
                <a:lnTo>
                  <a:pt x="1380160" y="1339080"/>
                </a:lnTo>
                <a:close/>
                <a:moveTo>
                  <a:pt x="1317370" y="1338761"/>
                </a:moveTo>
                <a:lnTo>
                  <a:pt x="1316418" y="1365492"/>
                </a:lnTo>
                <a:lnTo>
                  <a:pt x="1362718" y="1365492"/>
                </a:lnTo>
                <a:lnTo>
                  <a:pt x="1363035" y="1339080"/>
                </a:lnTo>
                <a:lnTo>
                  <a:pt x="1317370" y="1338761"/>
                </a:lnTo>
                <a:close/>
                <a:moveTo>
                  <a:pt x="1254897" y="1338443"/>
                </a:moveTo>
                <a:lnTo>
                  <a:pt x="1252677" y="1365174"/>
                </a:lnTo>
                <a:lnTo>
                  <a:pt x="1298977" y="1365492"/>
                </a:lnTo>
                <a:lnTo>
                  <a:pt x="1300245" y="1338761"/>
                </a:lnTo>
                <a:lnTo>
                  <a:pt x="1254897" y="1338443"/>
                </a:lnTo>
                <a:close/>
                <a:moveTo>
                  <a:pt x="1192106" y="1338443"/>
                </a:moveTo>
                <a:lnTo>
                  <a:pt x="1189252" y="1364855"/>
                </a:lnTo>
                <a:lnTo>
                  <a:pt x="1235235" y="1365174"/>
                </a:lnTo>
                <a:lnTo>
                  <a:pt x="1237772" y="1338443"/>
                </a:lnTo>
                <a:lnTo>
                  <a:pt x="1192106" y="1338443"/>
                </a:lnTo>
                <a:close/>
                <a:moveTo>
                  <a:pt x="1128999" y="1338125"/>
                </a:moveTo>
                <a:lnTo>
                  <a:pt x="1125511" y="1364537"/>
                </a:lnTo>
                <a:lnTo>
                  <a:pt x="1172128" y="1364855"/>
                </a:lnTo>
                <a:lnTo>
                  <a:pt x="1174665" y="1338125"/>
                </a:lnTo>
                <a:lnTo>
                  <a:pt x="1128999" y="1338125"/>
                </a:lnTo>
                <a:close/>
                <a:moveTo>
                  <a:pt x="1066526" y="1337807"/>
                </a:moveTo>
                <a:lnTo>
                  <a:pt x="1061769" y="1364219"/>
                </a:lnTo>
                <a:lnTo>
                  <a:pt x="1108386" y="1364537"/>
                </a:lnTo>
                <a:lnTo>
                  <a:pt x="1111874" y="1338125"/>
                </a:lnTo>
                <a:lnTo>
                  <a:pt x="1066526" y="1337807"/>
                </a:lnTo>
                <a:close/>
                <a:moveTo>
                  <a:pt x="1003419" y="1337489"/>
                </a:moveTo>
                <a:lnTo>
                  <a:pt x="998345" y="1363901"/>
                </a:lnTo>
                <a:lnTo>
                  <a:pt x="1044644" y="1364219"/>
                </a:lnTo>
                <a:lnTo>
                  <a:pt x="1049401" y="1337807"/>
                </a:lnTo>
                <a:lnTo>
                  <a:pt x="1003419" y="1337489"/>
                </a:lnTo>
                <a:close/>
                <a:moveTo>
                  <a:pt x="538764" y="1314450"/>
                </a:moveTo>
                <a:lnTo>
                  <a:pt x="518458" y="1317308"/>
                </a:lnTo>
                <a:lnTo>
                  <a:pt x="498468" y="1320165"/>
                </a:lnTo>
                <a:lnTo>
                  <a:pt x="478479" y="1323340"/>
                </a:lnTo>
                <a:lnTo>
                  <a:pt x="458807" y="1326833"/>
                </a:lnTo>
                <a:lnTo>
                  <a:pt x="467691" y="1336675"/>
                </a:lnTo>
                <a:lnTo>
                  <a:pt x="476258" y="1346200"/>
                </a:lnTo>
                <a:lnTo>
                  <a:pt x="485142" y="1355408"/>
                </a:lnTo>
                <a:lnTo>
                  <a:pt x="494343" y="1364298"/>
                </a:lnTo>
                <a:lnTo>
                  <a:pt x="503228" y="1372871"/>
                </a:lnTo>
                <a:lnTo>
                  <a:pt x="512746" y="1381126"/>
                </a:lnTo>
                <a:lnTo>
                  <a:pt x="521948" y="1389381"/>
                </a:lnTo>
                <a:lnTo>
                  <a:pt x="531784" y="1397001"/>
                </a:lnTo>
                <a:lnTo>
                  <a:pt x="540986" y="1404621"/>
                </a:lnTo>
                <a:lnTo>
                  <a:pt x="551139" y="1411606"/>
                </a:lnTo>
                <a:lnTo>
                  <a:pt x="560658" y="1418273"/>
                </a:lnTo>
                <a:lnTo>
                  <a:pt x="570811" y="1424941"/>
                </a:lnTo>
                <a:lnTo>
                  <a:pt x="580965" y="1430973"/>
                </a:lnTo>
                <a:lnTo>
                  <a:pt x="591118" y="1437323"/>
                </a:lnTo>
                <a:lnTo>
                  <a:pt x="601589" y="1442721"/>
                </a:lnTo>
                <a:lnTo>
                  <a:pt x="611742" y="1447801"/>
                </a:lnTo>
                <a:lnTo>
                  <a:pt x="601589" y="1433831"/>
                </a:lnTo>
                <a:lnTo>
                  <a:pt x="591753" y="1419226"/>
                </a:lnTo>
                <a:lnTo>
                  <a:pt x="582234" y="1403351"/>
                </a:lnTo>
                <a:lnTo>
                  <a:pt x="573032" y="1387158"/>
                </a:lnTo>
                <a:lnTo>
                  <a:pt x="564148" y="1370013"/>
                </a:lnTo>
                <a:lnTo>
                  <a:pt x="555264" y="1352233"/>
                </a:lnTo>
                <a:lnTo>
                  <a:pt x="547014" y="1333500"/>
                </a:lnTo>
                <a:lnTo>
                  <a:pt x="538764" y="1314450"/>
                </a:lnTo>
                <a:close/>
                <a:moveTo>
                  <a:pt x="1688403" y="1302485"/>
                </a:moveTo>
                <a:lnTo>
                  <a:pt x="1692526" y="1329215"/>
                </a:lnTo>
                <a:lnTo>
                  <a:pt x="1737557" y="1329533"/>
                </a:lnTo>
                <a:lnTo>
                  <a:pt x="1733117" y="1302803"/>
                </a:lnTo>
                <a:lnTo>
                  <a:pt x="1688403" y="1302485"/>
                </a:lnTo>
                <a:close/>
                <a:moveTo>
                  <a:pt x="1626881" y="1302166"/>
                </a:moveTo>
                <a:lnTo>
                  <a:pt x="1630053" y="1329215"/>
                </a:lnTo>
                <a:lnTo>
                  <a:pt x="1675401" y="1329215"/>
                </a:lnTo>
                <a:lnTo>
                  <a:pt x="1671596" y="1302485"/>
                </a:lnTo>
                <a:lnTo>
                  <a:pt x="1626881" y="1302166"/>
                </a:lnTo>
                <a:close/>
                <a:moveTo>
                  <a:pt x="1565042" y="1302166"/>
                </a:moveTo>
                <a:lnTo>
                  <a:pt x="1567579" y="1328897"/>
                </a:lnTo>
                <a:lnTo>
                  <a:pt x="1612928" y="1329215"/>
                </a:lnTo>
                <a:lnTo>
                  <a:pt x="1610074" y="1302166"/>
                </a:lnTo>
                <a:lnTo>
                  <a:pt x="1565042" y="1302166"/>
                </a:lnTo>
                <a:close/>
                <a:moveTo>
                  <a:pt x="1503521" y="1301848"/>
                </a:moveTo>
                <a:lnTo>
                  <a:pt x="1505106" y="1328578"/>
                </a:lnTo>
                <a:lnTo>
                  <a:pt x="1550772" y="1328897"/>
                </a:lnTo>
                <a:lnTo>
                  <a:pt x="1548552" y="1302166"/>
                </a:lnTo>
                <a:lnTo>
                  <a:pt x="1503521" y="1301848"/>
                </a:lnTo>
                <a:close/>
                <a:moveTo>
                  <a:pt x="1441999" y="1301848"/>
                </a:moveTo>
                <a:lnTo>
                  <a:pt x="1442633" y="1328260"/>
                </a:lnTo>
                <a:lnTo>
                  <a:pt x="1487982" y="1328578"/>
                </a:lnTo>
                <a:lnTo>
                  <a:pt x="1486713" y="1301848"/>
                </a:lnTo>
                <a:lnTo>
                  <a:pt x="1441999" y="1301848"/>
                </a:lnTo>
                <a:close/>
                <a:moveTo>
                  <a:pt x="1380477" y="1301530"/>
                </a:moveTo>
                <a:lnTo>
                  <a:pt x="1380477" y="1328260"/>
                </a:lnTo>
                <a:lnTo>
                  <a:pt x="1425509" y="1328260"/>
                </a:lnTo>
                <a:lnTo>
                  <a:pt x="1425191" y="1301530"/>
                </a:lnTo>
                <a:lnTo>
                  <a:pt x="1380477" y="1301530"/>
                </a:lnTo>
                <a:close/>
                <a:moveTo>
                  <a:pt x="1318638" y="1301212"/>
                </a:moveTo>
                <a:lnTo>
                  <a:pt x="1317687" y="1327942"/>
                </a:lnTo>
                <a:lnTo>
                  <a:pt x="1363353" y="1328260"/>
                </a:lnTo>
                <a:lnTo>
                  <a:pt x="1363670" y="1301530"/>
                </a:lnTo>
                <a:lnTo>
                  <a:pt x="1318638" y="1301212"/>
                </a:lnTo>
                <a:close/>
                <a:moveTo>
                  <a:pt x="1257434" y="1301212"/>
                </a:moveTo>
                <a:lnTo>
                  <a:pt x="1255531" y="1327624"/>
                </a:lnTo>
                <a:lnTo>
                  <a:pt x="1300879" y="1327942"/>
                </a:lnTo>
                <a:lnTo>
                  <a:pt x="1301831" y="1301212"/>
                </a:lnTo>
                <a:lnTo>
                  <a:pt x="1257434" y="1301212"/>
                </a:lnTo>
                <a:close/>
                <a:moveTo>
                  <a:pt x="1195595" y="1300894"/>
                </a:moveTo>
                <a:lnTo>
                  <a:pt x="1193058" y="1327306"/>
                </a:lnTo>
                <a:lnTo>
                  <a:pt x="1238406" y="1327624"/>
                </a:lnTo>
                <a:lnTo>
                  <a:pt x="1240626" y="1300894"/>
                </a:lnTo>
                <a:lnTo>
                  <a:pt x="1195595" y="1300894"/>
                </a:lnTo>
                <a:close/>
                <a:moveTo>
                  <a:pt x="1134073" y="1300575"/>
                </a:moveTo>
                <a:lnTo>
                  <a:pt x="1130268" y="1327306"/>
                </a:lnTo>
                <a:lnTo>
                  <a:pt x="1175933" y="1327306"/>
                </a:lnTo>
                <a:lnTo>
                  <a:pt x="1178787" y="1300894"/>
                </a:lnTo>
                <a:lnTo>
                  <a:pt x="1134073" y="1300575"/>
                </a:lnTo>
                <a:close/>
                <a:moveTo>
                  <a:pt x="1072551" y="1300575"/>
                </a:moveTo>
                <a:lnTo>
                  <a:pt x="1068112" y="1326987"/>
                </a:lnTo>
                <a:lnTo>
                  <a:pt x="1113460" y="1326987"/>
                </a:lnTo>
                <a:lnTo>
                  <a:pt x="1117266" y="1300575"/>
                </a:lnTo>
                <a:lnTo>
                  <a:pt x="1072551" y="1300575"/>
                </a:lnTo>
                <a:close/>
                <a:moveTo>
                  <a:pt x="1010712" y="1300257"/>
                </a:moveTo>
                <a:lnTo>
                  <a:pt x="1005638" y="1326669"/>
                </a:lnTo>
                <a:lnTo>
                  <a:pt x="1050987" y="1326987"/>
                </a:lnTo>
                <a:lnTo>
                  <a:pt x="1055744" y="1300575"/>
                </a:lnTo>
                <a:lnTo>
                  <a:pt x="1010712" y="1300257"/>
                </a:lnTo>
                <a:close/>
                <a:moveTo>
                  <a:pt x="742467" y="1299528"/>
                </a:moveTo>
                <a:lnTo>
                  <a:pt x="705978" y="1300480"/>
                </a:lnTo>
                <a:lnTo>
                  <a:pt x="670124" y="1302068"/>
                </a:lnTo>
                <a:lnTo>
                  <a:pt x="634587" y="1304290"/>
                </a:lnTo>
                <a:lnTo>
                  <a:pt x="600002" y="1307148"/>
                </a:lnTo>
                <a:lnTo>
                  <a:pt x="608886" y="1327150"/>
                </a:lnTo>
                <a:lnTo>
                  <a:pt x="618088" y="1346518"/>
                </a:lnTo>
                <a:lnTo>
                  <a:pt x="627607" y="1364298"/>
                </a:lnTo>
                <a:lnTo>
                  <a:pt x="632683" y="1373188"/>
                </a:lnTo>
                <a:lnTo>
                  <a:pt x="637760" y="1381126"/>
                </a:lnTo>
                <a:lnTo>
                  <a:pt x="642519" y="1389381"/>
                </a:lnTo>
                <a:lnTo>
                  <a:pt x="647596" y="1397001"/>
                </a:lnTo>
                <a:lnTo>
                  <a:pt x="652673" y="1404621"/>
                </a:lnTo>
                <a:lnTo>
                  <a:pt x="657750" y="1411288"/>
                </a:lnTo>
                <a:lnTo>
                  <a:pt x="662826" y="1417956"/>
                </a:lnTo>
                <a:lnTo>
                  <a:pt x="668220" y="1424623"/>
                </a:lnTo>
                <a:lnTo>
                  <a:pt x="673614" y="1430656"/>
                </a:lnTo>
                <a:lnTo>
                  <a:pt x="678691" y="1436688"/>
                </a:lnTo>
                <a:lnTo>
                  <a:pt x="686941" y="1444626"/>
                </a:lnTo>
                <a:lnTo>
                  <a:pt x="694873" y="1451928"/>
                </a:lnTo>
                <a:lnTo>
                  <a:pt x="703123" y="1458913"/>
                </a:lnTo>
                <a:lnTo>
                  <a:pt x="711055" y="1464628"/>
                </a:lnTo>
                <a:lnTo>
                  <a:pt x="718987" y="1469708"/>
                </a:lnTo>
                <a:lnTo>
                  <a:pt x="726920" y="1474153"/>
                </a:lnTo>
                <a:lnTo>
                  <a:pt x="734535" y="1477963"/>
                </a:lnTo>
                <a:lnTo>
                  <a:pt x="742467" y="1480821"/>
                </a:lnTo>
                <a:lnTo>
                  <a:pt x="742467" y="1299528"/>
                </a:lnTo>
                <a:close/>
                <a:moveTo>
                  <a:pt x="1682695" y="1264935"/>
                </a:moveTo>
                <a:lnTo>
                  <a:pt x="1686818" y="1291665"/>
                </a:lnTo>
                <a:lnTo>
                  <a:pt x="1731215" y="1291665"/>
                </a:lnTo>
                <a:lnTo>
                  <a:pt x="1726775" y="1264935"/>
                </a:lnTo>
                <a:lnTo>
                  <a:pt x="1682695" y="1264935"/>
                </a:lnTo>
                <a:close/>
                <a:moveTo>
                  <a:pt x="1622442" y="1264617"/>
                </a:moveTo>
                <a:lnTo>
                  <a:pt x="1625613" y="1291347"/>
                </a:lnTo>
                <a:lnTo>
                  <a:pt x="1670327" y="1291665"/>
                </a:lnTo>
                <a:lnTo>
                  <a:pt x="1666205" y="1264617"/>
                </a:lnTo>
                <a:lnTo>
                  <a:pt x="1622442" y="1264617"/>
                </a:lnTo>
                <a:close/>
                <a:moveTo>
                  <a:pt x="1561871" y="1264617"/>
                </a:moveTo>
                <a:lnTo>
                  <a:pt x="1564091" y="1291347"/>
                </a:lnTo>
                <a:lnTo>
                  <a:pt x="1608805" y="1291347"/>
                </a:lnTo>
                <a:lnTo>
                  <a:pt x="1605951" y="1264617"/>
                </a:lnTo>
                <a:lnTo>
                  <a:pt x="1561871" y="1264617"/>
                </a:lnTo>
                <a:close/>
                <a:moveTo>
                  <a:pt x="1501618" y="1264298"/>
                </a:moveTo>
                <a:lnTo>
                  <a:pt x="1502886" y="1291029"/>
                </a:lnTo>
                <a:lnTo>
                  <a:pt x="1547284" y="1291029"/>
                </a:lnTo>
                <a:lnTo>
                  <a:pt x="1545381" y="1264298"/>
                </a:lnTo>
                <a:lnTo>
                  <a:pt x="1501618" y="1264298"/>
                </a:lnTo>
                <a:close/>
                <a:moveTo>
                  <a:pt x="1441048" y="1263980"/>
                </a:moveTo>
                <a:lnTo>
                  <a:pt x="1441682" y="1290711"/>
                </a:lnTo>
                <a:lnTo>
                  <a:pt x="1486396" y="1291029"/>
                </a:lnTo>
                <a:lnTo>
                  <a:pt x="1485128" y="1264298"/>
                </a:lnTo>
                <a:lnTo>
                  <a:pt x="1441048" y="1263980"/>
                </a:lnTo>
                <a:close/>
                <a:moveTo>
                  <a:pt x="1380794" y="1263980"/>
                </a:moveTo>
                <a:lnTo>
                  <a:pt x="1380477" y="1290711"/>
                </a:lnTo>
                <a:lnTo>
                  <a:pt x="1424874" y="1290711"/>
                </a:lnTo>
                <a:lnTo>
                  <a:pt x="1424557" y="1263980"/>
                </a:lnTo>
                <a:lnTo>
                  <a:pt x="1380794" y="1263980"/>
                </a:lnTo>
                <a:close/>
                <a:moveTo>
                  <a:pt x="1320224" y="1263662"/>
                </a:moveTo>
                <a:lnTo>
                  <a:pt x="1319273" y="1290392"/>
                </a:lnTo>
                <a:lnTo>
                  <a:pt x="1363670" y="1290711"/>
                </a:lnTo>
                <a:lnTo>
                  <a:pt x="1363987" y="1263980"/>
                </a:lnTo>
                <a:lnTo>
                  <a:pt x="1320224" y="1263662"/>
                </a:lnTo>
                <a:close/>
                <a:moveTo>
                  <a:pt x="1259654" y="1263662"/>
                </a:moveTo>
                <a:lnTo>
                  <a:pt x="1258068" y="1290392"/>
                </a:lnTo>
                <a:lnTo>
                  <a:pt x="1302465" y="1290392"/>
                </a:lnTo>
                <a:lnTo>
                  <a:pt x="1303416" y="1263662"/>
                </a:lnTo>
                <a:lnTo>
                  <a:pt x="1259654" y="1263662"/>
                </a:lnTo>
                <a:close/>
                <a:moveTo>
                  <a:pt x="1199083" y="1263344"/>
                </a:moveTo>
                <a:lnTo>
                  <a:pt x="1196546" y="1290074"/>
                </a:lnTo>
                <a:lnTo>
                  <a:pt x="1241260" y="1290392"/>
                </a:lnTo>
                <a:lnTo>
                  <a:pt x="1243163" y="1263662"/>
                </a:lnTo>
                <a:lnTo>
                  <a:pt x="1199083" y="1263344"/>
                </a:lnTo>
                <a:close/>
                <a:moveTo>
                  <a:pt x="1138830" y="1263344"/>
                </a:moveTo>
                <a:lnTo>
                  <a:pt x="1135659" y="1289756"/>
                </a:lnTo>
                <a:lnTo>
                  <a:pt x="1180056" y="1290074"/>
                </a:lnTo>
                <a:lnTo>
                  <a:pt x="1182593" y="1263344"/>
                </a:lnTo>
                <a:lnTo>
                  <a:pt x="1138830" y="1263344"/>
                </a:lnTo>
                <a:close/>
                <a:moveTo>
                  <a:pt x="1078259" y="1263026"/>
                </a:moveTo>
                <a:lnTo>
                  <a:pt x="1074137" y="1289756"/>
                </a:lnTo>
                <a:lnTo>
                  <a:pt x="1118851" y="1289756"/>
                </a:lnTo>
                <a:lnTo>
                  <a:pt x="1122339" y="1263344"/>
                </a:lnTo>
                <a:lnTo>
                  <a:pt x="1078259" y="1263026"/>
                </a:lnTo>
                <a:close/>
                <a:moveTo>
                  <a:pt x="1018006" y="1263026"/>
                </a:moveTo>
                <a:lnTo>
                  <a:pt x="1012615" y="1289438"/>
                </a:lnTo>
                <a:lnTo>
                  <a:pt x="1057329" y="1289756"/>
                </a:lnTo>
                <a:lnTo>
                  <a:pt x="1061769" y="1263026"/>
                </a:lnTo>
                <a:lnTo>
                  <a:pt x="1018006" y="1263026"/>
                </a:lnTo>
                <a:close/>
                <a:moveTo>
                  <a:pt x="1676987" y="1227067"/>
                </a:moveTo>
                <a:lnTo>
                  <a:pt x="1681109" y="1253797"/>
                </a:lnTo>
                <a:lnTo>
                  <a:pt x="1724872" y="1254115"/>
                </a:lnTo>
                <a:lnTo>
                  <a:pt x="1719798" y="1227067"/>
                </a:lnTo>
                <a:lnTo>
                  <a:pt x="1676987" y="1227067"/>
                </a:lnTo>
                <a:close/>
                <a:moveTo>
                  <a:pt x="1618002" y="1227067"/>
                </a:moveTo>
                <a:lnTo>
                  <a:pt x="1621173" y="1253797"/>
                </a:lnTo>
                <a:lnTo>
                  <a:pt x="1664619" y="1253797"/>
                </a:lnTo>
                <a:lnTo>
                  <a:pt x="1660813" y="1227067"/>
                </a:lnTo>
                <a:lnTo>
                  <a:pt x="1618002" y="1227067"/>
                </a:lnTo>
                <a:close/>
                <a:moveTo>
                  <a:pt x="1558383" y="1226431"/>
                </a:moveTo>
                <a:lnTo>
                  <a:pt x="1560920" y="1253479"/>
                </a:lnTo>
                <a:lnTo>
                  <a:pt x="1604683" y="1253797"/>
                </a:lnTo>
                <a:lnTo>
                  <a:pt x="1601512" y="1226431"/>
                </a:lnTo>
                <a:lnTo>
                  <a:pt x="1558383" y="1226431"/>
                </a:lnTo>
                <a:close/>
                <a:moveTo>
                  <a:pt x="1499398" y="1226431"/>
                </a:moveTo>
                <a:lnTo>
                  <a:pt x="1500984" y="1253479"/>
                </a:lnTo>
                <a:lnTo>
                  <a:pt x="1544430" y="1253479"/>
                </a:lnTo>
                <a:lnTo>
                  <a:pt x="1542210" y="1226431"/>
                </a:lnTo>
                <a:lnTo>
                  <a:pt x="1499398" y="1226431"/>
                </a:lnTo>
                <a:close/>
                <a:moveTo>
                  <a:pt x="1439779" y="1226112"/>
                </a:moveTo>
                <a:lnTo>
                  <a:pt x="1440730" y="1253161"/>
                </a:lnTo>
                <a:lnTo>
                  <a:pt x="1484493" y="1253479"/>
                </a:lnTo>
                <a:lnTo>
                  <a:pt x="1483225" y="1226431"/>
                </a:lnTo>
                <a:lnTo>
                  <a:pt x="1439779" y="1226112"/>
                </a:lnTo>
                <a:close/>
                <a:moveTo>
                  <a:pt x="1380794" y="1226112"/>
                </a:moveTo>
                <a:lnTo>
                  <a:pt x="1380794" y="1253161"/>
                </a:lnTo>
                <a:lnTo>
                  <a:pt x="1424240" y="1253161"/>
                </a:lnTo>
                <a:lnTo>
                  <a:pt x="1423606" y="1226112"/>
                </a:lnTo>
                <a:lnTo>
                  <a:pt x="1380794" y="1226112"/>
                </a:lnTo>
                <a:close/>
                <a:moveTo>
                  <a:pt x="1321492" y="1226112"/>
                </a:moveTo>
                <a:lnTo>
                  <a:pt x="1320541" y="1252843"/>
                </a:lnTo>
                <a:lnTo>
                  <a:pt x="1364304" y="1253161"/>
                </a:lnTo>
                <a:lnTo>
                  <a:pt x="1364621" y="1226112"/>
                </a:lnTo>
                <a:lnTo>
                  <a:pt x="1321492" y="1226112"/>
                </a:lnTo>
                <a:close/>
                <a:moveTo>
                  <a:pt x="1262190" y="1225794"/>
                </a:moveTo>
                <a:lnTo>
                  <a:pt x="1260605" y="1252843"/>
                </a:lnTo>
                <a:lnTo>
                  <a:pt x="1304051" y="1252843"/>
                </a:lnTo>
                <a:lnTo>
                  <a:pt x="1305319" y="1225794"/>
                </a:lnTo>
                <a:lnTo>
                  <a:pt x="1262190" y="1225794"/>
                </a:lnTo>
                <a:close/>
                <a:moveTo>
                  <a:pt x="1203206" y="1225794"/>
                </a:moveTo>
                <a:lnTo>
                  <a:pt x="1200352" y="1252524"/>
                </a:lnTo>
                <a:lnTo>
                  <a:pt x="1244115" y="1252843"/>
                </a:lnTo>
                <a:lnTo>
                  <a:pt x="1246017" y="1225794"/>
                </a:lnTo>
                <a:lnTo>
                  <a:pt x="1203206" y="1225794"/>
                </a:lnTo>
                <a:close/>
                <a:moveTo>
                  <a:pt x="1143904" y="1225476"/>
                </a:moveTo>
                <a:lnTo>
                  <a:pt x="1140415" y="1252524"/>
                </a:lnTo>
                <a:lnTo>
                  <a:pt x="1183861" y="1252524"/>
                </a:lnTo>
                <a:lnTo>
                  <a:pt x="1187032" y="1225794"/>
                </a:lnTo>
                <a:lnTo>
                  <a:pt x="1143904" y="1225476"/>
                </a:lnTo>
                <a:close/>
                <a:moveTo>
                  <a:pt x="1084602" y="1225476"/>
                </a:moveTo>
                <a:lnTo>
                  <a:pt x="1080162" y="1252206"/>
                </a:lnTo>
                <a:lnTo>
                  <a:pt x="1123925" y="1252524"/>
                </a:lnTo>
                <a:lnTo>
                  <a:pt x="1127731" y="1225476"/>
                </a:lnTo>
                <a:lnTo>
                  <a:pt x="1084602" y="1225476"/>
                </a:lnTo>
                <a:close/>
                <a:moveTo>
                  <a:pt x="1025300" y="1225476"/>
                </a:moveTo>
                <a:lnTo>
                  <a:pt x="1020226" y="1252206"/>
                </a:lnTo>
                <a:lnTo>
                  <a:pt x="1063672" y="1252206"/>
                </a:lnTo>
                <a:lnTo>
                  <a:pt x="1068429" y="1225476"/>
                </a:lnTo>
                <a:lnTo>
                  <a:pt x="1025300" y="1225476"/>
                </a:lnTo>
                <a:close/>
                <a:moveTo>
                  <a:pt x="1671279" y="1188881"/>
                </a:moveTo>
                <a:lnTo>
                  <a:pt x="1675401" y="1216248"/>
                </a:lnTo>
                <a:lnTo>
                  <a:pt x="1718213" y="1216248"/>
                </a:lnTo>
                <a:lnTo>
                  <a:pt x="1713456" y="1188881"/>
                </a:lnTo>
                <a:lnTo>
                  <a:pt x="1671279" y="1188881"/>
                </a:lnTo>
                <a:close/>
                <a:moveTo>
                  <a:pt x="1613245" y="1188881"/>
                </a:moveTo>
                <a:lnTo>
                  <a:pt x="1616416" y="1215929"/>
                </a:lnTo>
                <a:lnTo>
                  <a:pt x="1659228" y="1216248"/>
                </a:lnTo>
                <a:lnTo>
                  <a:pt x="1655422" y="1188881"/>
                </a:lnTo>
                <a:lnTo>
                  <a:pt x="1613245" y="1188881"/>
                </a:lnTo>
                <a:close/>
                <a:moveTo>
                  <a:pt x="1555212" y="1188881"/>
                </a:moveTo>
                <a:lnTo>
                  <a:pt x="1557432" y="1215929"/>
                </a:lnTo>
                <a:lnTo>
                  <a:pt x="1600560" y="1215929"/>
                </a:lnTo>
                <a:lnTo>
                  <a:pt x="1597389" y="1188881"/>
                </a:lnTo>
                <a:lnTo>
                  <a:pt x="1555212" y="1188881"/>
                </a:lnTo>
                <a:close/>
                <a:moveTo>
                  <a:pt x="1497178" y="1188881"/>
                </a:moveTo>
                <a:lnTo>
                  <a:pt x="1498764" y="1215929"/>
                </a:lnTo>
                <a:lnTo>
                  <a:pt x="1541575" y="1215929"/>
                </a:lnTo>
                <a:lnTo>
                  <a:pt x="1539356" y="1188881"/>
                </a:lnTo>
                <a:lnTo>
                  <a:pt x="1497178" y="1188881"/>
                </a:lnTo>
                <a:close/>
                <a:moveTo>
                  <a:pt x="1438828" y="1188563"/>
                </a:moveTo>
                <a:lnTo>
                  <a:pt x="1439779" y="1215611"/>
                </a:lnTo>
                <a:lnTo>
                  <a:pt x="1482591" y="1215929"/>
                </a:lnTo>
                <a:lnTo>
                  <a:pt x="1481322" y="1188563"/>
                </a:lnTo>
                <a:lnTo>
                  <a:pt x="1438828" y="1188563"/>
                </a:lnTo>
                <a:close/>
                <a:moveTo>
                  <a:pt x="1381111" y="1188563"/>
                </a:moveTo>
                <a:lnTo>
                  <a:pt x="1380794" y="1215611"/>
                </a:lnTo>
                <a:lnTo>
                  <a:pt x="1423606" y="1215611"/>
                </a:lnTo>
                <a:lnTo>
                  <a:pt x="1422972" y="1188563"/>
                </a:lnTo>
                <a:lnTo>
                  <a:pt x="1381111" y="1188563"/>
                </a:lnTo>
                <a:close/>
                <a:moveTo>
                  <a:pt x="1322761" y="1188563"/>
                </a:moveTo>
                <a:lnTo>
                  <a:pt x="1321810" y="1215611"/>
                </a:lnTo>
                <a:lnTo>
                  <a:pt x="1364621" y="1215611"/>
                </a:lnTo>
                <a:lnTo>
                  <a:pt x="1365255" y="1188563"/>
                </a:lnTo>
                <a:lnTo>
                  <a:pt x="1322761" y="1188563"/>
                </a:lnTo>
                <a:close/>
                <a:moveTo>
                  <a:pt x="1264727" y="1188563"/>
                </a:moveTo>
                <a:lnTo>
                  <a:pt x="1263142" y="1215293"/>
                </a:lnTo>
                <a:lnTo>
                  <a:pt x="1305636" y="1215293"/>
                </a:lnTo>
                <a:lnTo>
                  <a:pt x="1307222" y="1188563"/>
                </a:lnTo>
                <a:lnTo>
                  <a:pt x="1264727" y="1188563"/>
                </a:lnTo>
                <a:close/>
                <a:moveTo>
                  <a:pt x="1206694" y="1188244"/>
                </a:moveTo>
                <a:lnTo>
                  <a:pt x="1204157" y="1215293"/>
                </a:lnTo>
                <a:lnTo>
                  <a:pt x="1246969" y="1215293"/>
                </a:lnTo>
                <a:lnTo>
                  <a:pt x="1248871" y="1188563"/>
                </a:lnTo>
                <a:lnTo>
                  <a:pt x="1206694" y="1188244"/>
                </a:lnTo>
                <a:close/>
                <a:moveTo>
                  <a:pt x="1148661" y="1188244"/>
                </a:moveTo>
                <a:lnTo>
                  <a:pt x="1145172" y="1215293"/>
                </a:lnTo>
                <a:lnTo>
                  <a:pt x="1188301" y="1215293"/>
                </a:lnTo>
                <a:lnTo>
                  <a:pt x="1190838" y="1188244"/>
                </a:lnTo>
                <a:lnTo>
                  <a:pt x="1148661" y="1188244"/>
                </a:lnTo>
                <a:close/>
                <a:moveTo>
                  <a:pt x="1090627" y="1188244"/>
                </a:moveTo>
                <a:lnTo>
                  <a:pt x="1086505" y="1214975"/>
                </a:lnTo>
                <a:lnTo>
                  <a:pt x="1128999" y="1214975"/>
                </a:lnTo>
                <a:lnTo>
                  <a:pt x="1132805" y="1188244"/>
                </a:lnTo>
                <a:lnTo>
                  <a:pt x="1090627" y="1188244"/>
                </a:lnTo>
                <a:close/>
                <a:moveTo>
                  <a:pt x="1032594" y="1187926"/>
                </a:moveTo>
                <a:lnTo>
                  <a:pt x="1027203" y="1214975"/>
                </a:lnTo>
                <a:lnTo>
                  <a:pt x="1070331" y="1214975"/>
                </a:lnTo>
                <a:lnTo>
                  <a:pt x="1074771" y="1188244"/>
                </a:lnTo>
                <a:lnTo>
                  <a:pt x="1032594" y="1187926"/>
                </a:lnTo>
                <a:close/>
                <a:moveTo>
                  <a:pt x="1740728" y="1132875"/>
                </a:moveTo>
                <a:lnTo>
                  <a:pt x="1737874" y="1133193"/>
                </a:lnTo>
                <a:lnTo>
                  <a:pt x="1735337" y="1133829"/>
                </a:lnTo>
                <a:lnTo>
                  <a:pt x="1733117" y="1134784"/>
                </a:lnTo>
                <a:lnTo>
                  <a:pt x="1731532" y="1136057"/>
                </a:lnTo>
                <a:lnTo>
                  <a:pt x="1730263" y="1137648"/>
                </a:lnTo>
                <a:lnTo>
                  <a:pt x="1729312" y="1139875"/>
                </a:lnTo>
                <a:lnTo>
                  <a:pt x="1728995" y="1142103"/>
                </a:lnTo>
                <a:lnTo>
                  <a:pt x="1728995" y="1144330"/>
                </a:lnTo>
                <a:lnTo>
                  <a:pt x="1730263" y="1151649"/>
                </a:lnTo>
                <a:lnTo>
                  <a:pt x="1731215" y="1153877"/>
                </a:lnTo>
                <a:lnTo>
                  <a:pt x="1732166" y="1156104"/>
                </a:lnTo>
                <a:lnTo>
                  <a:pt x="1734069" y="1158332"/>
                </a:lnTo>
                <a:lnTo>
                  <a:pt x="1735971" y="1159923"/>
                </a:lnTo>
                <a:lnTo>
                  <a:pt x="1738508" y="1161514"/>
                </a:lnTo>
                <a:lnTo>
                  <a:pt x="1741045" y="1162469"/>
                </a:lnTo>
                <a:lnTo>
                  <a:pt x="1743582" y="1163105"/>
                </a:lnTo>
                <a:lnTo>
                  <a:pt x="1746437" y="1163423"/>
                </a:lnTo>
                <a:lnTo>
                  <a:pt x="1772123" y="1163423"/>
                </a:lnTo>
                <a:lnTo>
                  <a:pt x="1775295" y="1163105"/>
                </a:lnTo>
                <a:lnTo>
                  <a:pt x="1777832" y="1162469"/>
                </a:lnTo>
                <a:lnTo>
                  <a:pt x="1779734" y="1161514"/>
                </a:lnTo>
                <a:lnTo>
                  <a:pt x="1781637" y="1159923"/>
                </a:lnTo>
                <a:lnTo>
                  <a:pt x="1782906" y="1158332"/>
                </a:lnTo>
                <a:lnTo>
                  <a:pt x="1783857" y="1156104"/>
                </a:lnTo>
                <a:lnTo>
                  <a:pt x="1784174" y="1154195"/>
                </a:lnTo>
                <a:lnTo>
                  <a:pt x="1783857" y="1151968"/>
                </a:lnTo>
                <a:lnTo>
                  <a:pt x="1782271" y="1144330"/>
                </a:lnTo>
                <a:lnTo>
                  <a:pt x="1781637" y="1142103"/>
                </a:lnTo>
                <a:lnTo>
                  <a:pt x="1780369" y="1139875"/>
                </a:lnTo>
                <a:lnTo>
                  <a:pt x="1778783" y="1137648"/>
                </a:lnTo>
                <a:lnTo>
                  <a:pt x="1776563" y="1136057"/>
                </a:lnTo>
                <a:lnTo>
                  <a:pt x="1774343" y="1134784"/>
                </a:lnTo>
                <a:lnTo>
                  <a:pt x="1771489" y="1133829"/>
                </a:lnTo>
                <a:lnTo>
                  <a:pt x="1768635" y="1133193"/>
                </a:lnTo>
                <a:lnTo>
                  <a:pt x="1766098" y="1132875"/>
                </a:lnTo>
                <a:lnTo>
                  <a:pt x="1740728" y="1132875"/>
                </a:lnTo>
                <a:close/>
                <a:moveTo>
                  <a:pt x="1664619" y="1132875"/>
                </a:moveTo>
                <a:lnTo>
                  <a:pt x="1661765" y="1133193"/>
                </a:lnTo>
                <a:lnTo>
                  <a:pt x="1659545" y="1133829"/>
                </a:lnTo>
                <a:lnTo>
                  <a:pt x="1657325" y="1134784"/>
                </a:lnTo>
                <a:lnTo>
                  <a:pt x="1655422" y="1136057"/>
                </a:lnTo>
                <a:lnTo>
                  <a:pt x="1654154" y="1137648"/>
                </a:lnTo>
                <a:lnTo>
                  <a:pt x="1653203" y="1139875"/>
                </a:lnTo>
                <a:lnTo>
                  <a:pt x="1652568" y="1142103"/>
                </a:lnTo>
                <a:lnTo>
                  <a:pt x="1652568" y="1144330"/>
                </a:lnTo>
                <a:lnTo>
                  <a:pt x="1653837" y="1151649"/>
                </a:lnTo>
                <a:lnTo>
                  <a:pt x="1654471" y="1153877"/>
                </a:lnTo>
                <a:lnTo>
                  <a:pt x="1655422" y="1156104"/>
                </a:lnTo>
                <a:lnTo>
                  <a:pt x="1657008" y="1158332"/>
                </a:lnTo>
                <a:lnTo>
                  <a:pt x="1658911" y="1159923"/>
                </a:lnTo>
                <a:lnTo>
                  <a:pt x="1661131" y="1161196"/>
                </a:lnTo>
                <a:lnTo>
                  <a:pt x="1663668" y="1162469"/>
                </a:lnTo>
                <a:lnTo>
                  <a:pt x="1666205" y="1163105"/>
                </a:lnTo>
                <a:lnTo>
                  <a:pt x="1669376" y="1163105"/>
                </a:lnTo>
                <a:lnTo>
                  <a:pt x="1695063" y="1163423"/>
                </a:lnTo>
                <a:lnTo>
                  <a:pt x="1697917" y="1163105"/>
                </a:lnTo>
                <a:lnTo>
                  <a:pt x="1700137" y="1162469"/>
                </a:lnTo>
                <a:lnTo>
                  <a:pt x="1702357" y="1161514"/>
                </a:lnTo>
                <a:lnTo>
                  <a:pt x="1704576" y="1159923"/>
                </a:lnTo>
                <a:lnTo>
                  <a:pt x="1705845" y="1158332"/>
                </a:lnTo>
                <a:lnTo>
                  <a:pt x="1706796" y="1156104"/>
                </a:lnTo>
                <a:lnTo>
                  <a:pt x="1707430" y="1153877"/>
                </a:lnTo>
                <a:lnTo>
                  <a:pt x="1707113" y="1151649"/>
                </a:lnTo>
                <a:lnTo>
                  <a:pt x="1705845" y="1144330"/>
                </a:lnTo>
                <a:lnTo>
                  <a:pt x="1705211" y="1142103"/>
                </a:lnTo>
                <a:lnTo>
                  <a:pt x="1704259" y="1139875"/>
                </a:lnTo>
                <a:lnTo>
                  <a:pt x="1702357" y="1137648"/>
                </a:lnTo>
                <a:lnTo>
                  <a:pt x="1700137" y="1136057"/>
                </a:lnTo>
                <a:lnTo>
                  <a:pt x="1697917" y="1134784"/>
                </a:lnTo>
                <a:lnTo>
                  <a:pt x="1695697" y="1133829"/>
                </a:lnTo>
                <a:lnTo>
                  <a:pt x="1692843" y="1133193"/>
                </a:lnTo>
                <a:lnTo>
                  <a:pt x="1689989" y="1132875"/>
                </a:lnTo>
                <a:lnTo>
                  <a:pt x="1664619" y="1132875"/>
                </a:lnTo>
                <a:close/>
                <a:moveTo>
                  <a:pt x="1586924" y="1132875"/>
                </a:moveTo>
                <a:lnTo>
                  <a:pt x="1584704" y="1133511"/>
                </a:lnTo>
                <a:lnTo>
                  <a:pt x="1582167" y="1134784"/>
                </a:lnTo>
                <a:lnTo>
                  <a:pt x="1580264" y="1136057"/>
                </a:lnTo>
                <a:lnTo>
                  <a:pt x="1578679" y="1137648"/>
                </a:lnTo>
                <a:lnTo>
                  <a:pt x="1577727" y="1139875"/>
                </a:lnTo>
                <a:lnTo>
                  <a:pt x="1577093" y="1142103"/>
                </a:lnTo>
                <a:lnTo>
                  <a:pt x="1577093" y="1144330"/>
                </a:lnTo>
                <a:lnTo>
                  <a:pt x="1578044" y="1151649"/>
                </a:lnTo>
                <a:lnTo>
                  <a:pt x="1578362" y="1153877"/>
                </a:lnTo>
                <a:lnTo>
                  <a:pt x="1579313" y="1156104"/>
                </a:lnTo>
                <a:lnTo>
                  <a:pt x="1580899" y="1158332"/>
                </a:lnTo>
                <a:lnTo>
                  <a:pt x="1583118" y="1159923"/>
                </a:lnTo>
                <a:lnTo>
                  <a:pt x="1585338" y="1161196"/>
                </a:lnTo>
                <a:lnTo>
                  <a:pt x="1587558" y="1162151"/>
                </a:lnTo>
                <a:lnTo>
                  <a:pt x="1590412" y="1162787"/>
                </a:lnTo>
                <a:lnTo>
                  <a:pt x="1593266" y="1163105"/>
                </a:lnTo>
                <a:lnTo>
                  <a:pt x="1618953" y="1163105"/>
                </a:lnTo>
                <a:lnTo>
                  <a:pt x="1621807" y="1163105"/>
                </a:lnTo>
                <a:lnTo>
                  <a:pt x="1624344" y="1162469"/>
                </a:lnTo>
                <a:lnTo>
                  <a:pt x="1626564" y="1161196"/>
                </a:lnTo>
                <a:lnTo>
                  <a:pt x="1628467" y="1159923"/>
                </a:lnTo>
                <a:lnTo>
                  <a:pt x="1629735" y="1158332"/>
                </a:lnTo>
                <a:lnTo>
                  <a:pt x="1631004" y="1156104"/>
                </a:lnTo>
                <a:lnTo>
                  <a:pt x="1631321" y="1153877"/>
                </a:lnTo>
                <a:lnTo>
                  <a:pt x="1631321" y="1151649"/>
                </a:lnTo>
                <a:lnTo>
                  <a:pt x="1630370" y="1144330"/>
                </a:lnTo>
                <a:lnTo>
                  <a:pt x="1629735" y="1142103"/>
                </a:lnTo>
                <a:lnTo>
                  <a:pt x="1628784" y="1139875"/>
                </a:lnTo>
                <a:lnTo>
                  <a:pt x="1627198" y="1137648"/>
                </a:lnTo>
                <a:lnTo>
                  <a:pt x="1625296" y="1136057"/>
                </a:lnTo>
                <a:lnTo>
                  <a:pt x="1623076" y="1134784"/>
                </a:lnTo>
                <a:lnTo>
                  <a:pt x="1620856" y="1133829"/>
                </a:lnTo>
                <a:lnTo>
                  <a:pt x="1618002" y="1132875"/>
                </a:lnTo>
                <a:lnTo>
                  <a:pt x="1615148" y="1132875"/>
                </a:lnTo>
                <a:lnTo>
                  <a:pt x="1589778" y="1132875"/>
                </a:lnTo>
                <a:lnTo>
                  <a:pt x="1586924" y="1132875"/>
                </a:lnTo>
                <a:close/>
                <a:moveTo>
                  <a:pt x="1510815" y="1132875"/>
                </a:moveTo>
                <a:lnTo>
                  <a:pt x="1508278" y="1133511"/>
                </a:lnTo>
                <a:lnTo>
                  <a:pt x="1506058" y="1134784"/>
                </a:lnTo>
                <a:lnTo>
                  <a:pt x="1504155" y="1136057"/>
                </a:lnTo>
                <a:lnTo>
                  <a:pt x="1502569" y="1137648"/>
                </a:lnTo>
                <a:lnTo>
                  <a:pt x="1501618" y="1139875"/>
                </a:lnTo>
                <a:lnTo>
                  <a:pt x="1500984" y="1142103"/>
                </a:lnTo>
                <a:lnTo>
                  <a:pt x="1500667" y="1144330"/>
                </a:lnTo>
                <a:lnTo>
                  <a:pt x="1501301" y="1151649"/>
                </a:lnTo>
                <a:lnTo>
                  <a:pt x="1501618" y="1153877"/>
                </a:lnTo>
                <a:lnTo>
                  <a:pt x="1502569" y="1156104"/>
                </a:lnTo>
                <a:lnTo>
                  <a:pt x="1503838" y="1158332"/>
                </a:lnTo>
                <a:lnTo>
                  <a:pt x="1505741" y="1159923"/>
                </a:lnTo>
                <a:lnTo>
                  <a:pt x="1507960" y="1161196"/>
                </a:lnTo>
                <a:lnTo>
                  <a:pt x="1510180" y="1162151"/>
                </a:lnTo>
                <a:lnTo>
                  <a:pt x="1512717" y="1162787"/>
                </a:lnTo>
                <a:lnTo>
                  <a:pt x="1515888" y="1163105"/>
                </a:lnTo>
                <a:lnTo>
                  <a:pt x="1541575" y="1163105"/>
                </a:lnTo>
                <a:lnTo>
                  <a:pt x="1544430" y="1162787"/>
                </a:lnTo>
                <a:lnTo>
                  <a:pt x="1546966" y="1162151"/>
                </a:lnTo>
                <a:lnTo>
                  <a:pt x="1549503" y="1161196"/>
                </a:lnTo>
                <a:lnTo>
                  <a:pt x="1551406" y="1159923"/>
                </a:lnTo>
                <a:lnTo>
                  <a:pt x="1552992" y="1158332"/>
                </a:lnTo>
                <a:lnTo>
                  <a:pt x="1553943" y="1156104"/>
                </a:lnTo>
                <a:lnTo>
                  <a:pt x="1554577" y="1153877"/>
                </a:lnTo>
                <a:lnTo>
                  <a:pt x="1554577" y="1151649"/>
                </a:lnTo>
                <a:lnTo>
                  <a:pt x="1553943" y="1144330"/>
                </a:lnTo>
                <a:lnTo>
                  <a:pt x="1553626" y="1142103"/>
                </a:lnTo>
                <a:lnTo>
                  <a:pt x="1552675" y="1139875"/>
                </a:lnTo>
                <a:lnTo>
                  <a:pt x="1551089" y="1137648"/>
                </a:lnTo>
                <a:lnTo>
                  <a:pt x="1549186" y="1136057"/>
                </a:lnTo>
                <a:lnTo>
                  <a:pt x="1546966" y="1134784"/>
                </a:lnTo>
                <a:lnTo>
                  <a:pt x="1544430" y="1133511"/>
                </a:lnTo>
                <a:lnTo>
                  <a:pt x="1541893" y="1132875"/>
                </a:lnTo>
                <a:lnTo>
                  <a:pt x="1539038" y="1132875"/>
                </a:lnTo>
                <a:lnTo>
                  <a:pt x="1513986" y="1132875"/>
                </a:lnTo>
                <a:lnTo>
                  <a:pt x="1510815" y="1132875"/>
                </a:lnTo>
                <a:close/>
                <a:moveTo>
                  <a:pt x="981854" y="1117600"/>
                </a:moveTo>
                <a:lnTo>
                  <a:pt x="1765464" y="1117600"/>
                </a:lnTo>
                <a:lnTo>
                  <a:pt x="1769904" y="1117918"/>
                </a:lnTo>
                <a:lnTo>
                  <a:pt x="1774978" y="1118236"/>
                </a:lnTo>
                <a:lnTo>
                  <a:pt x="1779417" y="1119191"/>
                </a:lnTo>
                <a:lnTo>
                  <a:pt x="1783857" y="1120464"/>
                </a:lnTo>
                <a:lnTo>
                  <a:pt x="1787980" y="1122373"/>
                </a:lnTo>
                <a:lnTo>
                  <a:pt x="1792736" y="1124283"/>
                </a:lnTo>
                <a:lnTo>
                  <a:pt x="1796542" y="1126510"/>
                </a:lnTo>
                <a:lnTo>
                  <a:pt x="1800347" y="1129056"/>
                </a:lnTo>
                <a:lnTo>
                  <a:pt x="1803836" y="1131602"/>
                </a:lnTo>
                <a:lnTo>
                  <a:pt x="1807007" y="1134466"/>
                </a:lnTo>
                <a:lnTo>
                  <a:pt x="1810495" y="1137648"/>
                </a:lnTo>
                <a:lnTo>
                  <a:pt x="1813032" y="1141148"/>
                </a:lnTo>
                <a:lnTo>
                  <a:pt x="1815252" y="1144649"/>
                </a:lnTo>
                <a:lnTo>
                  <a:pt x="1817155" y="1148149"/>
                </a:lnTo>
                <a:lnTo>
                  <a:pt x="1818740" y="1151649"/>
                </a:lnTo>
                <a:lnTo>
                  <a:pt x="1820009" y="1155468"/>
                </a:lnTo>
                <a:lnTo>
                  <a:pt x="1903095" y="1502007"/>
                </a:lnTo>
                <a:lnTo>
                  <a:pt x="1903412" y="1506144"/>
                </a:lnTo>
                <a:lnTo>
                  <a:pt x="1903412" y="1509963"/>
                </a:lnTo>
                <a:lnTo>
                  <a:pt x="1903095" y="1513463"/>
                </a:lnTo>
                <a:lnTo>
                  <a:pt x="1901827" y="1516963"/>
                </a:lnTo>
                <a:lnTo>
                  <a:pt x="1900241" y="1520146"/>
                </a:lnTo>
                <a:lnTo>
                  <a:pt x="1898338" y="1523646"/>
                </a:lnTo>
                <a:lnTo>
                  <a:pt x="1895801" y="1526510"/>
                </a:lnTo>
                <a:lnTo>
                  <a:pt x="1892313" y="1529056"/>
                </a:lnTo>
                <a:lnTo>
                  <a:pt x="1889142" y="1531283"/>
                </a:lnTo>
                <a:lnTo>
                  <a:pt x="1885336" y="1533511"/>
                </a:lnTo>
                <a:lnTo>
                  <a:pt x="1881214" y="1535420"/>
                </a:lnTo>
                <a:lnTo>
                  <a:pt x="1876774" y="1537011"/>
                </a:lnTo>
                <a:lnTo>
                  <a:pt x="1871700" y="1538284"/>
                </a:lnTo>
                <a:lnTo>
                  <a:pt x="1866626" y="1538920"/>
                </a:lnTo>
                <a:lnTo>
                  <a:pt x="1861235" y="1539557"/>
                </a:lnTo>
                <a:lnTo>
                  <a:pt x="1855210" y="1539875"/>
                </a:lnTo>
                <a:lnTo>
                  <a:pt x="884498" y="1539875"/>
                </a:lnTo>
                <a:lnTo>
                  <a:pt x="878789" y="1539557"/>
                </a:lnTo>
                <a:lnTo>
                  <a:pt x="873081" y="1538920"/>
                </a:lnTo>
                <a:lnTo>
                  <a:pt x="868007" y="1537966"/>
                </a:lnTo>
                <a:lnTo>
                  <a:pt x="863250" y="1536693"/>
                </a:lnTo>
                <a:lnTo>
                  <a:pt x="858811" y="1535102"/>
                </a:lnTo>
                <a:lnTo>
                  <a:pt x="854371" y="1533193"/>
                </a:lnTo>
                <a:lnTo>
                  <a:pt x="850566" y="1531283"/>
                </a:lnTo>
                <a:lnTo>
                  <a:pt x="847394" y="1528737"/>
                </a:lnTo>
                <a:lnTo>
                  <a:pt x="844223" y="1526192"/>
                </a:lnTo>
                <a:lnTo>
                  <a:pt x="842003" y="1523010"/>
                </a:lnTo>
                <a:lnTo>
                  <a:pt x="839466" y="1519827"/>
                </a:lnTo>
                <a:lnTo>
                  <a:pt x="837881" y="1516645"/>
                </a:lnTo>
                <a:lnTo>
                  <a:pt x="836929" y="1513463"/>
                </a:lnTo>
                <a:lnTo>
                  <a:pt x="836612" y="1509963"/>
                </a:lnTo>
                <a:lnTo>
                  <a:pt x="836612" y="1506144"/>
                </a:lnTo>
                <a:lnTo>
                  <a:pt x="837246" y="1502007"/>
                </a:lnTo>
                <a:lnTo>
                  <a:pt x="926675" y="1154832"/>
                </a:lnTo>
                <a:lnTo>
                  <a:pt x="927943" y="1151331"/>
                </a:lnTo>
                <a:lnTo>
                  <a:pt x="929529" y="1147513"/>
                </a:lnTo>
                <a:lnTo>
                  <a:pt x="931432" y="1144012"/>
                </a:lnTo>
                <a:lnTo>
                  <a:pt x="933969" y="1140830"/>
                </a:lnTo>
                <a:lnTo>
                  <a:pt x="936823" y="1137011"/>
                </a:lnTo>
                <a:lnTo>
                  <a:pt x="939677" y="1134147"/>
                </a:lnTo>
                <a:lnTo>
                  <a:pt x="943165" y="1131283"/>
                </a:lnTo>
                <a:lnTo>
                  <a:pt x="946971" y="1128738"/>
                </a:lnTo>
                <a:lnTo>
                  <a:pt x="950776" y="1126192"/>
                </a:lnTo>
                <a:lnTo>
                  <a:pt x="954582" y="1124283"/>
                </a:lnTo>
                <a:lnTo>
                  <a:pt x="959021" y="1122373"/>
                </a:lnTo>
                <a:lnTo>
                  <a:pt x="963461" y="1120464"/>
                </a:lnTo>
                <a:lnTo>
                  <a:pt x="967901" y="1119191"/>
                </a:lnTo>
                <a:lnTo>
                  <a:pt x="972341" y="1118236"/>
                </a:lnTo>
                <a:lnTo>
                  <a:pt x="977097" y="1117918"/>
                </a:lnTo>
                <a:lnTo>
                  <a:pt x="981854" y="1117600"/>
                </a:lnTo>
                <a:close/>
                <a:moveTo>
                  <a:pt x="268430" y="1104583"/>
                </a:moveTo>
                <a:lnTo>
                  <a:pt x="254469" y="1109980"/>
                </a:lnTo>
                <a:lnTo>
                  <a:pt x="240826" y="1115695"/>
                </a:lnTo>
                <a:lnTo>
                  <a:pt x="227500" y="1121410"/>
                </a:lnTo>
                <a:lnTo>
                  <a:pt x="214808" y="1127443"/>
                </a:lnTo>
                <a:lnTo>
                  <a:pt x="202433" y="1133158"/>
                </a:lnTo>
                <a:lnTo>
                  <a:pt x="190693" y="1139190"/>
                </a:lnTo>
                <a:lnTo>
                  <a:pt x="178954" y="1145858"/>
                </a:lnTo>
                <a:lnTo>
                  <a:pt x="168483" y="1151890"/>
                </a:lnTo>
                <a:lnTo>
                  <a:pt x="178954" y="1168718"/>
                </a:lnTo>
                <a:lnTo>
                  <a:pt x="190376" y="1185228"/>
                </a:lnTo>
                <a:lnTo>
                  <a:pt x="202433" y="1201420"/>
                </a:lnTo>
                <a:lnTo>
                  <a:pt x="214490" y="1217295"/>
                </a:lnTo>
                <a:lnTo>
                  <a:pt x="227182" y="1232535"/>
                </a:lnTo>
                <a:lnTo>
                  <a:pt x="240191" y="1247775"/>
                </a:lnTo>
                <a:lnTo>
                  <a:pt x="253835" y="1262380"/>
                </a:lnTo>
                <a:lnTo>
                  <a:pt x="267479" y="1276668"/>
                </a:lnTo>
                <a:lnTo>
                  <a:pt x="283026" y="1291590"/>
                </a:lnTo>
                <a:lnTo>
                  <a:pt x="299208" y="1306195"/>
                </a:lnTo>
                <a:lnTo>
                  <a:pt x="313486" y="1301750"/>
                </a:lnTo>
                <a:lnTo>
                  <a:pt x="327764" y="1297623"/>
                </a:lnTo>
                <a:lnTo>
                  <a:pt x="357590" y="1289368"/>
                </a:lnTo>
                <a:lnTo>
                  <a:pt x="350609" y="1278890"/>
                </a:lnTo>
                <a:lnTo>
                  <a:pt x="344264" y="1268413"/>
                </a:lnTo>
                <a:lnTo>
                  <a:pt x="337600" y="1257618"/>
                </a:lnTo>
                <a:lnTo>
                  <a:pt x="331572" y="1246823"/>
                </a:lnTo>
                <a:lnTo>
                  <a:pt x="325543" y="1235710"/>
                </a:lnTo>
                <a:lnTo>
                  <a:pt x="319515" y="1224280"/>
                </a:lnTo>
                <a:lnTo>
                  <a:pt x="313803" y="1213168"/>
                </a:lnTo>
                <a:lnTo>
                  <a:pt x="308409" y="1201738"/>
                </a:lnTo>
                <a:lnTo>
                  <a:pt x="302381" y="1189990"/>
                </a:lnTo>
                <a:lnTo>
                  <a:pt x="297304" y="1178243"/>
                </a:lnTo>
                <a:lnTo>
                  <a:pt x="287151" y="1154113"/>
                </a:lnTo>
                <a:lnTo>
                  <a:pt x="277315" y="1129665"/>
                </a:lnTo>
                <a:lnTo>
                  <a:pt x="268430" y="1104583"/>
                </a:lnTo>
                <a:close/>
                <a:moveTo>
                  <a:pt x="469277" y="1050290"/>
                </a:moveTo>
                <a:lnTo>
                  <a:pt x="441990" y="1055688"/>
                </a:lnTo>
                <a:lnTo>
                  <a:pt x="415337" y="1061403"/>
                </a:lnTo>
                <a:lnTo>
                  <a:pt x="389319" y="1067118"/>
                </a:lnTo>
                <a:lnTo>
                  <a:pt x="364253" y="1073785"/>
                </a:lnTo>
                <a:lnTo>
                  <a:pt x="343946" y="1079500"/>
                </a:lnTo>
                <a:lnTo>
                  <a:pt x="324274" y="1085215"/>
                </a:lnTo>
                <a:lnTo>
                  <a:pt x="328716" y="1098550"/>
                </a:lnTo>
                <a:lnTo>
                  <a:pt x="333476" y="1111568"/>
                </a:lnTo>
                <a:lnTo>
                  <a:pt x="338235" y="1124585"/>
                </a:lnTo>
                <a:lnTo>
                  <a:pt x="343629" y="1136968"/>
                </a:lnTo>
                <a:lnTo>
                  <a:pt x="349023" y="1149668"/>
                </a:lnTo>
                <a:lnTo>
                  <a:pt x="354417" y="1162050"/>
                </a:lnTo>
                <a:lnTo>
                  <a:pt x="360446" y="1174115"/>
                </a:lnTo>
                <a:lnTo>
                  <a:pt x="366157" y="1186180"/>
                </a:lnTo>
                <a:lnTo>
                  <a:pt x="371868" y="1197928"/>
                </a:lnTo>
                <a:lnTo>
                  <a:pt x="378531" y="1209358"/>
                </a:lnTo>
                <a:lnTo>
                  <a:pt x="384560" y="1220788"/>
                </a:lnTo>
                <a:lnTo>
                  <a:pt x="391223" y="1232218"/>
                </a:lnTo>
                <a:lnTo>
                  <a:pt x="397886" y="1243013"/>
                </a:lnTo>
                <a:lnTo>
                  <a:pt x="404549" y="1254125"/>
                </a:lnTo>
                <a:lnTo>
                  <a:pt x="411530" y="1264603"/>
                </a:lnTo>
                <a:lnTo>
                  <a:pt x="418510" y="1275080"/>
                </a:lnTo>
                <a:lnTo>
                  <a:pt x="442942" y="1270318"/>
                </a:lnTo>
                <a:lnTo>
                  <a:pt x="467373" y="1265873"/>
                </a:lnTo>
                <a:lnTo>
                  <a:pt x="492440" y="1261428"/>
                </a:lnTo>
                <a:lnTo>
                  <a:pt x="518140" y="1257618"/>
                </a:lnTo>
                <a:lnTo>
                  <a:pt x="510525" y="1234123"/>
                </a:lnTo>
                <a:lnTo>
                  <a:pt x="503545" y="1209993"/>
                </a:lnTo>
                <a:lnTo>
                  <a:pt x="496882" y="1184910"/>
                </a:lnTo>
                <a:lnTo>
                  <a:pt x="490219" y="1159193"/>
                </a:lnTo>
                <a:lnTo>
                  <a:pt x="484507" y="1132840"/>
                </a:lnTo>
                <a:lnTo>
                  <a:pt x="479113" y="1106170"/>
                </a:lnTo>
                <a:lnTo>
                  <a:pt x="473719" y="1078548"/>
                </a:lnTo>
                <a:lnTo>
                  <a:pt x="469277" y="1050290"/>
                </a:lnTo>
                <a:close/>
                <a:moveTo>
                  <a:pt x="742467" y="1024890"/>
                </a:moveTo>
                <a:lnTo>
                  <a:pt x="714228" y="1025525"/>
                </a:lnTo>
                <a:lnTo>
                  <a:pt x="686623" y="1026478"/>
                </a:lnTo>
                <a:lnTo>
                  <a:pt x="659019" y="1028065"/>
                </a:lnTo>
                <a:lnTo>
                  <a:pt x="631731" y="1029653"/>
                </a:lnTo>
                <a:lnTo>
                  <a:pt x="605396" y="1031875"/>
                </a:lnTo>
                <a:lnTo>
                  <a:pt x="578743" y="1034733"/>
                </a:lnTo>
                <a:lnTo>
                  <a:pt x="553043" y="1037908"/>
                </a:lnTo>
                <a:lnTo>
                  <a:pt x="527025" y="1041083"/>
                </a:lnTo>
                <a:lnTo>
                  <a:pt x="530515" y="1059498"/>
                </a:lnTo>
                <a:lnTo>
                  <a:pt x="533688" y="1077595"/>
                </a:lnTo>
                <a:lnTo>
                  <a:pt x="536861" y="1095375"/>
                </a:lnTo>
                <a:lnTo>
                  <a:pt x="540351" y="1112838"/>
                </a:lnTo>
                <a:lnTo>
                  <a:pt x="543841" y="1130300"/>
                </a:lnTo>
                <a:lnTo>
                  <a:pt x="547966" y="1147128"/>
                </a:lnTo>
                <a:lnTo>
                  <a:pt x="552091" y="1163638"/>
                </a:lnTo>
                <a:lnTo>
                  <a:pt x="556216" y="1180148"/>
                </a:lnTo>
                <a:lnTo>
                  <a:pt x="561292" y="1198245"/>
                </a:lnTo>
                <a:lnTo>
                  <a:pt x="566686" y="1216025"/>
                </a:lnTo>
                <a:lnTo>
                  <a:pt x="572080" y="1233488"/>
                </a:lnTo>
                <a:lnTo>
                  <a:pt x="577792" y="1250315"/>
                </a:lnTo>
                <a:lnTo>
                  <a:pt x="597464" y="1248410"/>
                </a:lnTo>
                <a:lnTo>
                  <a:pt x="617771" y="1246823"/>
                </a:lnTo>
                <a:lnTo>
                  <a:pt x="638077" y="1245235"/>
                </a:lnTo>
                <a:lnTo>
                  <a:pt x="658701" y="1243648"/>
                </a:lnTo>
                <a:lnTo>
                  <a:pt x="679326" y="1242378"/>
                </a:lnTo>
                <a:lnTo>
                  <a:pt x="699950" y="1241425"/>
                </a:lnTo>
                <a:lnTo>
                  <a:pt x="721208" y="1240790"/>
                </a:lnTo>
                <a:lnTo>
                  <a:pt x="742467" y="1240473"/>
                </a:lnTo>
                <a:lnTo>
                  <a:pt x="742467" y="1024890"/>
                </a:lnTo>
                <a:close/>
                <a:moveTo>
                  <a:pt x="507035" y="801688"/>
                </a:moveTo>
                <a:lnTo>
                  <a:pt x="507670" y="824865"/>
                </a:lnTo>
                <a:lnTo>
                  <a:pt x="508622" y="848360"/>
                </a:lnTo>
                <a:lnTo>
                  <a:pt x="509573" y="871538"/>
                </a:lnTo>
                <a:lnTo>
                  <a:pt x="510843" y="894080"/>
                </a:lnTo>
                <a:lnTo>
                  <a:pt x="512746" y="916940"/>
                </a:lnTo>
                <a:lnTo>
                  <a:pt x="514650" y="939165"/>
                </a:lnTo>
                <a:lnTo>
                  <a:pt x="516871" y="961073"/>
                </a:lnTo>
                <a:lnTo>
                  <a:pt x="519410" y="982663"/>
                </a:lnTo>
                <a:lnTo>
                  <a:pt x="546062" y="979170"/>
                </a:lnTo>
                <a:lnTo>
                  <a:pt x="572715" y="976313"/>
                </a:lnTo>
                <a:lnTo>
                  <a:pt x="600319" y="973455"/>
                </a:lnTo>
                <a:lnTo>
                  <a:pt x="627924" y="971233"/>
                </a:lnTo>
                <a:lnTo>
                  <a:pt x="656163" y="969328"/>
                </a:lnTo>
                <a:lnTo>
                  <a:pt x="684720" y="967740"/>
                </a:lnTo>
                <a:lnTo>
                  <a:pt x="713276" y="966788"/>
                </a:lnTo>
                <a:lnTo>
                  <a:pt x="742467" y="965835"/>
                </a:lnTo>
                <a:lnTo>
                  <a:pt x="742467" y="801688"/>
                </a:lnTo>
                <a:lnTo>
                  <a:pt x="507035" y="801688"/>
                </a:lnTo>
                <a:close/>
                <a:moveTo>
                  <a:pt x="273824" y="801688"/>
                </a:moveTo>
                <a:lnTo>
                  <a:pt x="274142" y="816610"/>
                </a:lnTo>
                <a:lnTo>
                  <a:pt x="275094" y="831533"/>
                </a:lnTo>
                <a:lnTo>
                  <a:pt x="276045" y="846455"/>
                </a:lnTo>
                <a:lnTo>
                  <a:pt x="276997" y="860743"/>
                </a:lnTo>
                <a:lnTo>
                  <a:pt x="278584" y="875665"/>
                </a:lnTo>
                <a:lnTo>
                  <a:pt x="280170" y="889953"/>
                </a:lnTo>
                <a:lnTo>
                  <a:pt x="281757" y="904558"/>
                </a:lnTo>
                <a:lnTo>
                  <a:pt x="283660" y="918845"/>
                </a:lnTo>
                <a:lnTo>
                  <a:pt x="285882" y="933133"/>
                </a:lnTo>
                <a:lnTo>
                  <a:pt x="288737" y="947103"/>
                </a:lnTo>
                <a:lnTo>
                  <a:pt x="291276" y="961073"/>
                </a:lnTo>
                <a:lnTo>
                  <a:pt x="293814" y="975043"/>
                </a:lnTo>
                <a:lnTo>
                  <a:pt x="296670" y="988695"/>
                </a:lnTo>
                <a:lnTo>
                  <a:pt x="299842" y="1002665"/>
                </a:lnTo>
                <a:lnTo>
                  <a:pt x="303015" y="1015683"/>
                </a:lnTo>
                <a:lnTo>
                  <a:pt x="306823" y="1029335"/>
                </a:lnTo>
                <a:lnTo>
                  <a:pt x="324909" y="1023938"/>
                </a:lnTo>
                <a:lnTo>
                  <a:pt x="343312" y="1018858"/>
                </a:lnTo>
                <a:lnTo>
                  <a:pt x="362032" y="1013778"/>
                </a:lnTo>
                <a:lnTo>
                  <a:pt x="381070" y="1009015"/>
                </a:lnTo>
                <a:lnTo>
                  <a:pt x="400742" y="1004570"/>
                </a:lnTo>
                <a:lnTo>
                  <a:pt x="420414" y="1000125"/>
                </a:lnTo>
                <a:lnTo>
                  <a:pt x="440721" y="995998"/>
                </a:lnTo>
                <a:lnTo>
                  <a:pt x="461345" y="992188"/>
                </a:lnTo>
                <a:lnTo>
                  <a:pt x="458489" y="969328"/>
                </a:lnTo>
                <a:lnTo>
                  <a:pt x="456268" y="945833"/>
                </a:lnTo>
                <a:lnTo>
                  <a:pt x="454047" y="922655"/>
                </a:lnTo>
                <a:lnTo>
                  <a:pt x="452461" y="899160"/>
                </a:lnTo>
                <a:lnTo>
                  <a:pt x="451191" y="874713"/>
                </a:lnTo>
                <a:lnTo>
                  <a:pt x="449922" y="850900"/>
                </a:lnTo>
                <a:lnTo>
                  <a:pt x="448970" y="826135"/>
                </a:lnTo>
                <a:lnTo>
                  <a:pt x="448653" y="801688"/>
                </a:lnTo>
                <a:lnTo>
                  <a:pt x="273824" y="801688"/>
                </a:lnTo>
                <a:close/>
                <a:moveTo>
                  <a:pt x="59334" y="801688"/>
                </a:moveTo>
                <a:lnTo>
                  <a:pt x="60286" y="821690"/>
                </a:lnTo>
                <a:lnTo>
                  <a:pt x="62507" y="841693"/>
                </a:lnTo>
                <a:lnTo>
                  <a:pt x="64411" y="861378"/>
                </a:lnTo>
                <a:lnTo>
                  <a:pt x="67266" y="881380"/>
                </a:lnTo>
                <a:lnTo>
                  <a:pt x="70439" y="900748"/>
                </a:lnTo>
                <a:lnTo>
                  <a:pt x="74247" y="919798"/>
                </a:lnTo>
                <a:lnTo>
                  <a:pt x="78372" y="938848"/>
                </a:lnTo>
                <a:lnTo>
                  <a:pt x="83448" y="957898"/>
                </a:lnTo>
                <a:lnTo>
                  <a:pt x="88525" y="976630"/>
                </a:lnTo>
                <a:lnTo>
                  <a:pt x="94236" y="995045"/>
                </a:lnTo>
                <a:lnTo>
                  <a:pt x="100899" y="1013143"/>
                </a:lnTo>
                <a:lnTo>
                  <a:pt x="107245" y="1031240"/>
                </a:lnTo>
                <a:lnTo>
                  <a:pt x="114860" y="1049020"/>
                </a:lnTo>
                <a:lnTo>
                  <a:pt x="122475" y="1066483"/>
                </a:lnTo>
                <a:lnTo>
                  <a:pt x="130408" y="1083628"/>
                </a:lnTo>
                <a:lnTo>
                  <a:pt x="138975" y="1100773"/>
                </a:lnTo>
                <a:lnTo>
                  <a:pt x="150080" y="1094740"/>
                </a:lnTo>
                <a:lnTo>
                  <a:pt x="161185" y="1088390"/>
                </a:lnTo>
                <a:lnTo>
                  <a:pt x="172925" y="1082358"/>
                </a:lnTo>
                <a:lnTo>
                  <a:pt x="184982" y="1076325"/>
                </a:lnTo>
                <a:lnTo>
                  <a:pt x="197039" y="1070293"/>
                </a:lnTo>
                <a:lnTo>
                  <a:pt x="209731" y="1064895"/>
                </a:lnTo>
                <a:lnTo>
                  <a:pt x="222740" y="1059498"/>
                </a:lnTo>
                <a:lnTo>
                  <a:pt x="236066" y="1054100"/>
                </a:lnTo>
                <a:lnTo>
                  <a:pt x="250979" y="1048385"/>
                </a:lnTo>
                <a:lnTo>
                  <a:pt x="247172" y="1033780"/>
                </a:lnTo>
                <a:lnTo>
                  <a:pt x="243364" y="1019175"/>
                </a:lnTo>
                <a:lnTo>
                  <a:pt x="240191" y="1004570"/>
                </a:lnTo>
                <a:lnTo>
                  <a:pt x="236701" y="989330"/>
                </a:lnTo>
                <a:lnTo>
                  <a:pt x="233528" y="974408"/>
                </a:lnTo>
                <a:lnTo>
                  <a:pt x="230672" y="959168"/>
                </a:lnTo>
                <a:lnTo>
                  <a:pt x="228134" y="943928"/>
                </a:lnTo>
                <a:lnTo>
                  <a:pt x="225913" y="928370"/>
                </a:lnTo>
                <a:lnTo>
                  <a:pt x="223692" y="912813"/>
                </a:lnTo>
                <a:lnTo>
                  <a:pt x="221788" y="897573"/>
                </a:lnTo>
                <a:lnTo>
                  <a:pt x="220202" y="881698"/>
                </a:lnTo>
                <a:lnTo>
                  <a:pt x="218615" y="865823"/>
                </a:lnTo>
                <a:lnTo>
                  <a:pt x="217029" y="849948"/>
                </a:lnTo>
                <a:lnTo>
                  <a:pt x="216077" y="834073"/>
                </a:lnTo>
                <a:lnTo>
                  <a:pt x="215125" y="817880"/>
                </a:lnTo>
                <a:lnTo>
                  <a:pt x="214808" y="801688"/>
                </a:lnTo>
                <a:lnTo>
                  <a:pt x="59334" y="801688"/>
                </a:lnTo>
                <a:close/>
                <a:moveTo>
                  <a:pt x="1734820" y="720725"/>
                </a:moveTo>
                <a:lnTo>
                  <a:pt x="1735138" y="764540"/>
                </a:lnTo>
                <a:lnTo>
                  <a:pt x="1735138" y="861378"/>
                </a:lnTo>
                <a:lnTo>
                  <a:pt x="1735138" y="913765"/>
                </a:lnTo>
                <a:lnTo>
                  <a:pt x="1734503" y="960120"/>
                </a:lnTo>
                <a:lnTo>
                  <a:pt x="1734185" y="979488"/>
                </a:lnTo>
                <a:lnTo>
                  <a:pt x="1733549" y="994728"/>
                </a:lnTo>
                <a:lnTo>
                  <a:pt x="1732914" y="1005840"/>
                </a:lnTo>
                <a:lnTo>
                  <a:pt x="1732596" y="1009333"/>
                </a:lnTo>
                <a:lnTo>
                  <a:pt x="1732278" y="1011238"/>
                </a:lnTo>
                <a:lnTo>
                  <a:pt x="1731642" y="1011873"/>
                </a:lnTo>
                <a:lnTo>
                  <a:pt x="1730689" y="1012190"/>
                </a:lnTo>
                <a:lnTo>
                  <a:pt x="1727511" y="1013143"/>
                </a:lnTo>
                <a:lnTo>
                  <a:pt x="1722744" y="1014095"/>
                </a:lnTo>
                <a:lnTo>
                  <a:pt x="1716071" y="1014730"/>
                </a:lnTo>
                <a:lnTo>
                  <a:pt x="1708443" y="1015365"/>
                </a:lnTo>
                <a:lnTo>
                  <a:pt x="1698910" y="1015683"/>
                </a:lnTo>
                <a:lnTo>
                  <a:pt x="1676982" y="1016000"/>
                </a:lnTo>
                <a:lnTo>
                  <a:pt x="1650923" y="1016000"/>
                </a:lnTo>
                <a:lnTo>
                  <a:pt x="1622321" y="1015683"/>
                </a:lnTo>
                <a:lnTo>
                  <a:pt x="1591496" y="1014730"/>
                </a:lnTo>
                <a:lnTo>
                  <a:pt x="1559716" y="1013778"/>
                </a:lnTo>
                <a:lnTo>
                  <a:pt x="1497746" y="1011555"/>
                </a:lnTo>
                <a:lnTo>
                  <a:pt x="1443404" y="1009333"/>
                </a:lnTo>
                <a:lnTo>
                  <a:pt x="1390650" y="1006793"/>
                </a:lnTo>
                <a:lnTo>
                  <a:pt x="1438319" y="1005205"/>
                </a:lnTo>
                <a:lnTo>
                  <a:pt x="1487259" y="1003300"/>
                </a:lnTo>
                <a:lnTo>
                  <a:pt x="1543509" y="1000443"/>
                </a:lnTo>
                <a:lnTo>
                  <a:pt x="1572428" y="998538"/>
                </a:lnTo>
                <a:lnTo>
                  <a:pt x="1600394" y="996633"/>
                </a:lnTo>
                <a:lnTo>
                  <a:pt x="1626771" y="994410"/>
                </a:lnTo>
                <a:lnTo>
                  <a:pt x="1650605" y="992188"/>
                </a:lnTo>
                <a:lnTo>
                  <a:pt x="1671262" y="989648"/>
                </a:lnTo>
                <a:lnTo>
                  <a:pt x="1679842" y="988378"/>
                </a:lnTo>
                <a:lnTo>
                  <a:pt x="1687787" y="986790"/>
                </a:lnTo>
                <a:lnTo>
                  <a:pt x="1693825" y="985520"/>
                </a:lnTo>
                <a:lnTo>
                  <a:pt x="1698592" y="983933"/>
                </a:lnTo>
                <a:lnTo>
                  <a:pt x="1702088" y="982028"/>
                </a:lnTo>
                <a:lnTo>
                  <a:pt x="1703359" y="981075"/>
                </a:lnTo>
                <a:lnTo>
                  <a:pt x="1704312" y="980440"/>
                </a:lnTo>
                <a:lnTo>
                  <a:pt x="1705266" y="978218"/>
                </a:lnTo>
                <a:lnTo>
                  <a:pt x="1706219" y="974725"/>
                </a:lnTo>
                <a:lnTo>
                  <a:pt x="1707490" y="969963"/>
                </a:lnTo>
                <a:lnTo>
                  <a:pt x="1708443" y="963930"/>
                </a:lnTo>
                <a:lnTo>
                  <a:pt x="1710986" y="949960"/>
                </a:lnTo>
                <a:lnTo>
                  <a:pt x="1713528" y="932498"/>
                </a:lnTo>
                <a:lnTo>
                  <a:pt x="1716071" y="912178"/>
                </a:lnTo>
                <a:lnTo>
                  <a:pt x="1718613" y="890270"/>
                </a:lnTo>
                <a:lnTo>
                  <a:pt x="1723698" y="844233"/>
                </a:lnTo>
                <a:lnTo>
                  <a:pt x="1728147" y="798513"/>
                </a:lnTo>
                <a:lnTo>
                  <a:pt x="1731642" y="759143"/>
                </a:lnTo>
                <a:lnTo>
                  <a:pt x="1734820" y="720725"/>
                </a:lnTo>
                <a:close/>
                <a:moveTo>
                  <a:pt x="519410" y="561340"/>
                </a:moveTo>
                <a:lnTo>
                  <a:pt x="516871" y="583565"/>
                </a:lnTo>
                <a:lnTo>
                  <a:pt x="514650" y="605473"/>
                </a:lnTo>
                <a:lnTo>
                  <a:pt x="512746" y="627698"/>
                </a:lnTo>
                <a:lnTo>
                  <a:pt x="510843" y="650240"/>
                </a:lnTo>
                <a:lnTo>
                  <a:pt x="509573" y="673100"/>
                </a:lnTo>
                <a:lnTo>
                  <a:pt x="508622" y="695960"/>
                </a:lnTo>
                <a:lnTo>
                  <a:pt x="507670" y="719138"/>
                </a:lnTo>
                <a:lnTo>
                  <a:pt x="507352" y="742950"/>
                </a:lnTo>
                <a:lnTo>
                  <a:pt x="742467" y="742950"/>
                </a:lnTo>
                <a:lnTo>
                  <a:pt x="742467" y="578485"/>
                </a:lnTo>
                <a:lnTo>
                  <a:pt x="713276" y="577850"/>
                </a:lnTo>
                <a:lnTo>
                  <a:pt x="684720" y="576580"/>
                </a:lnTo>
                <a:lnTo>
                  <a:pt x="656163" y="575310"/>
                </a:lnTo>
                <a:lnTo>
                  <a:pt x="627924" y="573405"/>
                </a:lnTo>
                <a:lnTo>
                  <a:pt x="600319" y="570865"/>
                </a:lnTo>
                <a:lnTo>
                  <a:pt x="573032" y="568325"/>
                </a:lnTo>
                <a:lnTo>
                  <a:pt x="546062" y="564833"/>
                </a:lnTo>
                <a:lnTo>
                  <a:pt x="519410" y="561340"/>
                </a:lnTo>
                <a:close/>
                <a:moveTo>
                  <a:pt x="1074474" y="554038"/>
                </a:moveTo>
                <a:lnTo>
                  <a:pt x="1100533" y="554038"/>
                </a:lnTo>
                <a:lnTo>
                  <a:pt x="1129135" y="554356"/>
                </a:lnTo>
                <a:lnTo>
                  <a:pt x="1159961" y="555308"/>
                </a:lnTo>
                <a:lnTo>
                  <a:pt x="1191422" y="556261"/>
                </a:lnTo>
                <a:lnTo>
                  <a:pt x="1253392" y="558483"/>
                </a:lnTo>
                <a:lnTo>
                  <a:pt x="1307734" y="560706"/>
                </a:lnTo>
                <a:lnTo>
                  <a:pt x="1360488" y="563246"/>
                </a:lnTo>
                <a:lnTo>
                  <a:pt x="1313137" y="564833"/>
                </a:lnTo>
                <a:lnTo>
                  <a:pt x="1264197" y="567056"/>
                </a:lnTo>
                <a:lnTo>
                  <a:pt x="1207947" y="569913"/>
                </a:lnTo>
                <a:lnTo>
                  <a:pt x="1179028" y="571501"/>
                </a:lnTo>
                <a:lnTo>
                  <a:pt x="1150745" y="573406"/>
                </a:lnTo>
                <a:lnTo>
                  <a:pt x="1124685" y="575628"/>
                </a:lnTo>
                <a:lnTo>
                  <a:pt x="1100851" y="577851"/>
                </a:lnTo>
                <a:lnTo>
                  <a:pt x="1079877" y="580391"/>
                </a:lnTo>
                <a:lnTo>
                  <a:pt x="1071296" y="581661"/>
                </a:lnTo>
                <a:lnTo>
                  <a:pt x="1063669" y="583248"/>
                </a:lnTo>
                <a:lnTo>
                  <a:pt x="1057313" y="584836"/>
                </a:lnTo>
                <a:lnTo>
                  <a:pt x="1052546" y="586423"/>
                </a:lnTo>
                <a:lnTo>
                  <a:pt x="1049051" y="588011"/>
                </a:lnTo>
                <a:lnTo>
                  <a:pt x="1048097" y="588963"/>
                </a:lnTo>
                <a:lnTo>
                  <a:pt x="1046826" y="589598"/>
                </a:lnTo>
                <a:lnTo>
                  <a:pt x="1045873" y="591821"/>
                </a:lnTo>
                <a:lnTo>
                  <a:pt x="1044919" y="595313"/>
                </a:lnTo>
                <a:lnTo>
                  <a:pt x="1042695" y="606108"/>
                </a:lnTo>
                <a:lnTo>
                  <a:pt x="1040152" y="620396"/>
                </a:lnTo>
                <a:lnTo>
                  <a:pt x="1037610" y="637858"/>
                </a:lnTo>
                <a:lnTo>
                  <a:pt x="1035386" y="657861"/>
                </a:lnTo>
                <a:lnTo>
                  <a:pt x="1032843" y="679768"/>
                </a:lnTo>
                <a:lnTo>
                  <a:pt x="1027441" y="726123"/>
                </a:lnTo>
                <a:lnTo>
                  <a:pt x="1022992" y="771526"/>
                </a:lnTo>
                <a:lnTo>
                  <a:pt x="1019496" y="811213"/>
                </a:lnTo>
                <a:lnTo>
                  <a:pt x="1016318" y="849313"/>
                </a:lnTo>
                <a:lnTo>
                  <a:pt x="1016000" y="805498"/>
                </a:lnTo>
                <a:lnTo>
                  <a:pt x="1016000" y="708978"/>
                </a:lnTo>
                <a:lnTo>
                  <a:pt x="1016318" y="656591"/>
                </a:lnTo>
                <a:lnTo>
                  <a:pt x="1016636" y="609918"/>
                </a:lnTo>
                <a:lnTo>
                  <a:pt x="1017271" y="590551"/>
                </a:lnTo>
                <a:lnTo>
                  <a:pt x="1017589" y="575311"/>
                </a:lnTo>
                <a:lnTo>
                  <a:pt x="1018225" y="564198"/>
                </a:lnTo>
                <a:lnTo>
                  <a:pt x="1018860" y="560706"/>
                </a:lnTo>
                <a:lnTo>
                  <a:pt x="1019178" y="558801"/>
                </a:lnTo>
                <a:lnTo>
                  <a:pt x="1019496" y="558166"/>
                </a:lnTo>
                <a:lnTo>
                  <a:pt x="1020449" y="557848"/>
                </a:lnTo>
                <a:lnTo>
                  <a:pt x="1023627" y="556896"/>
                </a:lnTo>
                <a:lnTo>
                  <a:pt x="1028394" y="555943"/>
                </a:lnTo>
                <a:lnTo>
                  <a:pt x="1035068" y="555308"/>
                </a:lnTo>
                <a:lnTo>
                  <a:pt x="1043013" y="554673"/>
                </a:lnTo>
                <a:lnTo>
                  <a:pt x="1052546" y="554356"/>
                </a:lnTo>
                <a:lnTo>
                  <a:pt x="1074474" y="554038"/>
                </a:lnTo>
                <a:close/>
                <a:moveTo>
                  <a:pt x="995680" y="516891"/>
                </a:moveTo>
                <a:lnTo>
                  <a:pt x="992187" y="517208"/>
                </a:lnTo>
                <a:lnTo>
                  <a:pt x="989330" y="518161"/>
                </a:lnTo>
                <a:lnTo>
                  <a:pt x="986790" y="519748"/>
                </a:lnTo>
                <a:lnTo>
                  <a:pt x="984567" y="521971"/>
                </a:lnTo>
                <a:lnTo>
                  <a:pt x="982662" y="524511"/>
                </a:lnTo>
                <a:lnTo>
                  <a:pt x="981075" y="527368"/>
                </a:lnTo>
                <a:lnTo>
                  <a:pt x="980440" y="530543"/>
                </a:lnTo>
                <a:lnTo>
                  <a:pt x="980122" y="534353"/>
                </a:lnTo>
                <a:lnTo>
                  <a:pt x="980122" y="1036638"/>
                </a:lnTo>
                <a:lnTo>
                  <a:pt x="980440" y="1040131"/>
                </a:lnTo>
                <a:lnTo>
                  <a:pt x="981075" y="1043306"/>
                </a:lnTo>
                <a:lnTo>
                  <a:pt x="982662" y="1046163"/>
                </a:lnTo>
                <a:lnTo>
                  <a:pt x="984567" y="1048703"/>
                </a:lnTo>
                <a:lnTo>
                  <a:pt x="986790" y="1050926"/>
                </a:lnTo>
                <a:lnTo>
                  <a:pt x="989330" y="1052196"/>
                </a:lnTo>
                <a:lnTo>
                  <a:pt x="992187" y="1053783"/>
                </a:lnTo>
                <a:lnTo>
                  <a:pt x="995680" y="1054101"/>
                </a:lnTo>
                <a:lnTo>
                  <a:pt x="1752918" y="1054101"/>
                </a:lnTo>
                <a:lnTo>
                  <a:pt x="1756093" y="1053783"/>
                </a:lnTo>
                <a:lnTo>
                  <a:pt x="1759268" y="1052196"/>
                </a:lnTo>
                <a:lnTo>
                  <a:pt x="1761808" y="1050926"/>
                </a:lnTo>
                <a:lnTo>
                  <a:pt x="1764030" y="1048703"/>
                </a:lnTo>
                <a:lnTo>
                  <a:pt x="1765935" y="1046163"/>
                </a:lnTo>
                <a:lnTo>
                  <a:pt x="1767205" y="1043306"/>
                </a:lnTo>
                <a:lnTo>
                  <a:pt x="1768158" y="1040131"/>
                </a:lnTo>
                <a:lnTo>
                  <a:pt x="1768475" y="1036638"/>
                </a:lnTo>
                <a:lnTo>
                  <a:pt x="1768475" y="534353"/>
                </a:lnTo>
                <a:lnTo>
                  <a:pt x="1768158" y="530543"/>
                </a:lnTo>
                <a:lnTo>
                  <a:pt x="1767205" y="527368"/>
                </a:lnTo>
                <a:lnTo>
                  <a:pt x="1765935" y="524511"/>
                </a:lnTo>
                <a:lnTo>
                  <a:pt x="1764030" y="521971"/>
                </a:lnTo>
                <a:lnTo>
                  <a:pt x="1761808" y="519748"/>
                </a:lnTo>
                <a:lnTo>
                  <a:pt x="1759268" y="518161"/>
                </a:lnTo>
                <a:lnTo>
                  <a:pt x="1756093" y="517208"/>
                </a:lnTo>
                <a:lnTo>
                  <a:pt x="1752918" y="516891"/>
                </a:lnTo>
                <a:lnTo>
                  <a:pt x="995680" y="516891"/>
                </a:lnTo>
                <a:close/>
                <a:moveTo>
                  <a:pt x="306823" y="515303"/>
                </a:moveTo>
                <a:lnTo>
                  <a:pt x="303015" y="528320"/>
                </a:lnTo>
                <a:lnTo>
                  <a:pt x="299842" y="541973"/>
                </a:lnTo>
                <a:lnTo>
                  <a:pt x="296670" y="555625"/>
                </a:lnTo>
                <a:lnTo>
                  <a:pt x="293814" y="569595"/>
                </a:lnTo>
                <a:lnTo>
                  <a:pt x="290958" y="583565"/>
                </a:lnTo>
                <a:lnTo>
                  <a:pt x="288420" y="597218"/>
                </a:lnTo>
                <a:lnTo>
                  <a:pt x="285882" y="611505"/>
                </a:lnTo>
                <a:lnTo>
                  <a:pt x="283660" y="625793"/>
                </a:lnTo>
                <a:lnTo>
                  <a:pt x="281757" y="640080"/>
                </a:lnTo>
                <a:lnTo>
                  <a:pt x="280170" y="654368"/>
                </a:lnTo>
                <a:lnTo>
                  <a:pt x="278584" y="668655"/>
                </a:lnTo>
                <a:lnTo>
                  <a:pt x="276997" y="683260"/>
                </a:lnTo>
                <a:lnTo>
                  <a:pt x="276045" y="698183"/>
                </a:lnTo>
                <a:lnTo>
                  <a:pt x="275094" y="713105"/>
                </a:lnTo>
                <a:lnTo>
                  <a:pt x="274142" y="728028"/>
                </a:lnTo>
                <a:lnTo>
                  <a:pt x="273824" y="742950"/>
                </a:lnTo>
                <a:lnTo>
                  <a:pt x="448336" y="742950"/>
                </a:lnTo>
                <a:lnTo>
                  <a:pt x="448970" y="718185"/>
                </a:lnTo>
                <a:lnTo>
                  <a:pt x="449922" y="693738"/>
                </a:lnTo>
                <a:lnTo>
                  <a:pt x="450874" y="669290"/>
                </a:lnTo>
                <a:lnTo>
                  <a:pt x="452461" y="645478"/>
                </a:lnTo>
                <a:lnTo>
                  <a:pt x="454047" y="621983"/>
                </a:lnTo>
                <a:lnTo>
                  <a:pt x="456268" y="598170"/>
                </a:lnTo>
                <a:lnTo>
                  <a:pt x="458489" y="574993"/>
                </a:lnTo>
                <a:lnTo>
                  <a:pt x="461345" y="552450"/>
                </a:lnTo>
                <a:lnTo>
                  <a:pt x="432154" y="546418"/>
                </a:lnTo>
                <a:lnTo>
                  <a:pt x="403597" y="540703"/>
                </a:lnTo>
                <a:lnTo>
                  <a:pt x="376310" y="534353"/>
                </a:lnTo>
                <a:lnTo>
                  <a:pt x="349023" y="527368"/>
                </a:lnTo>
                <a:lnTo>
                  <a:pt x="327764" y="521335"/>
                </a:lnTo>
                <a:lnTo>
                  <a:pt x="306823" y="515303"/>
                </a:lnTo>
                <a:close/>
                <a:moveTo>
                  <a:pt x="956945" y="477838"/>
                </a:moveTo>
                <a:lnTo>
                  <a:pt x="958532" y="477838"/>
                </a:lnTo>
                <a:lnTo>
                  <a:pt x="1789748" y="477838"/>
                </a:lnTo>
                <a:lnTo>
                  <a:pt x="1791653" y="477838"/>
                </a:lnTo>
                <a:lnTo>
                  <a:pt x="1793240" y="478156"/>
                </a:lnTo>
                <a:lnTo>
                  <a:pt x="1796415" y="479743"/>
                </a:lnTo>
                <a:lnTo>
                  <a:pt x="1799273" y="481648"/>
                </a:lnTo>
                <a:lnTo>
                  <a:pt x="1801813" y="483871"/>
                </a:lnTo>
                <a:lnTo>
                  <a:pt x="1803718" y="486728"/>
                </a:lnTo>
                <a:lnTo>
                  <a:pt x="1805305" y="490221"/>
                </a:lnTo>
                <a:lnTo>
                  <a:pt x="1806258" y="493713"/>
                </a:lnTo>
                <a:lnTo>
                  <a:pt x="1806575" y="498158"/>
                </a:lnTo>
                <a:lnTo>
                  <a:pt x="1806575" y="1074103"/>
                </a:lnTo>
                <a:lnTo>
                  <a:pt x="1806258" y="1077913"/>
                </a:lnTo>
                <a:lnTo>
                  <a:pt x="1805305" y="1081406"/>
                </a:lnTo>
                <a:lnTo>
                  <a:pt x="1803718" y="1084898"/>
                </a:lnTo>
                <a:lnTo>
                  <a:pt x="1801813" y="1088073"/>
                </a:lnTo>
                <a:lnTo>
                  <a:pt x="1799273" y="1090613"/>
                </a:lnTo>
                <a:lnTo>
                  <a:pt x="1796415" y="1092201"/>
                </a:lnTo>
                <a:lnTo>
                  <a:pt x="1793240" y="1093471"/>
                </a:lnTo>
                <a:lnTo>
                  <a:pt x="1791653" y="1093788"/>
                </a:lnTo>
                <a:lnTo>
                  <a:pt x="1789748" y="1093788"/>
                </a:lnTo>
                <a:lnTo>
                  <a:pt x="958532" y="1093788"/>
                </a:lnTo>
                <a:lnTo>
                  <a:pt x="956945" y="1093788"/>
                </a:lnTo>
                <a:lnTo>
                  <a:pt x="955040" y="1093471"/>
                </a:lnTo>
                <a:lnTo>
                  <a:pt x="951865" y="1092201"/>
                </a:lnTo>
                <a:lnTo>
                  <a:pt x="949325" y="1090613"/>
                </a:lnTo>
                <a:lnTo>
                  <a:pt x="946785" y="1088073"/>
                </a:lnTo>
                <a:lnTo>
                  <a:pt x="944562" y="1084898"/>
                </a:lnTo>
                <a:lnTo>
                  <a:pt x="942657" y="1081406"/>
                </a:lnTo>
                <a:lnTo>
                  <a:pt x="941705" y="1077913"/>
                </a:lnTo>
                <a:lnTo>
                  <a:pt x="941387" y="1074103"/>
                </a:lnTo>
                <a:lnTo>
                  <a:pt x="941387" y="498158"/>
                </a:lnTo>
                <a:lnTo>
                  <a:pt x="941705" y="493713"/>
                </a:lnTo>
                <a:lnTo>
                  <a:pt x="942657" y="490221"/>
                </a:lnTo>
                <a:lnTo>
                  <a:pt x="944562" y="486728"/>
                </a:lnTo>
                <a:lnTo>
                  <a:pt x="946785" y="483871"/>
                </a:lnTo>
                <a:lnTo>
                  <a:pt x="949325" y="481648"/>
                </a:lnTo>
                <a:lnTo>
                  <a:pt x="951865" y="479743"/>
                </a:lnTo>
                <a:lnTo>
                  <a:pt x="955040" y="478156"/>
                </a:lnTo>
                <a:lnTo>
                  <a:pt x="956945" y="477838"/>
                </a:lnTo>
                <a:close/>
                <a:moveTo>
                  <a:pt x="138975" y="443230"/>
                </a:moveTo>
                <a:lnTo>
                  <a:pt x="130408" y="460375"/>
                </a:lnTo>
                <a:lnTo>
                  <a:pt x="122475" y="477838"/>
                </a:lnTo>
                <a:lnTo>
                  <a:pt x="114860" y="495300"/>
                </a:lnTo>
                <a:lnTo>
                  <a:pt x="107245" y="513080"/>
                </a:lnTo>
                <a:lnTo>
                  <a:pt x="100899" y="531178"/>
                </a:lnTo>
                <a:lnTo>
                  <a:pt x="94236" y="549593"/>
                </a:lnTo>
                <a:lnTo>
                  <a:pt x="88525" y="568008"/>
                </a:lnTo>
                <a:lnTo>
                  <a:pt x="83448" y="586740"/>
                </a:lnTo>
                <a:lnTo>
                  <a:pt x="78372" y="605473"/>
                </a:lnTo>
                <a:lnTo>
                  <a:pt x="74247" y="624523"/>
                </a:lnTo>
                <a:lnTo>
                  <a:pt x="70439" y="643890"/>
                </a:lnTo>
                <a:lnTo>
                  <a:pt x="67266" y="663258"/>
                </a:lnTo>
                <a:lnTo>
                  <a:pt x="64411" y="682943"/>
                </a:lnTo>
                <a:lnTo>
                  <a:pt x="62507" y="702628"/>
                </a:lnTo>
                <a:lnTo>
                  <a:pt x="60286" y="722948"/>
                </a:lnTo>
                <a:lnTo>
                  <a:pt x="59334" y="742950"/>
                </a:lnTo>
                <a:lnTo>
                  <a:pt x="214808" y="742950"/>
                </a:lnTo>
                <a:lnTo>
                  <a:pt x="215125" y="726758"/>
                </a:lnTo>
                <a:lnTo>
                  <a:pt x="216077" y="710565"/>
                </a:lnTo>
                <a:lnTo>
                  <a:pt x="217029" y="694373"/>
                </a:lnTo>
                <a:lnTo>
                  <a:pt x="218615" y="678498"/>
                </a:lnTo>
                <a:lnTo>
                  <a:pt x="220202" y="662623"/>
                </a:lnTo>
                <a:lnTo>
                  <a:pt x="221788" y="647065"/>
                </a:lnTo>
                <a:lnTo>
                  <a:pt x="223692" y="631190"/>
                </a:lnTo>
                <a:lnTo>
                  <a:pt x="225913" y="615950"/>
                </a:lnTo>
                <a:lnTo>
                  <a:pt x="228134" y="600710"/>
                </a:lnTo>
                <a:lnTo>
                  <a:pt x="230672" y="585470"/>
                </a:lnTo>
                <a:lnTo>
                  <a:pt x="233528" y="570230"/>
                </a:lnTo>
                <a:lnTo>
                  <a:pt x="236701" y="554990"/>
                </a:lnTo>
                <a:lnTo>
                  <a:pt x="239874" y="540068"/>
                </a:lnTo>
                <a:lnTo>
                  <a:pt x="243364" y="525145"/>
                </a:lnTo>
                <a:lnTo>
                  <a:pt x="247172" y="510540"/>
                </a:lnTo>
                <a:lnTo>
                  <a:pt x="250979" y="496253"/>
                </a:lnTo>
                <a:lnTo>
                  <a:pt x="235749" y="490220"/>
                </a:lnTo>
                <a:lnTo>
                  <a:pt x="220519" y="484188"/>
                </a:lnTo>
                <a:lnTo>
                  <a:pt x="205924" y="477520"/>
                </a:lnTo>
                <a:lnTo>
                  <a:pt x="191645" y="471170"/>
                </a:lnTo>
                <a:lnTo>
                  <a:pt x="177684" y="464820"/>
                </a:lnTo>
                <a:lnTo>
                  <a:pt x="164358" y="457518"/>
                </a:lnTo>
                <a:lnTo>
                  <a:pt x="151666" y="450850"/>
                </a:lnTo>
                <a:lnTo>
                  <a:pt x="138975" y="443230"/>
                </a:lnTo>
                <a:close/>
                <a:moveTo>
                  <a:pt x="577792" y="294005"/>
                </a:moveTo>
                <a:lnTo>
                  <a:pt x="570177" y="317500"/>
                </a:lnTo>
                <a:lnTo>
                  <a:pt x="562562" y="341630"/>
                </a:lnTo>
                <a:lnTo>
                  <a:pt x="555581" y="366713"/>
                </a:lnTo>
                <a:lnTo>
                  <a:pt x="549235" y="392748"/>
                </a:lnTo>
                <a:lnTo>
                  <a:pt x="542889" y="419100"/>
                </a:lnTo>
                <a:lnTo>
                  <a:pt x="537495" y="446405"/>
                </a:lnTo>
                <a:lnTo>
                  <a:pt x="532101" y="474345"/>
                </a:lnTo>
                <a:lnTo>
                  <a:pt x="527342" y="503238"/>
                </a:lnTo>
                <a:lnTo>
                  <a:pt x="553043" y="506413"/>
                </a:lnTo>
                <a:lnTo>
                  <a:pt x="578743" y="509588"/>
                </a:lnTo>
                <a:lnTo>
                  <a:pt x="605396" y="512128"/>
                </a:lnTo>
                <a:lnTo>
                  <a:pt x="631731" y="514668"/>
                </a:lnTo>
                <a:lnTo>
                  <a:pt x="659019" y="516573"/>
                </a:lnTo>
                <a:lnTo>
                  <a:pt x="686623" y="517843"/>
                </a:lnTo>
                <a:lnTo>
                  <a:pt x="714228" y="519113"/>
                </a:lnTo>
                <a:lnTo>
                  <a:pt x="742467" y="519748"/>
                </a:lnTo>
                <a:lnTo>
                  <a:pt x="742467" y="303848"/>
                </a:lnTo>
                <a:lnTo>
                  <a:pt x="721208" y="303213"/>
                </a:lnTo>
                <a:lnTo>
                  <a:pt x="699950" y="302578"/>
                </a:lnTo>
                <a:lnTo>
                  <a:pt x="679326" y="301625"/>
                </a:lnTo>
                <a:lnTo>
                  <a:pt x="658701" y="300673"/>
                </a:lnTo>
                <a:lnTo>
                  <a:pt x="638077" y="299403"/>
                </a:lnTo>
                <a:lnTo>
                  <a:pt x="618088" y="297815"/>
                </a:lnTo>
                <a:lnTo>
                  <a:pt x="597464" y="295910"/>
                </a:lnTo>
                <a:lnTo>
                  <a:pt x="577792" y="294005"/>
                </a:lnTo>
                <a:close/>
                <a:moveTo>
                  <a:pt x="418510" y="269240"/>
                </a:moveTo>
                <a:lnTo>
                  <a:pt x="411530" y="279718"/>
                </a:lnTo>
                <a:lnTo>
                  <a:pt x="404549" y="290513"/>
                </a:lnTo>
                <a:lnTo>
                  <a:pt x="397886" y="300990"/>
                </a:lnTo>
                <a:lnTo>
                  <a:pt x="391223" y="312103"/>
                </a:lnTo>
                <a:lnTo>
                  <a:pt x="384560" y="323533"/>
                </a:lnTo>
                <a:lnTo>
                  <a:pt x="378531" y="334645"/>
                </a:lnTo>
                <a:lnTo>
                  <a:pt x="371868" y="346393"/>
                </a:lnTo>
                <a:lnTo>
                  <a:pt x="366157" y="358458"/>
                </a:lnTo>
                <a:lnTo>
                  <a:pt x="360446" y="370205"/>
                </a:lnTo>
                <a:lnTo>
                  <a:pt x="354417" y="382270"/>
                </a:lnTo>
                <a:lnTo>
                  <a:pt x="349023" y="394653"/>
                </a:lnTo>
                <a:lnTo>
                  <a:pt x="343946" y="407035"/>
                </a:lnTo>
                <a:lnTo>
                  <a:pt x="338870" y="419735"/>
                </a:lnTo>
                <a:lnTo>
                  <a:pt x="333476" y="432753"/>
                </a:lnTo>
                <a:lnTo>
                  <a:pt x="328716" y="445770"/>
                </a:lnTo>
                <a:lnTo>
                  <a:pt x="324274" y="458788"/>
                </a:lnTo>
                <a:lnTo>
                  <a:pt x="341091" y="463868"/>
                </a:lnTo>
                <a:lnTo>
                  <a:pt x="358224" y="468948"/>
                </a:lnTo>
                <a:lnTo>
                  <a:pt x="375993" y="473393"/>
                </a:lnTo>
                <a:lnTo>
                  <a:pt x="393761" y="477838"/>
                </a:lnTo>
                <a:lnTo>
                  <a:pt x="412164" y="482283"/>
                </a:lnTo>
                <a:lnTo>
                  <a:pt x="430885" y="486410"/>
                </a:lnTo>
                <a:lnTo>
                  <a:pt x="449922" y="490220"/>
                </a:lnTo>
                <a:lnTo>
                  <a:pt x="469277" y="493713"/>
                </a:lnTo>
                <a:lnTo>
                  <a:pt x="472133" y="474663"/>
                </a:lnTo>
                <a:lnTo>
                  <a:pt x="475623" y="455930"/>
                </a:lnTo>
                <a:lnTo>
                  <a:pt x="479113" y="437515"/>
                </a:lnTo>
                <a:lnTo>
                  <a:pt x="482921" y="419418"/>
                </a:lnTo>
                <a:lnTo>
                  <a:pt x="486728" y="401320"/>
                </a:lnTo>
                <a:lnTo>
                  <a:pt x="490536" y="383540"/>
                </a:lnTo>
                <a:lnTo>
                  <a:pt x="495295" y="366395"/>
                </a:lnTo>
                <a:lnTo>
                  <a:pt x="499420" y="349250"/>
                </a:lnTo>
                <a:lnTo>
                  <a:pt x="503862" y="333058"/>
                </a:lnTo>
                <a:lnTo>
                  <a:pt x="508304" y="317183"/>
                </a:lnTo>
                <a:lnTo>
                  <a:pt x="513381" y="301943"/>
                </a:lnTo>
                <a:lnTo>
                  <a:pt x="518140" y="286703"/>
                </a:lnTo>
                <a:lnTo>
                  <a:pt x="492440" y="282893"/>
                </a:lnTo>
                <a:lnTo>
                  <a:pt x="467691" y="278765"/>
                </a:lnTo>
                <a:lnTo>
                  <a:pt x="442942" y="274320"/>
                </a:lnTo>
                <a:lnTo>
                  <a:pt x="418510" y="269240"/>
                </a:lnTo>
                <a:close/>
                <a:moveTo>
                  <a:pt x="299208" y="238125"/>
                </a:moveTo>
                <a:lnTo>
                  <a:pt x="283026" y="252730"/>
                </a:lnTo>
                <a:lnTo>
                  <a:pt x="275411" y="260033"/>
                </a:lnTo>
                <a:lnTo>
                  <a:pt x="267479" y="267653"/>
                </a:lnTo>
                <a:lnTo>
                  <a:pt x="253835" y="281940"/>
                </a:lnTo>
                <a:lnTo>
                  <a:pt x="240191" y="296863"/>
                </a:lnTo>
                <a:lnTo>
                  <a:pt x="227182" y="311785"/>
                </a:lnTo>
                <a:lnTo>
                  <a:pt x="214490" y="327343"/>
                </a:lnTo>
                <a:lnTo>
                  <a:pt x="202433" y="343218"/>
                </a:lnTo>
                <a:lnTo>
                  <a:pt x="190376" y="359093"/>
                </a:lnTo>
                <a:lnTo>
                  <a:pt x="178954" y="375603"/>
                </a:lnTo>
                <a:lnTo>
                  <a:pt x="168483" y="392430"/>
                </a:lnTo>
                <a:lnTo>
                  <a:pt x="178002" y="398145"/>
                </a:lnTo>
                <a:lnTo>
                  <a:pt x="188472" y="403860"/>
                </a:lnTo>
                <a:lnTo>
                  <a:pt x="198943" y="409575"/>
                </a:lnTo>
                <a:lnTo>
                  <a:pt x="210048" y="414973"/>
                </a:lnTo>
                <a:lnTo>
                  <a:pt x="221471" y="420053"/>
                </a:lnTo>
                <a:lnTo>
                  <a:pt x="232894" y="425450"/>
                </a:lnTo>
                <a:lnTo>
                  <a:pt x="245268" y="430848"/>
                </a:lnTo>
                <a:lnTo>
                  <a:pt x="257642" y="435610"/>
                </a:lnTo>
                <a:lnTo>
                  <a:pt x="268430" y="439738"/>
                </a:lnTo>
                <a:lnTo>
                  <a:pt x="277315" y="414655"/>
                </a:lnTo>
                <a:lnTo>
                  <a:pt x="287151" y="390208"/>
                </a:lnTo>
                <a:lnTo>
                  <a:pt x="297304" y="366078"/>
                </a:lnTo>
                <a:lnTo>
                  <a:pt x="302381" y="354330"/>
                </a:lnTo>
                <a:lnTo>
                  <a:pt x="308409" y="342900"/>
                </a:lnTo>
                <a:lnTo>
                  <a:pt x="313803" y="331153"/>
                </a:lnTo>
                <a:lnTo>
                  <a:pt x="319515" y="319723"/>
                </a:lnTo>
                <a:lnTo>
                  <a:pt x="325543" y="308610"/>
                </a:lnTo>
                <a:lnTo>
                  <a:pt x="331572" y="297498"/>
                </a:lnTo>
                <a:lnTo>
                  <a:pt x="337600" y="286703"/>
                </a:lnTo>
                <a:lnTo>
                  <a:pt x="344264" y="275908"/>
                </a:lnTo>
                <a:lnTo>
                  <a:pt x="350609" y="265430"/>
                </a:lnTo>
                <a:lnTo>
                  <a:pt x="357590" y="254953"/>
                </a:lnTo>
                <a:lnTo>
                  <a:pt x="349023" y="253048"/>
                </a:lnTo>
                <a:lnTo>
                  <a:pt x="323957" y="245745"/>
                </a:lnTo>
                <a:lnTo>
                  <a:pt x="299208" y="238125"/>
                </a:lnTo>
                <a:close/>
                <a:moveTo>
                  <a:pt x="1081336" y="129223"/>
                </a:moveTo>
                <a:lnTo>
                  <a:pt x="1090538" y="137795"/>
                </a:lnTo>
                <a:lnTo>
                  <a:pt x="1099422" y="146368"/>
                </a:lnTo>
                <a:lnTo>
                  <a:pt x="1107989" y="155575"/>
                </a:lnTo>
                <a:lnTo>
                  <a:pt x="1116873" y="164465"/>
                </a:lnTo>
                <a:lnTo>
                  <a:pt x="1125123" y="173990"/>
                </a:lnTo>
                <a:lnTo>
                  <a:pt x="1133690" y="183833"/>
                </a:lnTo>
                <a:lnTo>
                  <a:pt x="1141622" y="193358"/>
                </a:lnTo>
                <a:lnTo>
                  <a:pt x="1149555" y="203518"/>
                </a:lnTo>
                <a:lnTo>
                  <a:pt x="1164467" y="199708"/>
                </a:lnTo>
                <a:lnTo>
                  <a:pt x="1179380" y="195898"/>
                </a:lnTo>
                <a:lnTo>
                  <a:pt x="1188899" y="193358"/>
                </a:lnTo>
                <a:lnTo>
                  <a:pt x="1175890" y="184468"/>
                </a:lnTo>
                <a:lnTo>
                  <a:pt x="1162881" y="175578"/>
                </a:lnTo>
                <a:lnTo>
                  <a:pt x="1149872" y="167323"/>
                </a:lnTo>
                <a:lnTo>
                  <a:pt x="1136863" y="159068"/>
                </a:lnTo>
                <a:lnTo>
                  <a:pt x="1123219" y="151130"/>
                </a:lnTo>
                <a:lnTo>
                  <a:pt x="1109258" y="143510"/>
                </a:lnTo>
                <a:lnTo>
                  <a:pt x="1095297" y="136208"/>
                </a:lnTo>
                <a:lnTo>
                  <a:pt x="1081336" y="129223"/>
                </a:lnTo>
                <a:close/>
                <a:moveTo>
                  <a:pt x="462297" y="129223"/>
                </a:moveTo>
                <a:lnTo>
                  <a:pt x="448336" y="136208"/>
                </a:lnTo>
                <a:lnTo>
                  <a:pt x="434375" y="143510"/>
                </a:lnTo>
                <a:lnTo>
                  <a:pt x="420731" y="151130"/>
                </a:lnTo>
                <a:lnTo>
                  <a:pt x="407088" y="159068"/>
                </a:lnTo>
                <a:lnTo>
                  <a:pt x="394079" y="167323"/>
                </a:lnTo>
                <a:lnTo>
                  <a:pt x="380752" y="175578"/>
                </a:lnTo>
                <a:lnTo>
                  <a:pt x="367743" y="184468"/>
                </a:lnTo>
                <a:lnTo>
                  <a:pt x="355052" y="193358"/>
                </a:lnTo>
                <a:lnTo>
                  <a:pt x="374406" y="198438"/>
                </a:lnTo>
                <a:lnTo>
                  <a:pt x="394079" y="203518"/>
                </a:lnTo>
                <a:lnTo>
                  <a:pt x="402011" y="193358"/>
                </a:lnTo>
                <a:lnTo>
                  <a:pt x="410261" y="183833"/>
                </a:lnTo>
                <a:lnTo>
                  <a:pt x="418510" y="173990"/>
                </a:lnTo>
                <a:lnTo>
                  <a:pt x="427077" y="164465"/>
                </a:lnTo>
                <a:lnTo>
                  <a:pt x="435644" y="155575"/>
                </a:lnTo>
                <a:lnTo>
                  <a:pt x="444528" y="146368"/>
                </a:lnTo>
                <a:lnTo>
                  <a:pt x="453095" y="137795"/>
                </a:lnTo>
                <a:lnTo>
                  <a:pt x="462297" y="129223"/>
                </a:lnTo>
                <a:close/>
                <a:moveTo>
                  <a:pt x="931891" y="96838"/>
                </a:moveTo>
                <a:lnTo>
                  <a:pt x="942045" y="110490"/>
                </a:lnTo>
                <a:lnTo>
                  <a:pt x="951881" y="125413"/>
                </a:lnTo>
                <a:lnTo>
                  <a:pt x="961717" y="140970"/>
                </a:lnTo>
                <a:lnTo>
                  <a:pt x="970918" y="157480"/>
                </a:lnTo>
                <a:lnTo>
                  <a:pt x="979803" y="174625"/>
                </a:lnTo>
                <a:lnTo>
                  <a:pt x="988369" y="192405"/>
                </a:lnTo>
                <a:lnTo>
                  <a:pt x="996936" y="210820"/>
                </a:lnTo>
                <a:lnTo>
                  <a:pt x="1004869" y="230188"/>
                </a:lnTo>
                <a:lnTo>
                  <a:pt x="1025176" y="227330"/>
                </a:lnTo>
                <a:lnTo>
                  <a:pt x="1045165" y="224155"/>
                </a:lnTo>
                <a:lnTo>
                  <a:pt x="1065472" y="220980"/>
                </a:lnTo>
                <a:lnTo>
                  <a:pt x="1084827" y="217170"/>
                </a:lnTo>
                <a:lnTo>
                  <a:pt x="1076260" y="207645"/>
                </a:lnTo>
                <a:lnTo>
                  <a:pt x="1067376" y="198120"/>
                </a:lnTo>
                <a:lnTo>
                  <a:pt x="1058491" y="188913"/>
                </a:lnTo>
                <a:lnTo>
                  <a:pt x="1049607" y="180023"/>
                </a:lnTo>
                <a:lnTo>
                  <a:pt x="1040406" y="171450"/>
                </a:lnTo>
                <a:lnTo>
                  <a:pt x="1031204" y="163195"/>
                </a:lnTo>
                <a:lnTo>
                  <a:pt x="1021685" y="155258"/>
                </a:lnTo>
                <a:lnTo>
                  <a:pt x="1011849" y="147320"/>
                </a:lnTo>
                <a:lnTo>
                  <a:pt x="1002648" y="140018"/>
                </a:lnTo>
                <a:lnTo>
                  <a:pt x="992494" y="133033"/>
                </a:lnTo>
                <a:lnTo>
                  <a:pt x="982975" y="126048"/>
                </a:lnTo>
                <a:lnTo>
                  <a:pt x="972822" y="119380"/>
                </a:lnTo>
                <a:lnTo>
                  <a:pt x="962986" y="113348"/>
                </a:lnTo>
                <a:lnTo>
                  <a:pt x="952515" y="107315"/>
                </a:lnTo>
                <a:lnTo>
                  <a:pt x="942045" y="101918"/>
                </a:lnTo>
                <a:lnTo>
                  <a:pt x="931891" y="96838"/>
                </a:lnTo>
                <a:close/>
                <a:moveTo>
                  <a:pt x="611742" y="96838"/>
                </a:moveTo>
                <a:lnTo>
                  <a:pt x="601589" y="101918"/>
                </a:lnTo>
                <a:lnTo>
                  <a:pt x="591118" y="107315"/>
                </a:lnTo>
                <a:lnTo>
                  <a:pt x="580965" y="113348"/>
                </a:lnTo>
                <a:lnTo>
                  <a:pt x="570811" y="119698"/>
                </a:lnTo>
                <a:lnTo>
                  <a:pt x="560658" y="126048"/>
                </a:lnTo>
                <a:lnTo>
                  <a:pt x="551139" y="133033"/>
                </a:lnTo>
                <a:lnTo>
                  <a:pt x="540986" y="140018"/>
                </a:lnTo>
                <a:lnTo>
                  <a:pt x="531784" y="147320"/>
                </a:lnTo>
                <a:lnTo>
                  <a:pt x="521948" y="155258"/>
                </a:lnTo>
                <a:lnTo>
                  <a:pt x="512746" y="163195"/>
                </a:lnTo>
                <a:lnTo>
                  <a:pt x="503228" y="171450"/>
                </a:lnTo>
                <a:lnTo>
                  <a:pt x="494343" y="180023"/>
                </a:lnTo>
                <a:lnTo>
                  <a:pt x="485142" y="189230"/>
                </a:lnTo>
                <a:lnTo>
                  <a:pt x="476258" y="198120"/>
                </a:lnTo>
                <a:lnTo>
                  <a:pt x="467691" y="207645"/>
                </a:lnTo>
                <a:lnTo>
                  <a:pt x="458807" y="217170"/>
                </a:lnTo>
                <a:lnTo>
                  <a:pt x="478479" y="220980"/>
                </a:lnTo>
                <a:lnTo>
                  <a:pt x="498468" y="224155"/>
                </a:lnTo>
                <a:lnTo>
                  <a:pt x="518458" y="227330"/>
                </a:lnTo>
                <a:lnTo>
                  <a:pt x="538764" y="230188"/>
                </a:lnTo>
                <a:lnTo>
                  <a:pt x="547014" y="210820"/>
                </a:lnTo>
                <a:lnTo>
                  <a:pt x="555264" y="192405"/>
                </a:lnTo>
                <a:lnTo>
                  <a:pt x="564148" y="174625"/>
                </a:lnTo>
                <a:lnTo>
                  <a:pt x="573032" y="157480"/>
                </a:lnTo>
                <a:lnTo>
                  <a:pt x="582234" y="140970"/>
                </a:lnTo>
                <a:lnTo>
                  <a:pt x="591753" y="125413"/>
                </a:lnTo>
                <a:lnTo>
                  <a:pt x="601589" y="110490"/>
                </a:lnTo>
                <a:lnTo>
                  <a:pt x="611742" y="96838"/>
                </a:lnTo>
                <a:close/>
                <a:moveTo>
                  <a:pt x="801166" y="63818"/>
                </a:moveTo>
                <a:lnTo>
                  <a:pt x="801166" y="245110"/>
                </a:lnTo>
                <a:lnTo>
                  <a:pt x="837655" y="244158"/>
                </a:lnTo>
                <a:lnTo>
                  <a:pt x="873509" y="242570"/>
                </a:lnTo>
                <a:lnTo>
                  <a:pt x="909363" y="240348"/>
                </a:lnTo>
                <a:lnTo>
                  <a:pt x="944266" y="237173"/>
                </a:lnTo>
                <a:lnTo>
                  <a:pt x="935064" y="216853"/>
                </a:lnTo>
                <a:lnTo>
                  <a:pt x="925545" y="197803"/>
                </a:lnTo>
                <a:lnTo>
                  <a:pt x="916027" y="179705"/>
                </a:lnTo>
                <a:lnTo>
                  <a:pt x="906190" y="162878"/>
                </a:lnTo>
                <a:lnTo>
                  <a:pt x="901114" y="155258"/>
                </a:lnTo>
                <a:lnTo>
                  <a:pt x="896037" y="147320"/>
                </a:lnTo>
                <a:lnTo>
                  <a:pt x="890960" y="140018"/>
                </a:lnTo>
                <a:lnTo>
                  <a:pt x="885884" y="133033"/>
                </a:lnTo>
                <a:lnTo>
                  <a:pt x="880807" y="126048"/>
                </a:lnTo>
                <a:lnTo>
                  <a:pt x="875730" y="119698"/>
                </a:lnTo>
                <a:lnTo>
                  <a:pt x="870019" y="113665"/>
                </a:lnTo>
                <a:lnTo>
                  <a:pt x="864942" y="107633"/>
                </a:lnTo>
                <a:lnTo>
                  <a:pt x="856693" y="99695"/>
                </a:lnTo>
                <a:lnTo>
                  <a:pt x="848760" y="92075"/>
                </a:lnTo>
                <a:lnTo>
                  <a:pt x="840828" y="85725"/>
                </a:lnTo>
                <a:lnTo>
                  <a:pt x="832896" y="79693"/>
                </a:lnTo>
                <a:lnTo>
                  <a:pt x="824963" y="74613"/>
                </a:lnTo>
                <a:lnTo>
                  <a:pt x="817031" y="70168"/>
                </a:lnTo>
                <a:lnTo>
                  <a:pt x="809099" y="66675"/>
                </a:lnTo>
                <a:lnTo>
                  <a:pt x="801166" y="63818"/>
                </a:lnTo>
                <a:close/>
                <a:moveTo>
                  <a:pt x="742467" y="63818"/>
                </a:moveTo>
                <a:lnTo>
                  <a:pt x="734535" y="66675"/>
                </a:lnTo>
                <a:lnTo>
                  <a:pt x="726920" y="70168"/>
                </a:lnTo>
                <a:lnTo>
                  <a:pt x="718987" y="74613"/>
                </a:lnTo>
                <a:lnTo>
                  <a:pt x="711055" y="79693"/>
                </a:lnTo>
                <a:lnTo>
                  <a:pt x="703123" y="85725"/>
                </a:lnTo>
                <a:lnTo>
                  <a:pt x="694873" y="92075"/>
                </a:lnTo>
                <a:lnTo>
                  <a:pt x="686941" y="99695"/>
                </a:lnTo>
                <a:lnTo>
                  <a:pt x="678691" y="107633"/>
                </a:lnTo>
                <a:lnTo>
                  <a:pt x="673614" y="113665"/>
                </a:lnTo>
                <a:lnTo>
                  <a:pt x="668538" y="119698"/>
                </a:lnTo>
                <a:lnTo>
                  <a:pt x="662826" y="126048"/>
                </a:lnTo>
                <a:lnTo>
                  <a:pt x="657750" y="133033"/>
                </a:lnTo>
                <a:lnTo>
                  <a:pt x="652990" y="140018"/>
                </a:lnTo>
                <a:lnTo>
                  <a:pt x="647596" y="147320"/>
                </a:lnTo>
                <a:lnTo>
                  <a:pt x="642519" y="154940"/>
                </a:lnTo>
                <a:lnTo>
                  <a:pt x="637760" y="162878"/>
                </a:lnTo>
                <a:lnTo>
                  <a:pt x="632683" y="171450"/>
                </a:lnTo>
                <a:lnTo>
                  <a:pt x="627607" y="179705"/>
                </a:lnTo>
                <a:lnTo>
                  <a:pt x="618088" y="197803"/>
                </a:lnTo>
                <a:lnTo>
                  <a:pt x="608569" y="216853"/>
                </a:lnTo>
                <a:lnTo>
                  <a:pt x="599685" y="237173"/>
                </a:lnTo>
                <a:lnTo>
                  <a:pt x="634587" y="240030"/>
                </a:lnTo>
                <a:lnTo>
                  <a:pt x="670124" y="242570"/>
                </a:lnTo>
                <a:lnTo>
                  <a:pt x="705978" y="244158"/>
                </a:lnTo>
                <a:lnTo>
                  <a:pt x="742467" y="245110"/>
                </a:lnTo>
                <a:lnTo>
                  <a:pt x="742467" y="63818"/>
                </a:lnTo>
                <a:close/>
                <a:moveTo>
                  <a:pt x="754841" y="0"/>
                </a:moveTo>
                <a:lnTo>
                  <a:pt x="771975" y="0"/>
                </a:lnTo>
                <a:lnTo>
                  <a:pt x="789109" y="0"/>
                </a:lnTo>
                <a:lnTo>
                  <a:pt x="806243" y="635"/>
                </a:lnTo>
                <a:lnTo>
                  <a:pt x="823377" y="1588"/>
                </a:lnTo>
                <a:lnTo>
                  <a:pt x="840193" y="2858"/>
                </a:lnTo>
                <a:lnTo>
                  <a:pt x="856693" y="4445"/>
                </a:lnTo>
                <a:lnTo>
                  <a:pt x="873509" y="6350"/>
                </a:lnTo>
                <a:lnTo>
                  <a:pt x="890008" y="9208"/>
                </a:lnTo>
                <a:lnTo>
                  <a:pt x="906508" y="11748"/>
                </a:lnTo>
                <a:lnTo>
                  <a:pt x="923007" y="14923"/>
                </a:lnTo>
                <a:lnTo>
                  <a:pt x="939189" y="18098"/>
                </a:lnTo>
                <a:lnTo>
                  <a:pt x="955371" y="21908"/>
                </a:lnTo>
                <a:lnTo>
                  <a:pt x="971236" y="25718"/>
                </a:lnTo>
                <a:lnTo>
                  <a:pt x="987100" y="30480"/>
                </a:lnTo>
                <a:lnTo>
                  <a:pt x="1002965" y="35243"/>
                </a:lnTo>
                <a:lnTo>
                  <a:pt x="1018512" y="40005"/>
                </a:lnTo>
                <a:lnTo>
                  <a:pt x="1034060" y="45720"/>
                </a:lnTo>
                <a:lnTo>
                  <a:pt x="1049290" y="51435"/>
                </a:lnTo>
                <a:lnTo>
                  <a:pt x="1064520" y="57150"/>
                </a:lnTo>
                <a:lnTo>
                  <a:pt x="1079115" y="63818"/>
                </a:lnTo>
                <a:lnTo>
                  <a:pt x="1094028" y="70168"/>
                </a:lnTo>
                <a:lnTo>
                  <a:pt x="1108624" y="76835"/>
                </a:lnTo>
                <a:lnTo>
                  <a:pt x="1123219" y="84455"/>
                </a:lnTo>
                <a:lnTo>
                  <a:pt x="1137497" y="91758"/>
                </a:lnTo>
                <a:lnTo>
                  <a:pt x="1151458" y="99695"/>
                </a:lnTo>
                <a:lnTo>
                  <a:pt x="1165419" y="107633"/>
                </a:lnTo>
                <a:lnTo>
                  <a:pt x="1179063" y="116205"/>
                </a:lnTo>
                <a:lnTo>
                  <a:pt x="1192707" y="124778"/>
                </a:lnTo>
                <a:lnTo>
                  <a:pt x="1206033" y="133668"/>
                </a:lnTo>
                <a:lnTo>
                  <a:pt x="1219042" y="142558"/>
                </a:lnTo>
                <a:lnTo>
                  <a:pt x="1232051" y="152400"/>
                </a:lnTo>
                <a:lnTo>
                  <a:pt x="1244743" y="161925"/>
                </a:lnTo>
                <a:lnTo>
                  <a:pt x="1257434" y="171768"/>
                </a:lnTo>
                <a:lnTo>
                  <a:pt x="1270126" y="182245"/>
                </a:lnTo>
                <a:lnTo>
                  <a:pt x="1282818" y="193358"/>
                </a:lnTo>
                <a:lnTo>
                  <a:pt x="1295192" y="204470"/>
                </a:lnTo>
                <a:lnTo>
                  <a:pt x="1307567" y="215900"/>
                </a:lnTo>
                <a:lnTo>
                  <a:pt x="1323749" y="232093"/>
                </a:lnTo>
                <a:lnTo>
                  <a:pt x="1339296" y="248920"/>
                </a:lnTo>
                <a:lnTo>
                  <a:pt x="1354844" y="266065"/>
                </a:lnTo>
                <a:lnTo>
                  <a:pt x="1369756" y="283528"/>
                </a:lnTo>
                <a:lnTo>
                  <a:pt x="1384035" y="301625"/>
                </a:lnTo>
                <a:lnTo>
                  <a:pt x="1397995" y="320358"/>
                </a:lnTo>
                <a:lnTo>
                  <a:pt x="1411322" y="339090"/>
                </a:lnTo>
                <a:lnTo>
                  <a:pt x="1423696" y="358775"/>
                </a:lnTo>
                <a:lnTo>
                  <a:pt x="1431629" y="371158"/>
                </a:lnTo>
                <a:lnTo>
                  <a:pt x="1439244" y="383858"/>
                </a:lnTo>
                <a:lnTo>
                  <a:pt x="1446859" y="396875"/>
                </a:lnTo>
                <a:lnTo>
                  <a:pt x="1453839" y="410210"/>
                </a:lnTo>
                <a:lnTo>
                  <a:pt x="1463675" y="429260"/>
                </a:lnTo>
                <a:lnTo>
                  <a:pt x="1301855" y="429260"/>
                </a:lnTo>
                <a:lnTo>
                  <a:pt x="1321528" y="420370"/>
                </a:lnTo>
                <a:lnTo>
                  <a:pt x="1340565" y="411480"/>
                </a:lnTo>
                <a:lnTo>
                  <a:pt x="1358651" y="401955"/>
                </a:lnTo>
                <a:lnTo>
                  <a:pt x="1375785" y="392430"/>
                </a:lnTo>
                <a:lnTo>
                  <a:pt x="1364680" y="375603"/>
                </a:lnTo>
                <a:lnTo>
                  <a:pt x="1353257" y="359093"/>
                </a:lnTo>
                <a:lnTo>
                  <a:pt x="1341517" y="343218"/>
                </a:lnTo>
                <a:lnTo>
                  <a:pt x="1329143" y="327343"/>
                </a:lnTo>
                <a:lnTo>
                  <a:pt x="1316451" y="311785"/>
                </a:lnTo>
                <a:lnTo>
                  <a:pt x="1303442" y="296863"/>
                </a:lnTo>
                <a:lnTo>
                  <a:pt x="1290116" y="281940"/>
                </a:lnTo>
                <a:lnTo>
                  <a:pt x="1276155" y="267653"/>
                </a:lnTo>
                <a:lnTo>
                  <a:pt x="1268222" y="260033"/>
                </a:lnTo>
                <a:lnTo>
                  <a:pt x="1260607" y="252730"/>
                </a:lnTo>
                <a:lnTo>
                  <a:pt x="1244425" y="238125"/>
                </a:lnTo>
                <a:lnTo>
                  <a:pt x="1215869" y="246698"/>
                </a:lnTo>
                <a:lnTo>
                  <a:pt x="1200956" y="250825"/>
                </a:lnTo>
                <a:lnTo>
                  <a:pt x="1186361" y="254953"/>
                </a:lnTo>
                <a:lnTo>
                  <a:pt x="1198735" y="274955"/>
                </a:lnTo>
                <a:lnTo>
                  <a:pt x="1210792" y="295275"/>
                </a:lnTo>
                <a:lnTo>
                  <a:pt x="1222215" y="316230"/>
                </a:lnTo>
                <a:lnTo>
                  <a:pt x="1233003" y="337820"/>
                </a:lnTo>
                <a:lnTo>
                  <a:pt x="1243473" y="360045"/>
                </a:lnTo>
                <a:lnTo>
                  <a:pt x="1253310" y="382588"/>
                </a:lnTo>
                <a:lnTo>
                  <a:pt x="1262828" y="405448"/>
                </a:lnTo>
                <a:lnTo>
                  <a:pt x="1271395" y="429260"/>
                </a:lnTo>
                <a:lnTo>
                  <a:pt x="1208888" y="429260"/>
                </a:lnTo>
                <a:lnTo>
                  <a:pt x="1200004" y="407353"/>
                </a:lnTo>
                <a:lnTo>
                  <a:pt x="1190803" y="385763"/>
                </a:lnTo>
                <a:lnTo>
                  <a:pt x="1180967" y="365125"/>
                </a:lnTo>
                <a:lnTo>
                  <a:pt x="1170813" y="344805"/>
                </a:lnTo>
                <a:lnTo>
                  <a:pt x="1160025" y="325120"/>
                </a:lnTo>
                <a:lnTo>
                  <a:pt x="1148603" y="306070"/>
                </a:lnTo>
                <a:lnTo>
                  <a:pt x="1137180" y="287020"/>
                </a:lnTo>
                <a:lnTo>
                  <a:pt x="1125123" y="269240"/>
                </a:lnTo>
                <a:lnTo>
                  <a:pt x="1101009" y="274320"/>
                </a:lnTo>
                <a:lnTo>
                  <a:pt x="1076260" y="278765"/>
                </a:lnTo>
                <a:lnTo>
                  <a:pt x="1051194" y="282893"/>
                </a:lnTo>
                <a:lnTo>
                  <a:pt x="1025493" y="286703"/>
                </a:lnTo>
                <a:lnTo>
                  <a:pt x="1031204" y="303213"/>
                </a:lnTo>
                <a:lnTo>
                  <a:pt x="1036281" y="320040"/>
                </a:lnTo>
                <a:lnTo>
                  <a:pt x="1041040" y="337503"/>
                </a:lnTo>
                <a:lnTo>
                  <a:pt x="1045800" y="355283"/>
                </a:lnTo>
                <a:lnTo>
                  <a:pt x="1050559" y="373063"/>
                </a:lnTo>
                <a:lnTo>
                  <a:pt x="1054684" y="391478"/>
                </a:lnTo>
                <a:lnTo>
                  <a:pt x="1058809" y="410528"/>
                </a:lnTo>
                <a:lnTo>
                  <a:pt x="1062616" y="429260"/>
                </a:lnTo>
                <a:lnTo>
                  <a:pt x="1002965" y="429260"/>
                </a:lnTo>
                <a:lnTo>
                  <a:pt x="999475" y="412750"/>
                </a:lnTo>
                <a:lnTo>
                  <a:pt x="995667" y="396240"/>
                </a:lnTo>
                <a:lnTo>
                  <a:pt x="991542" y="380365"/>
                </a:lnTo>
                <a:lnTo>
                  <a:pt x="987418" y="364490"/>
                </a:lnTo>
                <a:lnTo>
                  <a:pt x="982658" y="346075"/>
                </a:lnTo>
                <a:lnTo>
                  <a:pt x="976947" y="328295"/>
                </a:lnTo>
                <a:lnTo>
                  <a:pt x="971553" y="311150"/>
                </a:lnTo>
                <a:lnTo>
                  <a:pt x="966159" y="294005"/>
                </a:lnTo>
                <a:lnTo>
                  <a:pt x="946169" y="295910"/>
                </a:lnTo>
                <a:lnTo>
                  <a:pt x="926180" y="297815"/>
                </a:lnTo>
                <a:lnTo>
                  <a:pt x="905556" y="299403"/>
                </a:lnTo>
                <a:lnTo>
                  <a:pt x="884932" y="300673"/>
                </a:lnTo>
                <a:lnTo>
                  <a:pt x="864308" y="301625"/>
                </a:lnTo>
                <a:lnTo>
                  <a:pt x="843684" y="302578"/>
                </a:lnTo>
                <a:lnTo>
                  <a:pt x="822742" y="303213"/>
                </a:lnTo>
                <a:lnTo>
                  <a:pt x="801166" y="303848"/>
                </a:lnTo>
                <a:lnTo>
                  <a:pt x="801166" y="519748"/>
                </a:lnTo>
                <a:lnTo>
                  <a:pt x="822108" y="519113"/>
                </a:lnTo>
                <a:lnTo>
                  <a:pt x="843366" y="518478"/>
                </a:lnTo>
                <a:lnTo>
                  <a:pt x="864308" y="517525"/>
                </a:lnTo>
                <a:lnTo>
                  <a:pt x="884614" y="516573"/>
                </a:lnTo>
                <a:lnTo>
                  <a:pt x="884614" y="575310"/>
                </a:lnTo>
                <a:lnTo>
                  <a:pt x="864308" y="576263"/>
                </a:lnTo>
                <a:lnTo>
                  <a:pt x="843366" y="577215"/>
                </a:lnTo>
                <a:lnTo>
                  <a:pt x="822108" y="577850"/>
                </a:lnTo>
                <a:lnTo>
                  <a:pt x="801166" y="578168"/>
                </a:lnTo>
                <a:lnTo>
                  <a:pt x="801166" y="742950"/>
                </a:lnTo>
                <a:lnTo>
                  <a:pt x="884614" y="742950"/>
                </a:lnTo>
                <a:lnTo>
                  <a:pt x="884614" y="801688"/>
                </a:lnTo>
                <a:lnTo>
                  <a:pt x="801166" y="801688"/>
                </a:lnTo>
                <a:lnTo>
                  <a:pt x="801166" y="965835"/>
                </a:lnTo>
                <a:lnTo>
                  <a:pt x="822108" y="966470"/>
                </a:lnTo>
                <a:lnTo>
                  <a:pt x="843366" y="967105"/>
                </a:lnTo>
                <a:lnTo>
                  <a:pt x="864308" y="968058"/>
                </a:lnTo>
                <a:lnTo>
                  <a:pt x="884614" y="969010"/>
                </a:lnTo>
                <a:lnTo>
                  <a:pt x="884614" y="1028065"/>
                </a:lnTo>
                <a:lnTo>
                  <a:pt x="864308" y="1026795"/>
                </a:lnTo>
                <a:lnTo>
                  <a:pt x="843366" y="1025843"/>
                </a:lnTo>
                <a:lnTo>
                  <a:pt x="822108" y="1025208"/>
                </a:lnTo>
                <a:lnTo>
                  <a:pt x="801166" y="1024890"/>
                </a:lnTo>
                <a:lnTo>
                  <a:pt x="801166" y="1240473"/>
                </a:lnTo>
                <a:lnTo>
                  <a:pt x="824963" y="1240790"/>
                </a:lnTo>
                <a:lnTo>
                  <a:pt x="848126" y="1241743"/>
                </a:lnTo>
                <a:lnTo>
                  <a:pt x="832896" y="1300163"/>
                </a:lnTo>
                <a:lnTo>
                  <a:pt x="801166" y="1299528"/>
                </a:lnTo>
                <a:lnTo>
                  <a:pt x="801166" y="1423353"/>
                </a:lnTo>
                <a:lnTo>
                  <a:pt x="771658" y="1538606"/>
                </a:lnTo>
                <a:lnTo>
                  <a:pt x="771023" y="1541781"/>
                </a:lnTo>
                <a:lnTo>
                  <a:pt x="771023" y="1544638"/>
                </a:lnTo>
                <a:lnTo>
                  <a:pt x="753890" y="1544321"/>
                </a:lnTo>
                <a:lnTo>
                  <a:pt x="736756" y="1543686"/>
                </a:lnTo>
                <a:lnTo>
                  <a:pt x="719622" y="1542733"/>
                </a:lnTo>
                <a:lnTo>
                  <a:pt x="702805" y="1541463"/>
                </a:lnTo>
                <a:lnTo>
                  <a:pt x="685989" y="1539558"/>
                </a:lnTo>
                <a:lnTo>
                  <a:pt x="669489" y="1537653"/>
                </a:lnTo>
                <a:lnTo>
                  <a:pt x="652673" y="1535431"/>
                </a:lnTo>
                <a:lnTo>
                  <a:pt x="636491" y="1532573"/>
                </a:lnTo>
                <a:lnTo>
                  <a:pt x="619992" y="1529716"/>
                </a:lnTo>
                <a:lnTo>
                  <a:pt x="603810" y="1526223"/>
                </a:lnTo>
                <a:lnTo>
                  <a:pt x="587628" y="1522096"/>
                </a:lnTo>
                <a:lnTo>
                  <a:pt x="571763" y="1518286"/>
                </a:lnTo>
                <a:lnTo>
                  <a:pt x="555898" y="1513841"/>
                </a:lnTo>
                <a:lnTo>
                  <a:pt x="540351" y="1509078"/>
                </a:lnTo>
                <a:lnTo>
                  <a:pt x="524486" y="1503998"/>
                </a:lnTo>
                <a:lnTo>
                  <a:pt x="509256" y="1498601"/>
                </a:lnTo>
                <a:lnTo>
                  <a:pt x="494343" y="1492886"/>
                </a:lnTo>
                <a:lnTo>
                  <a:pt x="479113" y="1486853"/>
                </a:lnTo>
                <a:lnTo>
                  <a:pt x="464200" y="1480503"/>
                </a:lnTo>
                <a:lnTo>
                  <a:pt x="449288" y="1474153"/>
                </a:lnTo>
                <a:lnTo>
                  <a:pt x="434692" y="1467168"/>
                </a:lnTo>
                <a:lnTo>
                  <a:pt x="420414" y="1459866"/>
                </a:lnTo>
                <a:lnTo>
                  <a:pt x="406136" y="1452246"/>
                </a:lnTo>
                <a:lnTo>
                  <a:pt x="392175" y="1444626"/>
                </a:lnTo>
                <a:lnTo>
                  <a:pt x="378214" y="1436688"/>
                </a:lnTo>
                <a:lnTo>
                  <a:pt x="364570" y="1428116"/>
                </a:lnTo>
                <a:lnTo>
                  <a:pt x="350927" y="1419861"/>
                </a:lnTo>
                <a:lnTo>
                  <a:pt x="337600" y="1410653"/>
                </a:lnTo>
                <a:lnTo>
                  <a:pt x="324591" y="1401763"/>
                </a:lnTo>
                <a:lnTo>
                  <a:pt x="311582" y="1392238"/>
                </a:lnTo>
                <a:lnTo>
                  <a:pt x="298891" y="1382396"/>
                </a:lnTo>
                <a:lnTo>
                  <a:pt x="286199" y="1372553"/>
                </a:lnTo>
                <a:lnTo>
                  <a:pt x="273507" y="1361758"/>
                </a:lnTo>
                <a:lnTo>
                  <a:pt x="260815" y="1351280"/>
                </a:lnTo>
                <a:lnTo>
                  <a:pt x="248441" y="1339850"/>
                </a:lnTo>
                <a:lnTo>
                  <a:pt x="236701" y="1328420"/>
                </a:lnTo>
                <a:lnTo>
                  <a:pt x="220202" y="1311910"/>
                </a:lnTo>
                <a:lnTo>
                  <a:pt x="204337" y="1295400"/>
                </a:lnTo>
                <a:lnTo>
                  <a:pt x="188790" y="1278255"/>
                </a:lnTo>
                <a:lnTo>
                  <a:pt x="173877" y="1260475"/>
                </a:lnTo>
                <a:lnTo>
                  <a:pt x="159599" y="1242378"/>
                </a:lnTo>
                <a:lnTo>
                  <a:pt x="145638" y="1223963"/>
                </a:lnTo>
                <a:lnTo>
                  <a:pt x="132629" y="1204913"/>
                </a:lnTo>
                <a:lnTo>
                  <a:pt x="119937" y="1185863"/>
                </a:lnTo>
                <a:lnTo>
                  <a:pt x="112005" y="1173163"/>
                </a:lnTo>
                <a:lnTo>
                  <a:pt x="104390" y="1160463"/>
                </a:lnTo>
                <a:lnTo>
                  <a:pt x="97409" y="1147445"/>
                </a:lnTo>
                <a:lnTo>
                  <a:pt x="90111" y="1134428"/>
                </a:lnTo>
                <a:lnTo>
                  <a:pt x="79641" y="1114108"/>
                </a:lnTo>
                <a:lnTo>
                  <a:pt x="69805" y="1093153"/>
                </a:lnTo>
                <a:lnTo>
                  <a:pt x="60286" y="1072198"/>
                </a:lnTo>
                <a:lnTo>
                  <a:pt x="51719" y="1050608"/>
                </a:lnTo>
                <a:lnTo>
                  <a:pt x="43469" y="1029018"/>
                </a:lnTo>
                <a:lnTo>
                  <a:pt x="36172" y="1006793"/>
                </a:lnTo>
                <a:lnTo>
                  <a:pt x="29826" y="984568"/>
                </a:lnTo>
                <a:lnTo>
                  <a:pt x="23480" y="961708"/>
                </a:lnTo>
                <a:lnTo>
                  <a:pt x="18086" y="939165"/>
                </a:lnTo>
                <a:lnTo>
                  <a:pt x="13326" y="915988"/>
                </a:lnTo>
                <a:lnTo>
                  <a:pt x="9202" y="892493"/>
                </a:lnTo>
                <a:lnTo>
                  <a:pt x="6029" y="868998"/>
                </a:lnTo>
                <a:lnTo>
                  <a:pt x="3490" y="845185"/>
                </a:lnTo>
                <a:lnTo>
                  <a:pt x="1587" y="820738"/>
                </a:lnTo>
                <a:lnTo>
                  <a:pt x="317" y="796608"/>
                </a:lnTo>
                <a:lnTo>
                  <a:pt x="0" y="772160"/>
                </a:lnTo>
                <a:lnTo>
                  <a:pt x="317" y="747713"/>
                </a:lnTo>
                <a:lnTo>
                  <a:pt x="1587" y="723583"/>
                </a:lnTo>
                <a:lnTo>
                  <a:pt x="3490" y="699453"/>
                </a:lnTo>
                <a:lnTo>
                  <a:pt x="6029" y="675640"/>
                </a:lnTo>
                <a:lnTo>
                  <a:pt x="9202" y="651828"/>
                </a:lnTo>
                <a:lnTo>
                  <a:pt x="13326" y="628650"/>
                </a:lnTo>
                <a:lnTo>
                  <a:pt x="18086" y="605473"/>
                </a:lnTo>
                <a:lnTo>
                  <a:pt x="23480" y="582295"/>
                </a:lnTo>
                <a:lnTo>
                  <a:pt x="29826" y="559753"/>
                </a:lnTo>
                <a:lnTo>
                  <a:pt x="36172" y="537528"/>
                </a:lnTo>
                <a:lnTo>
                  <a:pt x="43469" y="515620"/>
                </a:lnTo>
                <a:lnTo>
                  <a:pt x="51719" y="493713"/>
                </a:lnTo>
                <a:lnTo>
                  <a:pt x="60286" y="472440"/>
                </a:lnTo>
                <a:lnTo>
                  <a:pt x="69805" y="451168"/>
                </a:lnTo>
                <a:lnTo>
                  <a:pt x="79641" y="430530"/>
                </a:lnTo>
                <a:lnTo>
                  <a:pt x="90111" y="410210"/>
                </a:lnTo>
                <a:lnTo>
                  <a:pt x="97409" y="396875"/>
                </a:lnTo>
                <a:lnTo>
                  <a:pt x="104390" y="383858"/>
                </a:lnTo>
                <a:lnTo>
                  <a:pt x="112005" y="371158"/>
                </a:lnTo>
                <a:lnTo>
                  <a:pt x="119937" y="358775"/>
                </a:lnTo>
                <a:lnTo>
                  <a:pt x="132629" y="339090"/>
                </a:lnTo>
                <a:lnTo>
                  <a:pt x="145638" y="320040"/>
                </a:lnTo>
                <a:lnTo>
                  <a:pt x="159599" y="301625"/>
                </a:lnTo>
                <a:lnTo>
                  <a:pt x="173877" y="283528"/>
                </a:lnTo>
                <a:lnTo>
                  <a:pt x="188790" y="266065"/>
                </a:lnTo>
                <a:lnTo>
                  <a:pt x="204337" y="248920"/>
                </a:lnTo>
                <a:lnTo>
                  <a:pt x="220202" y="232093"/>
                </a:lnTo>
                <a:lnTo>
                  <a:pt x="236701" y="215900"/>
                </a:lnTo>
                <a:lnTo>
                  <a:pt x="248441" y="204470"/>
                </a:lnTo>
                <a:lnTo>
                  <a:pt x="260815" y="193358"/>
                </a:lnTo>
                <a:lnTo>
                  <a:pt x="273507" y="182245"/>
                </a:lnTo>
                <a:lnTo>
                  <a:pt x="286199" y="171768"/>
                </a:lnTo>
                <a:lnTo>
                  <a:pt x="298891" y="161925"/>
                </a:lnTo>
                <a:lnTo>
                  <a:pt x="311582" y="152400"/>
                </a:lnTo>
                <a:lnTo>
                  <a:pt x="324591" y="142558"/>
                </a:lnTo>
                <a:lnTo>
                  <a:pt x="337600" y="133668"/>
                </a:lnTo>
                <a:lnTo>
                  <a:pt x="350927" y="124460"/>
                </a:lnTo>
                <a:lnTo>
                  <a:pt x="364570" y="116205"/>
                </a:lnTo>
                <a:lnTo>
                  <a:pt x="378531" y="107633"/>
                </a:lnTo>
                <a:lnTo>
                  <a:pt x="392492" y="99695"/>
                </a:lnTo>
                <a:lnTo>
                  <a:pt x="406136" y="91758"/>
                </a:lnTo>
                <a:lnTo>
                  <a:pt x="420731" y="84455"/>
                </a:lnTo>
                <a:lnTo>
                  <a:pt x="435009" y="76835"/>
                </a:lnTo>
                <a:lnTo>
                  <a:pt x="449922" y="70168"/>
                </a:lnTo>
                <a:lnTo>
                  <a:pt x="464518" y="63818"/>
                </a:lnTo>
                <a:lnTo>
                  <a:pt x="479748" y="57150"/>
                </a:lnTo>
                <a:lnTo>
                  <a:pt x="494661" y="51118"/>
                </a:lnTo>
                <a:lnTo>
                  <a:pt x="509573" y="45720"/>
                </a:lnTo>
                <a:lnTo>
                  <a:pt x="525121" y="40005"/>
                </a:lnTo>
                <a:lnTo>
                  <a:pt x="540668" y="35243"/>
                </a:lnTo>
                <a:lnTo>
                  <a:pt x="556533" y="30480"/>
                </a:lnTo>
                <a:lnTo>
                  <a:pt x="572398" y="25718"/>
                </a:lnTo>
                <a:lnTo>
                  <a:pt x="588262" y="21908"/>
                </a:lnTo>
                <a:lnTo>
                  <a:pt x="604444" y="18098"/>
                </a:lnTo>
                <a:lnTo>
                  <a:pt x="620626" y="14605"/>
                </a:lnTo>
                <a:lnTo>
                  <a:pt x="637125" y="11748"/>
                </a:lnTo>
                <a:lnTo>
                  <a:pt x="653625" y="9208"/>
                </a:lnTo>
                <a:lnTo>
                  <a:pt x="670124" y="6350"/>
                </a:lnTo>
                <a:lnTo>
                  <a:pt x="686941" y="4445"/>
                </a:lnTo>
                <a:lnTo>
                  <a:pt x="703757" y="2858"/>
                </a:lnTo>
                <a:lnTo>
                  <a:pt x="720574" y="1588"/>
                </a:lnTo>
                <a:lnTo>
                  <a:pt x="737708" y="635"/>
                </a:lnTo>
                <a:lnTo>
                  <a:pt x="754841" y="0"/>
                </a:lnTo>
                <a:close/>
              </a:path>
            </a:pathLst>
          </a:cu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08" name="KSO_Shape"/>
          <p:cNvSpPr>
            <a:spLocks noChangeArrowheads="1"/>
          </p:cNvSpPr>
          <p:nvPr/>
        </p:nvSpPr>
        <p:spPr bwMode="auto">
          <a:xfrm>
            <a:off x="1320800" y="3575622"/>
            <a:ext cx="539750" cy="387350"/>
          </a:xfrm>
          <a:custGeom>
            <a:avLst/>
            <a:gdLst>
              <a:gd name="T0" fmla="*/ 2147483647 w 5832"/>
              <a:gd name="T1" fmla="*/ 1492712214 h 4173"/>
              <a:gd name="T2" fmla="*/ 2147483647 w 5832"/>
              <a:gd name="T3" fmla="*/ 2027831830 h 4173"/>
              <a:gd name="T4" fmla="*/ 2147483647 w 5832"/>
              <a:gd name="T5" fmla="*/ 2147483647 h 4173"/>
              <a:gd name="T6" fmla="*/ 2147483647 w 5832"/>
              <a:gd name="T7" fmla="*/ 2147483647 h 4173"/>
              <a:gd name="T8" fmla="*/ 1035211902 w 5832"/>
              <a:gd name="T9" fmla="*/ 2147483647 h 4173"/>
              <a:gd name="T10" fmla="*/ 414088204 w 5832"/>
              <a:gd name="T11" fmla="*/ 2147483647 h 4173"/>
              <a:gd name="T12" fmla="*/ 30775653 w 5832"/>
              <a:gd name="T13" fmla="*/ 2147483647 h 4173"/>
              <a:gd name="T14" fmla="*/ 61551306 w 5832"/>
              <a:gd name="T15" fmla="*/ 2027831830 h 4173"/>
              <a:gd name="T16" fmla="*/ 498021087 w 5832"/>
              <a:gd name="T17" fmla="*/ 1492712214 h 4173"/>
              <a:gd name="T18" fmla="*/ 2147483647 w 5832"/>
              <a:gd name="T19" fmla="*/ 0 h 4173"/>
              <a:gd name="T20" fmla="*/ 2147483647 w 5832"/>
              <a:gd name="T21" fmla="*/ 2147483647 h 4173"/>
              <a:gd name="T22" fmla="*/ 2147483647 w 5832"/>
              <a:gd name="T23" fmla="*/ 2147483647 h 4173"/>
              <a:gd name="T24" fmla="*/ 2147483647 w 5832"/>
              <a:gd name="T25" fmla="*/ 2147483647 h 4173"/>
              <a:gd name="T26" fmla="*/ 2147483647 w 5832"/>
              <a:gd name="T27" fmla="*/ 2147483647 h 4173"/>
              <a:gd name="T28" fmla="*/ 2147483647 w 5832"/>
              <a:gd name="T29" fmla="*/ 2147483647 h 4173"/>
              <a:gd name="T30" fmla="*/ 2147483647 w 5832"/>
              <a:gd name="T31" fmla="*/ 2147483647 h 4173"/>
              <a:gd name="T32" fmla="*/ 2147483647 w 5832"/>
              <a:gd name="T33" fmla="*/ 2147483647 h 4173"/>
              <a:gd name="T34" fmla="*/ 2147483647 w 5832"/>
              <a:gd name="T35" fmla="*/ 2147483647 h 4173"/>
              <a:gd name="T36" fmla="*/ 2147483647 w 5832"/>
              <a:gd name="T37" fmla="*/ 2147483647 h 4173"/>
              <a:gd name="T38" fmla="*/ 2147483647 w 5832"/>
              <a:gd name="T39" fmla="*/ 2147483647 h 4173"/>
              <a:gd name="T40" fmla="*/ 2147483647 w 5832"/>
              <a:gd name="T41" fmla="*/ 2147483647 h 4173"/>
              <a:gd name="T42" fmla="*/ 2147483647 w 5832"/>
              <a:gd name="T43" fmla="*/ 2147483647 h 4173"/>
              <a:gd name="T44" fmla="*/ 2147483647 w 5832"/>
              <a:gd name="T45" fmla="*/ 2147483647 h 4173"/>
              <a:gd name="T46" fmla="*/ 2147483647 w 5832"/>
              <a:gd name="T47" fmla="*/ 2147483647 h 4173"/>
              <a:gd name="T48" fmla="*/ 2147483647 w 5832"/>
              <a:gd name="T49" fmla="*/ 2147483647 h 4173"/>
              <a:gd name="T50" fmla="*/ 2147483647 w 5832"/>
              <a:gd name="T51" fmla="*/ 2147483647 h 4173"/>
              <a:gd name="T52" fmla="*/ 2147483647 w 5832"/>
              <a:gd name="T53" fmla="*/ 2147483647 h 4173"/>
              <a:gd name="T54" fmla="*/ 2147483647 w 5832"/>
              <a:gd name="T55" fmla="*/ 2147483647 h 4173"/>
              <a:gd name="T56" fmla="*/ 2147483647 w 5832"/>
              <a:gd name="T57" fmla="*/ 2147483647 h 4173"/>
              <a:gd name="T58" fmla="*/ 2147483647 w 5832"/>
              <a:gd name="T59" fmla="*/ 2147483647 h 4173"/>
              <a:gd name="T60" fmla="*/ 2147483647 w 5832"/>
              <a:gd name="T61" fmla="*/ 2147483647 h 4173"/>
              <a:gd name="T62" fmla="*/ 2147483647 w 5832"/>
              <a:gd name="T63" fmla="*/ 2147483647 h 4173"/>
              <a:gd name="T64" fmla="*/ 2147483647 w 5832"/>
              <a:gd name="T65" fmla="*/ 2147483647 h 4173"/>
              <a:gd name="T66" fmla="*/ 2147483647 w 5832"/>
              <a:gd name="T67" fmla="*/ 2147483647 h 4173"/>
              <a:gd name="T68" fmla="*/ 2147483647 w 5832"/>
              <a:gd name="T69" fmla="*/ 2147483647 h 4173"/>
              <a:gd name="T70" fmla="*/ 2147483647 w 5832"/>
              <a:gd name="T71" fmla="*/ 2147483647 h 4173"/>
              <a:gd name="T72" fmla="*/ 2147483647 w 5832"/>
              <a:gd name="T73" fmla="*/ 2147483647 h 4173"/>
              <a:gd name="T74" fmla="*/ 2147483647 w 5832"/>
              <a:gd name="T75" fmla="*/ 2147483647 h 4173"/>
              <a:gd name="T76" fmla="*/ 2147483647 w 5832"/>
              <a:gd name="T77" fmla="*/ 2147483647 h 4173"/>
              <a:gd name="T78" fmla="*/ 2147483647 w 5832"/>
              <a:gd name="T79" fmla="*/ 2147483647 h 4173"/>
              <a:gd name="T80" fmla="*/ 2147483647 w 5832"/>
              <a:gd name="T81" fmla="*/ 2147483647 h 4173"/>
              <a:gd name="T82" fmla="*/ 2147483647 w 5832"/>
              <a:gd name="T83" fmla="*/ 2147483647 h 4173"/>
              <a:gd name="T84" fmla="*/ 2147483647 w 5832"/>
              <a:gd name="T85" fmla="*/ 2147483647 h 4173"/>
              <a:gd name="T86" fmla="*/ 2147483647 w 5832"/>
              <a:gd name="T87" fmla="*/ 2147483647 h 4173"/>
              <a:gd name="T88" fmla="*/ 2147483647 w 5832"/>
              <a:gd name="T89" fmla="*/ 2147483647 h 4173"/>
              <a:gd name="T90" fmla="*/ 2147483647 w 5832"/>
              <a:gd name="T91" fmla="*/ 2147483647 h 4173"/>
              <a:gd name="T92" fmla="*/ 2147483647 w 5832"/>
              <a:gd name="T93" fmla="*/ 2147483647 h 4173"/>
              <a:gd name="T94" fmla="*/ 2147483647 w 5832"/>
              <a:gd name="T95" fmla="*/ 2147483647 h 4173"/>
              <a:gd name="T96" fmla="*/ 2147483647 w 5832"/>
              <a:gd name="T97" fmla="*/ 2147483647 h 4173"/>
              <a:gd name="T98" fmla="*/ 2147483647 w 5832"/>
              <a:gd name="T99" fmla="*/ 2147483647 h 4173"/>
              <a:gd name="T100" fmla="*/ 2147483647 w 5832"/>
              <a:gd name="T101" fmla="*/ 2147483647 h 4173"/>
              <a:gd name="T102" fmla="*/ 2147483647 w 5832"/>
              <a:gd name="T103" fmla="*/ 2147483647 h 4173"/>
              <a:gd name="T104" fmla="*/ 2147483647 w 5832"/>
              <a:gd name="T105" fmla="*/ 2147483647 h 4173"/>
              <a:gd name="T106" fmla="*/ 2147483647 w 5832"/>
              <a:gd name="T107" fmla="*/ 2147483647 h 4173"/>
              <a:gd name="T108" fmla="*/ 2147483647 w 5832"/>
              <a:gd name="T109" fmla="*/ 2147483647 h 4173"/>
              <a:gd name="T110" fmla="*/ 2147483647 w 5832"/>
              <a:gd name="T111" fmla="*/ 2147483647 h 4173"/>
              <a:gd name="T112" fmla="*/ 2147483647 w 5832"/>
              <a:gd name="T113" fmla="*/ 2147483647 h 4173"/>
              <a:gd name="T114" fmla="*/ 2147483647 w 5832"/>
              <a:gd name="T115" fmla="*/ 2147483647 h 4173"/>
              <a:gd name="T116" fmla="*/ 2147483647 w 5832"/>
              <a:gd name="T117" fmla="*/ 2147483647 h 4173"/>
              <a:gd name="T118" fmla="*/ 2147483647 w 5832"/>
              <a:gd name="T119" fmla="*/ 2147483647 h 417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5832"/>
              <a:gd name="T181" fmla="*/ 0 h 4173"/>
              <a:gd name="T182" fmla="*/ 5832 w 5832"/>
              <a:gd name="T183" fmla="*/ 4173 h 4173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5832" h="4173">
                <a:moveTo>
                  <a:pt x="370" y="477"/>
                </a:moveTo>
                <a:lnTo>
                  <a:pt x="5462" y="477"/>
                </a:lnTo>
                <a:lnTo>
                  <a:pt x="5481" y="477"/>
                </a:lnTo>
                <a:lnTo>
                  <a:pt x="5500" y="478"/>
                </a:lnTo>
                <a:lnTo>
                  <a:pt x="5518" y="480"/>
                </a:lnTo>
                <a:lnTo>
                  <a:pt x="5537" y="484"/>
                </a:lnTo>
                <a:lnTo>
                  <a:pt x="5554" y="488"/>
                </a:lnTo>
                <a:lnTo>
                  <a:pt x="5571" y="494"/>
                </a:lnTo>
                <a:lnTo>
                  <a:pt x="5589" y="499"/>
                </a:lnTo>
                <a:lnTo>
                  <a:pt x="5606" y="506"/>
                </a:lnTo>
                <a:lnTo>
                  <a:pt x="5622" y="513"/>
                </a:lnTo>
                <a:lnTo>
                  <a:pt x="5638" y="521"/>
                </a:lnTo>
                <a:lnTo>
                  <a:pt x="5654" y="530"/>
                </a:lnTo>
                <a:lnTo>
                  <a:pt x="5668" y="539"/>
                </a:lnTo>
                <a:lnTo>
                  <a:pt x="5683" y="550"/>
                </a:lnTo>
                <a:lnTo>
                  <a:pt x="5697" y="562"/>
                </a:lnTo>
                <a:lnTo>
                  <a:pt x="5710" y="573"/>
                </a:lnTo>
                <a:lnTo>
                  <a:pt x="5723" y="585"/>
                </a:lnTo>
                <a:lnTo>
                  <a:pt x="5735" y="598"/>
                </a:lnTo>
                <a:lnTo>
                  <a:pt x="5747" y="612"/>
                </a:lnTo>
                <a:lnTo>
                  <a:pt x="5758" y="625"/>
                </a:lnTo>
                <a:lnTo>
                  <a:pt x="5768" y="640"/>
                </a:lnTo>
                <a:lnTo>
                  <a:pt x="5778" y="655"/>
                </a:lnTo>
                <a:lnTo>
                  <a:pt x="5787" y="670"/>
                </a:lnTo>
                <a:lnTo>
                  <a:pt x="5795" y="686"/>
                </a:lnTo>
                <a:lnTo>
                  <a:pt x="5803" y="702"/>
                </a:lnTo>
                <a:lnTo>
                  <a:pt x="5810" y="720"/>
                </a:lnTo>
                <a:lnTo>
                  <a:pt x="5815" y="737"/>
                </a:lnTo>
                <a:lnTo>
                  <a:pt x="5820" y="754"/>
                </a:lnTo>
                <a:lnTo>
                  <a:pt x="5824" y="772"/>
                </a:lnTo>
                <a:lnTo>
                  <a:pt x="5828" y="790"/>
                </a:lnTo>
                <a:lnTo>
                  <a:pt x="5830" y="808"/>
                </a:lnTo>
                <a:lnTo>
                  <a:pt x="5831" y="827"/>
                </a:lnTo>
                <a:lnTo>
                  <a:pt x="5832" y="846"/>
                </a:lnTo>
                <a:lnTo>
                  <a:pt x="5832" y="3803"/>
                </a:lnTo>
                <a:lnTo>
                  <a:pt x="5831" y="3822"/>
                </a:lnTo>
                <a:lnTo>
                  <a:pt x="5830" y="3841"/>
                </a:lnTo>
                <a:lnTo>
                  <a:pt x="5828" y="3858"/>
                </a:lnTo>
                <a:lnTo>
                  <a:pt x="5824" y="3877"/>
                </a:lnTo>
                <a:lnTo>
                  <a:pt x="5820" y="3895"/>
                </a:lnTo>
                <a:lnTo>
                  <a:pt x="5815" y="3912"/>
                </a:lnTo>
                <a:lnTo>
                  <a:pt x="5810" y="3930"/>
                </a:lnTo>
                <a:lnTo>
                  <a:pt x="5803" y="3947"/>
                </a:lnTo>
                <a:lnTo>
                  <a:pt x="5795" y="3962"/>
                </a:lnTo>
                <a:lnTo>
                  <a:pt x="5787" y="3979"/>
                </a:lnTo>
                <a:lnTo>
                  <a:pt x="5778" y="3994"/>
                </a:lnTo>
                <a:lnTo>
                  <a:pt x="5768" y="4009"/>
                </a:lnTo>
                <a:lnTo>
                  <a:pt x="5758" y="4023"/>
                </a:lnTo>
                <a:lnTo>
                  <a:pt x="5747" y="4038"/>
                </a:lnTo>
                <a:lnTo>
                  <a:pt x="5735" y="4051"/>
                </a:lnTo>
                <a:lnTo>
                  <a:pt x="5723" y="4064"/>
                </a:lnTo>
                <a:lnTo>
                  <a:pt x="5710" y="4076"/>
                </a:lnTo>
                <a:lnTo>
                  <a:pt x="5697" y="4088"/>
                </a:lnTo>
                <a:lnTo>
                  <a:pt x="5683" y="4098"/>
                </a:lnTo>
                <a:lnTo>
                  <a:pt x="5668" y="4109"/>
                </a:lnTo>
                <a:lnTo>
                  <a:pt x="5654" y="4118"/>
                </a:lnTo>
                <a:lnTo>
                  <a:pt x="5638" y="4127"/>
                </a:lnTo>
                <a:lnTo>
                  <a:pt x="5622" y="4136"/>
                </a:lnTo>
                <a:lnTo>
                  <a:pt x="5606" y="4143"/>
                </a:lnTo>
                <a:lnTo>
                  <a:pt x="5589" y="4149"/>
                </a:lnTo>
                <a:lnTo>
                  <a:pt x="5571" y="4156"/>
                </a:lnTo>
                <a:lnTo>
                  <a:pt x="5554" y="4160"/>
                </a:lnTo>
                <a:lnTo>
                  <a:pt x="5537" y="4165"/>
                </a:lnTo>
                <a:lnTo>
                  <a:pt x="5518" y="4168"/>
                </a:lnTo>
                <a:lnTo>
                  <a:pt x="5500" y="4171"/>
                </a:lnTo>
                <a:lnTo>
                  <a:pt x="5481" y="4172"/>
                </a:lnTo>
                <a:lnTo>
                  <a:pt x="5462" y="4173"/>
                </a:lnTo>
                <a:lnTo>
                  <a:pt x="370" y="4173"/>
                </a:lnTo>
                <a:lnTo>
                  <a:pt x="351" y="4172"/>
                </a:lnTo>
                <a:lnTo>
                  <a:pt x="332" y="4171"/>
                </a:lnTo>
                <a:lnTo>
                  <a:pt x="313" y="4168"/>
                </a:lnTo>
                <a:lnTo>
                  <a:pt x="295" y="4165"/>
                </a:lnTo>
                <a:lnTo>
                  <a:pt x="277" y="4160"/>
                </a:lnTo>
                <a:lnTo>
                  <a:pt x="259" y="4156"/>
                </a:lnTo>
                <a:lnTo>
                  <a:pt x="243" y="4149"/>
                </a:lnTo>
                <a:lnTo>
                  <a:pt x="226" y="4143"/>
                </a:lnTo>
                <a:lnTo>
                  <a:pt x="209" y="4136"/>
                </a:lnTo>
                <a:lnTo>
                  <a:pt x="194" y="4127"/>
                </a:lnTo>
                <a:lnTo>
                  <a:pt x="178" y="4118"/>
                </a:lnTo>
                <a:lnTo>
                  <a:pt x="162" y="4109"/>
                </a:lnTo>
                <a:lnTo>
                  <a:pt x="148" y="4098"/>
                </a:lnTo>
                <a:lnTo>
                  <a:pt x="134" y="4088"/>
                </a:lnTo>
                <a:lnTo>
                  <a:pt x="121" y="4076"/>
                </a:lnTo>
                <a:lnTo>
                  <a:pt x="108" y="4064"/>
                </a:lnTo>
                <a:lnTo>
                  <a:pt x="95" y="4051"/>
                </a:lnTo>
                <a:lnTo>
                  <a:pt x="84" y="4038"/>
                </a:lnTo>
                <a:lnTo>
                  <a:pt x="73" y="4023"/>
                </a:lnTo>
                <a:lnTo>
                  <a:pt x="63" y="4009"/>
                </a:lnTo>
                <a:lnTo>
                  <a:pt x="53" y="3994"/>
                </a:lnTo>
                <a:lnTo>
                  <a:pt x="44" y="3979"/>
                </a:lnTo>
                <a:lnTo>
                  <a:pt x="36" y="3962"/>
                </a:lnTo>
                <a:lnTo>
                  <a:pt x="29" y="3947"/>
                </a:lnTo>
                <a:lnTo>
                  <a:pt x="22" y="3930"/>
                </a:lnTo>
                <a:lnTo>
                  <a:pt x="16" y="3912"/>
                </a:lnTo>
                <a:lnTo>
                  <a:pt x="11" y="3895"/>
                </a:lnTo>
                <a:lnTo>
                  <a:pt x="7" y="3877"/>
                </a:lnTo>
                <a:lnTo>
                  <a:pt x="4" y="3858"/>
                </a:lnTo>
                <a:lnTo>
                  <a:pt x="2" y="3841"/>
                </a:lnTo>
                <a:lnTo>
                  <a:pt x="0" y="3822"/>
                </a:lnTo>
                <a:lnTo>
                  <a:pt x="0" y="3803"/>
                </a:lnTo>
                <a:lnTo>
                  <a:pt x="0" y="846"/>
                </a:lnTo>
                <a:lnTo>
                  <a:pt x="0" y="827"/>
                </a:lnTo>
                <a:lnTo>
                  <a:pt x="2" y="808"/>
                </a:lnTo>
                <a:lnTo>
                  <a:pt x="4" y="790"/>
                </a:lnTo>
                <a:lnTo>
                  <a:pt x="7" y="772"/>
                </a:lnTo>
                <a:lnTo>
                  <a:pt x="11" y="754"/>
                </a:lnTo>
                <a:lnTo>
                  <a:pt x="16" y="737"/>
                </a:lnTo>
                <a:lnTo>
                  <a:pt x="22" y="720"/>
                </a:lnTo>
                <a:lnTo>
                  <a:pt x="29" y="702"/>
                </a:lnTo>
                <a:lnTo>
                  <a:pt x="36" y="686"/>
                </a:lnTo>
                <a:lnTo>
                  <a:pt x="44" y="670"/>
                </a:lnTo>
                <a:lnTo>
                  <a:pt x="53" y="655"/>
                </a:lnTo>
                <a:lnTo>
                  <a:pt x="63" y="640"/>
                </a:lnTo>
                <a:lnTo>
                  <a:pt x="73" y="625"/>
                </a:lnTo>
                <a:lnTo>
                  <a:pt x="84" y="612"/>
                </a:lnTo>
                <a:lnTo>
                  <a:pt x="95" y="598"/>
                </a:lnTo>
                <a:lnTo>
                  <a:pt x="108" y="585"/>
                </a:lnTo>
                <a:lnTo>
                  <a:pt x="121" y="573"/>
                </a:lnTo>
                <a:lnTo>
                  <a:pt x="134" y="562"/>
                </a:lnTo>
                <a:lnTo>
                  <a:pt x="148" y="550"/>
                </a:lnTo>
                <a:lnTo>
                  <a:pt x="162" y="539"/>
                </a:lnTo>
                <a:lnTo>
                  <a:pt x="178" y="530"/>
                </a:lnTo>
                <a:lnTo>
                  <a:pt x="194" y="521"/>
                </a:lnTo>
                <a:lnTo>
                  <a:pt x="209" y="513"/>
                </a:lnTo>
                <a:lnTo>
                  <a:pt x="226" y="506"/>
                </a:lnTo>
                <a:lnTo>
                  <a:pt x="243" y="499"/>
                </a:lnTo>
                <a:lnTo>
                  <a:pt x="259" y="494"/>
                </a:lnTo>
                <a:lnTo>
                  <a:pt x="277" y="488"/>
                </a:lnTo>
                <a:lnTo>
                  <a:pt x="295" y="484"/>
                </a:lnTo>
                <a:lnTo>
                  <a:pt x="313" y="480"/>
                </a:lnTo>
                <a:lnTo>
                  <a:pt x="332" y="478"/>
                </a:lnTo>
                <a:lnTo>
                  <a:pt x="351" y="477"/>
                </a:lnTo>
                <a:lnTo>
                  <a:pt x="370" y="477"/>
                </a:lnTo>
                <a:close/>
                <a:moveTo>
                  <a:pt x="542" y="0"/>
                </a:moveTo>
                <a:lnTo>
                  <a:pt x="1703" y="0"/>
                </a:lnTo>
                <a:lnTo>
                  <a:pt x="1703" y="350"/>
                </a:lnTo>
                <a:lnTo>
                  <a:pt x="542" y="350"/>
                </a:lnTo>
                <a:lnTo>
                  <a:pt x="542" y="0"/>
                </a:lnTo>
                <a:close/>
                <a:moveTo>
                  <a:pt x="4019" y="1725"/>
                </a:moveTo>
                <a:lnTo>
                  <a:pt x="4019" y="1725"/>
                </a:lnTo>
                <a:lnTo>
                  <a:pt x="3983" y="1726"/>
                </a:lnTo>
                <a:lnTo>
                  <a:pt x="3946" y="1729"/>
                </a:lnTo>
                <a:lnTo>
                  <a:pt x="3910" y="1734"/>
                </a:lnTo>
                <a:lnTo>
                  <a:pt x="3874" y="1740"/>
                </a:lnTo>
                <a:lnTo>
                  <a:pt x="3840" y="1747"/>
                </a:lnTo>
                <a:lnTo>
                  <a:pt x="3806" y="1758"/>
                </a:lnTo>
                <a:lnTo>
                  <a:pt x="3773" y="1769"/>
                </a:lnTo>
                <a:lnTo>
                  <a:pt x="3740" y="1782"/>
                </a:lnTo>
                <a:lnTo>
                  <a:pt x="3708" y="1797"/>
                </a:lnTo>
                <a:lnTo>
                  <a:pt x="3677" y="1812"/>
                </a:lnTo>
                <a:lnTo>
                  <a:pt x="3647" y="1829"/>
                </a:lnTo>
                <a:lnTo>
                  <a:pt x="3618" y="1848"/>
                </a:lnTo>
                <a:lnTo>
                  <a:pt x="3590" y="1868"/>
                </a:lnTo>
                <a:lnTo>
                  <a:pt x="3563" y="1889"/>
                </a:lnTo>
                <a:lnTo>
                  <a:pt x="3537" y="1911"/>
                </a:lnTo>
                <a:lnTo>
                  <a:pt x="3512" y="1936"/>
                </a:lnTo>
                <a:lnTo>
                  <a:pt x="3488" y="1960"/>
                </a:lnTo>
                <a:lnTo>
                  <a:pt x="3465" y="1987"/>
                </a:lnTo>
                <a:lnTo>
                  <a:pt x="3444" y="2014"/>
                </a:lnTo>
                <a:lnTo>
                  <a:pt x="3424" y="2042"/>
                </a:lnTo>
                <a:lnTo>
                  <a:pt x="3405" y="2071"/>
                </a:lnTo>
                <a:lnTo>
                  <a:pt x="3388" y="2101"/>
                </a:lnTo>
                <a:lnTo>
                  <a:pt x="3372" y="2132"/>
                </a:lnTo>
                <a:lnTo>
                  <a:pt x="3358" y="2164"/>
                </a:lnTo>
                <a:lnTo>
                  <a:pt x="3345" y="2197"/>
                </a:lnTo>
                <a:lnTo>
                  <a:pt x="3334" y="2230"/>
                </a:lnTo>
                <a:lnTo>
                  <a:pt x="3324" y="2264"/>
                </a:lnTo>
                <a:lnTo>
                  <a:pt x="3316" y="2298"/>
                </a:lnTo>
                <a:lnTo>
                  <a:pt x="3309" y="2334"/>
                </a:lnTo>
                <a:lnTo>
                  <a:pt x="3305" y="2369"/>
                </a:lnTo>
                <a:lnTo>
                  <a:pt x="3303" y="2406"/>
                </a:lnTo>
                <a:lnTo>
                  <a:pt x="3302" y="2443"/>
                </a:lnTo>
                <a:lnTo>
                  <a:pt x="3303" y="2480"/>
                </a:lnTo>
                <a:lnTo>
                  <a:pt x="3305" y="2517"/>
                </a:lnTo>
                <a:lnTo>
                  <a:pt x="3309" y="2552"/>
                </a:lnTo>
                <a:lnTo>
                  <a:pt x="3316" y="2587"/>
                </a:lnTo>
                <a:lnTo>
                  <a:pt x="3324" y="2622"/>
                </a:lnTo>
                <a:lnTo>
                  <a:pt x="3334" y="2656"/>
                </a:lnTo>
                <a:lnTo>
                  <a:pt x="3345" y="2689"/>
                </a:lnTo>
                <a:lnTo>
                  <a:pt x="3358" y="2722"/>
                </a:lnTo>
                <a:lnTo>
                  <a:pt x="3372" y="2754"/>
                </a:lnTo>
                <a:lnTo>
                  <a:pt x="3388" y="2784"/>
                </a:lnTo>
                <a:lnTo>
                  <a:pt x="3405" y="2814"/>
                </a:lnTo>
                <a:lnTo>
                  <a:pt x="3424" y="2843"/>
                </a:lnTo>
                <a:lnTo>
                  <a:pt x="3444" y="2872"/>
                </a:lnTo>
                <a:lnTo>
                  <a:pt x="3465" y="2899"/>
                </a:lnTo>
                <a:lnTo>
                  <a:pt x="3488" y="2924"/>
                </a:lnTo>
                <a:lnTo>
                  <a:pt x="3512" y="2950"/>
                </a:lnTo>
                <a:lnTo>
                  <a:pt x="3537" y="2973"/>
                </a:lnTo>
                <a:lnTo>
                  <a:pt x="3563" y="2997"/>
                </a:lnTo>
                <a:lnTo>
                  <a:pt x="3590" y="3018"/>
                </a:lnTo>
                <a:lnTo>
                  <a:pt x="3618" y="3038"/>
                </a:lnTo>
                <a:lnTo>
                  <a:pt x="3647" y="3056"/>
                </a:lnTo>
                <a:lnTo>
                  <a:pt x="3677" y="3074"/>
                </a:lnTo>
                <a:lnTo>
                  <a:pt x="3708" y="3089"/>
                </a:lnTo>
                <a:lnTo>
                  <a:pt x="3740" y="3104"/>
                </a:lnTo>
                <a:lnTo>
                  <a:pt x="3773" y="3117"/>
                </a:lnTo>
                <a:lnTo>
                  <a:pt x="3806" y="3128"/>
                </a:lnTo>
                <a:lnTo>
                  <a:pt x="3840" y="3137"/>
                </a:lnTo>
                <a:lnTo>
                  <a:pt x="3874" y="3145"/>
                </a:lnTo>
                <a:lnTo>
                  <a:pt x="3910" y="3152"/>
                </a:lnTo>
                <a:lnTo>
                  <a:pt x="3946" y="3156"/>
                </a:lnTo>
                <a:lnTo>
                  <a:pt x="3983" y="3160"/>
                </a:lnTo>
                <a:lnTo>
                  <a:pt x="4019" y="3161"/>
                </a:lnTo>
                <a:lnTo>
                  <a:pt x="4056" y="3160"/>
                </a:lnTo>
                <a:lnTo>
                  <a:pt x="4092" y="3156"/>
                </a:lnTo>
                <a:lnTo>
                  <a:pt x="4129" y="3152"/>
                </a:lnTo>
                <a:lnTo>
                  <a:pt x="4163" y="3145"/>
                </a:lnTo>
                <a:lnTo>
                  <a:pt x="4198" y="3137"/>
                </a:lnTo>
                <a:lnTo>
                  <a:pt x="4232" y="3128"/>
                </a:lnTo>
                <a:lnTo>
                  <a:pt x="4266" y="3117"/>
                </a:lnTo>
                <a:lnTo>
                  <a:pt x="4298" y="3104"/>
                </a:lnTo>
                <a:lnTo>
                  <a:pt x="4329" y="3089"/>
                </a:lnTo>
                <a:lnTo>
                  <a:pt x="4361" y="3074"/>
                </a:lnTo>
                <a:lnTo>
                  <a:pt x="4391" y="3056"/>
                </a:lnTo>
                <a:lnTo>
                  <a:pt x="4420" y="3038"/>
                </a:lnTo>
                <a:lnTo>
                  <a:pt x="4447" y="3018"/>
                </a:lnTo>
                <a:lnTo>
                  <a:pt x="4475" y="2997"/>
                </a:lnTo>
                <a:lnTo>
                  <a:pt x="4501" y="2973"/>
                </a:lnTo>
                <a:lnTo>
                  <a:pt x="4527" y="2950"/>
                </a:lnTo>
                <a:lnTo>
                  <a:pt x="4550" y="2924"/>
                </a:lnTo>
                <a:lnTo>
                  <a:pt x="4572" y="2899"/>
                </a:lnTo>
                <a:lnTo>
                  <a:pt x="4595" y="2872"/>
                </a:lnTo>
                <a:lnTo>
                  <a:pt x="4614" y="2843"/>
                </a:lnTo>
                <a:lnTo>
                  <a:pt x="4633" y="2814"/>
                </a:lnTo>
                <a:lnTo>
                  <a:pt x="4650" y="2784"/>
                </a:lnTo>
                <a:lnTo>
                  <a:pt x="4666" y="2754"/>
                </a:lnTo>
                <a:lnTo>
                  <a:pt x="4680" y="2722"/>
                </a:lnTo>
                <a:lnTo>
                  <a:pt x="4693" y="2689"/>
                </a:lnTo>
                <a:lnTo>
                  <a:pt x="4705" y="2656"/>
                </a:lnTo>
                <a:lnTo>
                  <a:pt x="4714" y="2622"/>
                </a:lnTo>
                <a:lnTo>
                  <a:pt x="4722" y="2587"/>
                </a:lnTo>
                <a:lnTo>
                  <a:pt x="4728" y="2552"/>
                </a:lnTo>
                <a:lnTo>
                  <a:pt x="4733" y="2517"/>
                </a:lnTo>
                <a:lnTo>
                  <a:pt x="4736" y="2480"/>
                </a:lnTo>
                <a:lnTo>
                  <a:pt x="4736" y="2443"/>
                </a:lnTo>
                <a:lnTo>
                  <a:pt x="4736" y="2406"/>
                </a:lnTo>
                <a:lnTo>
                  <a:pt x="4733" y="2369"/>
                </a:lnTo>
                <a:lnTo>
                  <a:pt x="4728" y="2334"/>
                </a:lnTo>
                <a:lnTo>
                  <a:pt x="4722" y="2298"/>
                </a:lnTo>
                <a:lnTo>
                  <a:pt x="4714" y="2264"/>
                </a:lnTo>
                <a:lnTo>
                  <a:pt x="4705" y="2230"/>
                </a:lnTo>
                <a:lnTo>
                  <a:pt x="4693" y="2197"/>
                </a:lnTo>
                <a:lnTo>
                  <a:pt x="4680" y="2164"/>
                </a:lnTo>
                <a:lnTo>
                  <a:pt x="4666" y="2132"/>
                </a:lnTo>
                <a:lnTo>
                  <a:pt x="4650" y="2101"/>
                </a:lnTo>
                <a:lnTo>
                  <a:pt x="4633" y="2071"/>
                </a:lnTo>
                <a:lnTo>
                  <a:pt x="4614" y="2042"/>
                </a:lnTo>
                <a:lnTo>
                  <a:pt x="4595" y="2014"/>
                </a:lnTo>
                <a:lnTo>
                  <a:pt x="4572" y="1987"/>
                </a:lnTo>
                <a:lnTo>
                  <a:pt x="4550" y="1960"/>
                </a:lnTo>
                <a:lnTo>
                  <a:pt x="4527" y="1936"/>
                </a:lnTo>
                <a:lnTo>
                  <a:pt x="4501" y="1911"/>
                </a:lnTo>
                <a:lnTo>
                  <a:pt x="4475" y="1889"/>
                </a:lnTo>
                <a:lnTo>
                  <a:pt x="4447" y="1868"/>
                </a:lnTo>
                <a:lnTo>
                  <a:pt x="4420" y="1848"/>
                </a:lnTo>
                <a:lnTo>
                  <a:pt x="4391" y="1829"/>
                </a:lnTo>
                <a:lnTo>
                  <a:pt x="4361" y="1812"/>
                </a:lnTo>
                <a:lnTo>
                  <a:pt x="4329" y="1797"/>
                </a:lnTo>
                <a:lnTo>
                  <a:pt x="4298" y="1782"/>
                </a:lnTo>
                <a:lnTo>
                  <a:pt x="4266" y="1769"/>
                </a:lnTo>
                <a:lnTo>
                  <a:pt x="4232" y="1758"/>
                </a:lnTo>
                <a:lnTo>
                  <a:pt x="4198" y="1747"/>
                </a:lnTo>
                <a:lnTo>
                  <a:pt x="4163" y="1740"/>
                </a:lnTo>
                <a:lnTo>
                  <a:pt x="4129" y="1734"/>
                </a:lnTo>
                <a:lnTo>
                  <a:pt x="4092" y="1729"/>
                </a:lnTo>
                <a:lnTo>
                  <a:pt x="4056" y="1726"/>
                </a:lnTo>
                <a:lnTo>
                  <a:pt x="4019" y="1725"/>
                </a:lnTo>
                <a:close/>
                <a:moveTo>
                  <a:pt x="1375" y="838"/>
                </a:moveTo>
                <a:lnTo>
                  <a:pt x="1375" y="3754"/>
                </a:lnTo>
                <a:lnTo>
                  <a:pt x="1591" y="3754"/>
                </a:lnTo>
                <a:lnTo>
                  <a:pt x="1591" y="838"/>
                </a:lnTo>
                <a:lnTo>
                  <a:pt x="1375" y="838"/>
                </a:lnTo>
                <a:close/>
                <a:moveTo>
                  <a:pt x="1841" y="690"/>
                </a:moveTo>
                <a:lnTo>
                  <a:pt x="1841" y="1260"/>
                </a:lnTo>
                <a:lnTo>
                  <a:pt x="2899" y="1260"/>
                </a:lnTo>
                <a:lnTo>
                  <a:pt x="2899" y="690"/>
                </a:lnTo>
                <a:lnTo>
                  <a:pt x="1841" y="690"/>
                </a:lnTo>
                <a:close/>
                <a:moveTo>
                  <a:pt x="4019" y="1003"/>
                </a:moveTo>
                <a:lnTo>
                  <a:pt x="4019" y="1003"/>
                </a:lnTo>
                <a:lnTo>
                  <a:pt x="3982" y="1004"/>
                </a:lnTo>
                <a:lnTo>
                  <a:pt x="3945" y="1005"/>
                </a:lnTo>
                <a:lnTo>
                  <a:pt x="3908" y="1007"/>
                </a:lnTo>
                <a:lnTo>
                  <a:pt x="3872" y="1011"/>
                </a:lnTo>
                <a:lnTo>
                  <a:pt x="3835" y="1015"/>
                </a:lnTo>
                <a:lnTo>
                  <a:pt x="3800" y="1020"/>
                </a:lnTo>
                <a:lnTo>
                  <a:pt x="3764" y="1026"/>
                </a:lnTo>
                <a:lnTo>
                  <a:pt x="3728" y="1033"/>
                </a:lnTo>
                <a:lnTo>
                  <a:pt x="3694" y="1040"/>
                </a:lnTo>
                <a:lnTo>
                  <a:pt x="3659" y="1049"/>
                </a:lnTo>
                <a:lnTo>
                  <a:pt x="3625" y="1058"/>
                </a:lnTo>
                <a:lnTo>
                  <a:pt x="3591" y="1068"/>
                </a:lnTo>
                <a:lnTo>
                  <a:pt x="3558" y="1079"/>
                </a:lnTo>
                <a:lnTo>
                  <a:pt x="3524" y="1091"/>
                </a:lnTo>
                <a:lnTo>
                  <a:pt x="3491" y="1103"/>
                </a:lnTo>
                <a:lnTo>
                  <a:pt x="3459" y="1117"/>
                </a:lnTo>
                <a:lnTo>
                  <a:pt x="3426" y="1130"/>
                </a:lnTo>
                <a:lnTo>
                  <a:pt x="3395" y="1146"/>
                </a:lnTo>
                <a:lnTo>
                  <a:pt x="3364" y="1161"/>
                </a:lnTo>
                <a:lnTo>
                  <a:pt x="3333" y="1177"/>
                </a:lnTo>
                <a:lnTo>
                  <a:pt x="3303" y="1194"/>
                </a:lnTo>
                <a:lnTo>
                  <a:pt x="3273" y="1211"/>
                </a:lnTo>
                <a:lnTo>
                  <a:pt x="3244" y="1230"/>
                </a:lnTo>
                <a:lnTo>
                  <a:pt x="3215" y="1249"/>
                </a:lnTo>
                <a:lnTo>
                  <a:pt x="3186" y="1269"/>
                </a:lnTo>
                <a:lnTo>
                  <a:pt x="3158" y="1289"/>
                </a:lnTo>
                <a:lnTo>
                  <a:pt x="3130" y="1311"/>
                </a:lnTo>
                <a:lnTo>
                  <a:pt x="3103" y="1332"/>
                </a:lnTo>
                <a:lnTo>
                  <a:pt x="3077" y="1354"/>
                </a:lnTo>
                <a:lnTo>
                  <a:pt x="3051" y="1377"/>
                </a:lnTo>
                <a:lnTo>
                  <a:pt x="3026" y="1401"/>
                </a:lnTo>
                <a:lnTo>
                  <a:pt x="3001" y="1425"/>
                </a:lnTo>
                <a:lnTo>
                  <a:pt x="2977" y="1450"/>
                </a:lnTo>
                <a:lnTo>
                  <a:pt x="2954" y="1474"/>
                </a:lnTo>
                <a:lnTo>
                  <a:pt x="2930" y="1501"/>
                </a:lnTo>
                <a:lnTo>
                  <a:pt x="2908" y="1527"/>
                </a:lnTo>
                <a:lnTo>
                  <a:pt x="2887" y="1554"/>
                </a:lnTo>
                <a:lnTo>
                  <a:pt x="2866" y="1581"/>
                </a:lnTo>
                <a:lnTo>
                  <a:pt x="2844" y="1609"/>
                </a:lnTo>
                <a:lnTo>
                  <a:pt x="2826" y="1638"/>
                </a:lnTo>
                <a:lnTo>
                  <a:pt x="2807" y="1667"/>
                </a:lnTo>
                <a:lnTo>
                  <a:pt x="2788" y="1696"/>
                </a:lnTo>
                <a:lnTo>
                  <a:pt x="2770" y="1726"/>
                </a:lnTo>
                <a:lnTo>
                  <a:pt x="2753" y="1756"/>
                </a:lnTo>
                <a:lnTo>
                  <a:pt x="2737" y="1788"/>
                </a:lnTo>
                <a:lnTo>
                  <a:pt x="2722" y="1819"/>
                </a:lnTo>
                <a:lnTo>
                  <a:pt x="2706" y="1850"/>
                </a:lnTo>
                <a:lnTo>
                  <a:pt x="2693" y="1882"/>
                </a:lnTo>
                <a:lnTo>
                  <a:pt x="2679" y="1915"/>
                </a:lnTo>
                <a:lnTo>
                  <a:pt x="2667" y="1948"/>
                </a:lnTo>
                <a:lnTo>
                  <a:pt x="2655" y="1982"/>
                </a:lnTo>
                <a:lnTo>
                  <a:pt x="2644" y="2015"/>
                </a:lnTo>
                <a:lnTo>
                  <a:pt x="2634" y="2048"/>
                </a:lnTo>
                <a:lnTo>
                  <a:pt x="2625" y="2083"/>
                </a:lnTo>
                <a:lnTo>
                  <a:pt x="2616" y="2118"/>
                </a:lnTo>
                <a:lnTo>
                  <a:pt x="2609" y="2153"/>
                </a:lnTo>
                <a:lnTo>
                  <a:pt x="2601" y="2188"/>
                </a:lnTo>
                <a:lnTo>
                  <a:pt x="2596" y="2223"/>
                </a:lnTo>
                <a:lnTo>
                  <a:pt x="2591" y="2259"/>
                </a:lnTo>
                <a:lnTo>
                  <a:pt x="2587" y="2296"/>
                </a:lnTo>
                <a:lnTo>
                  <a:pt x="2584" y="2332"/>
                </a:lnTo>
                <a:lnTo>
                  <a:pt x="2581" y="2368"/>
                </a:lnTo>
                <a:lnTo>
                  <a:pt x="2580" y="2405"/>
                </a:lnTo>
                <a:lnTo>
                  <a:pt x="2579" y="2443"/>
                </a:lnTo>
                <a:lnTo>
                  <a:pt x="2580" y="2480"/>
                </a:lnTo>
                <a:lnTo>
                  <a:pt x="2581" y="2517"/>
                </a:lnTo>
                <a:lnTo>
                  <a:pt x="2584" y="2553"/>
                </a:lnTo>
                <a:lnTo>
                  <a:pt x="2587" y="2590"/>
                </a:lnTo>
                <a:lnTo>
                  <a:pt x="2591" y="2626"/>
                </a:lnTo>
                <a:lnTo>
                  <a:pt x="2596" y="2661"/>
                </a:lnTo>
                <a:lnTo>
                  <a:pt x="2601" y="2697"/>
                </a:lnTo>
                <a:lnTo>
                  <a:pt x="2609" y="2733"/>
                </a:lnTo>
                <a:lnTo>
                  <a:pt x="2616" y="2767"/>
                </a:lnTo>
                <a:lnTo>
                  <a:pt x="2625" y="2803"/>
                </a:lnTo>
                <a:lnTo>
                  <a:pt x="2634" y="2836"/>
                </a:lnTo>
                <a:lnTo>
                  <a:pt x="2644" y="2871"/>
                </a:lnTo>
                <a:lnTo>
                  <a:pt x="2655" y="2904"/>
                </a:lnTo>
                <a:lnTo>
                  <a:pt x="2667" y="2938"/>
                </a:lnTo>
                <a:lnTo>
                  <a:pt x="2679" y="2970"/>
                </a:lnTo>
                <a:lnTo>
                  <a:pt x="2693" y="3004"/>
                </a:lnTo>
                <a:lnTo>
                  <a:pt x="2706" y="3035"/>
                </a:lnTo>
                <a:lnTo>
                  <a:pt x="2722" y="3067"/>
                </a:lnTo>
                <a:lnTo>
                  <a:pt x="2737" y="3098"/>
                </a:lnTo>
                <a:lnTo>
                  <a:pt x="2753" y="3128"/>
                </a:lnTo>
                <a:lnTo>
                  <a:pt x="2770" y="3160"/>
                </a:lnTo>
                <a:lnTo>
                  <a:pt x="2788" y="3189"/>
                </a:lnTo>
                <a:lnTo>
                  <a:pt x="2807" y="3219"/>
                </a:lnTo>
                <a:lnTo>
                  <a:pt x="2826" y="3248"/>
                </a:lnTo>
                <a:lnTo>
                  <a:pt x="2844" y="3276"/>
                </a:lnTo>
                <a:lnTo>
                  <a:pt x="2866" y="3305"/>
                </a:lnTo>
                <a:lnTo>
                  <a:pt x="2887" y="3331"/>
                </a:lnTo>
                <a:lnTo>
                  <a:pt x="2908" y="3358"/>
                </a:lnTo>
                <a:lnTo>
                  <a:pt x="2930" y="3385"/>
                </a:lnTo>
                <a:lnTo>
                  <a:pt x="2954" y="3410"/>
                </a:lnTo>
                <a:lnTo>
                  <a:pt x="2977" y="3436"/>
                </a:lnTo>
                <a:lnTo>
                  <a:pt x="3001" y="3461"/>
                </a:lnTo>
                <a:lnTo>
                  <a:pt x="3026" y="3485"/>
                </a:lnTo>
                <a:lnTo>
                  <a:pt x="3051" y="3508"/>
                </a:lnTo>
                <a:lnTo>
                  <a:pt x="3077" y="3531"/>
                </a:lnTo>
                <a:lnTo>
                  <a:pt x="3103" y="3553"/>
                </a:lnTo>
                <a:lnTo>
                  <a:pt x="3130" y="3575"/>
                </a:lnTo>
                <a:lnTo>
                  <a:pt x="3158" y="3597"/>
                </a:lnTo>
                <a:lnTo>
                  <a:pt x="3186" y="3617"/>
                </a:lnTo>
                <a:lnTo>
                  <a:pt x="3215" y="3637"/>
                </a:lnTo>
                <a:lnTo>
                  <a:pt x="3244" y="3656"/>
                </a:lnTo>
                <a:lnTo>
                  <a:pt x="3273" y="3673"/>
                </a:lnTo>
                <a:lnTo>
                  <a:pt x="3303" y="3691"/>
                </a:lnTo>
                <a:lnTo>
                  <a:pt x="3333" y="3708"/>
                </a:lnTo>
                <a:lnTo>
                  <a:pt x="3364" y="3725"/>
                </a:lnTo>
                <a:lnTo>
                  <a:pt x="3395" y="3740"/>
                </a:lnTo>
                <a:lnTo>
                  <a:pt x="3426" y="3755"/>
                </a:lnTo>
                <a:lnTo>
                  <a:pt x="3459" y="3769"/>
                </a:lnTo>
                <a:lnTo>
                  <a:pt x="3491" y="3783"/>
                </a:lnTo>
                <a:lnTo>
                  <a:pt x="3524" y="3795"/>
                </a:lnTo>
                <a:lnTo>
                  <a:pt x="3558" y="3806"/>
                </a:lnTo>
                <a:lnTo>
                  <a:pt x="3591" y="3817"/>
                </a:lnTo>
                <a:lnTo>
                  <a:pt x="3625" y="3827"/>
                </a:lnTo>
                <a:lnTo>
                  <a:pt x="3659" y="3837"/>
                </a:lnTo>
                <a:lnTo>
                  <a:pt x="3694" y="3845"/>
                </a:lnTo>
                <a:lnTo>
                  <a:pt x="3728" y="3853"/>
                </a:lnTo>
                <a:lnTo>
                  <a:pt x="3764" y="3860"/>
                </a:lnTo>
                <a:lnTo>
                  <a:pt x="3800" y="3865"/>
                </a:lnTo>
                <a:lnTo>
                  <a:pt x="3835" y="3871"/>
                </a:lnTo>
                <a:lnTo>
                  <a:pt x="3872" y="3875"/>
                </a:lnTo>
                <a:lnTo>
                  <a:pt x="3908" y="3879"/>
                </a:lnTo>
                <a:lnTo>
                  <a:pt x="3945" y="3881"/>
                </a:lnTo>
                <a:lnTo>
                  <a:pt x="3982" y="3882"/>
                </a:lnTo>
                <a:lnTo>
                  <a:pt x="4019" y="3882"/>
                </a:lnTo>
                <a:lnTo>
                  <a:pt x="4056" y="3882"/>
                </a:lnTo>
                <a:lnTo>
                  <a:pt x="4093" y="3881"/>
                </a:lnTo>
                <a:lnTo>
                  <a:pt x="4130" y="3879"/>
                </a:lnTo>
                <a:lnTo>
                  <a:pt x="4167" y="3875"/>
                </a:lnTo>
                <a:lnTo>
                  <a:pt x="4202" y="3871"/>
                </a:lnTo>
                <a:lnTo>
                  <a:pt x="4238" y="3865"/>
                </a:lnTo>
                <a:lnTo>
                  <a:pt x="4274" y="3860"/>
                </a:lnTo>
                <a:lnTo>
                  <a:pt x="4309" y="3853"/>
                </a:lnTo>
                <a:lnTo>
                  <a:pt x="4344" y="3845"/>
                </a:lnTo>
                <a:lnTo>
                  <a:pt x="4378" y="3837"/>
                </a:lnTo>
                <a:lnTo>
                  <a:pt x="4413" y="3827"/>
                </a:lnTo>
                <a:lnTo>
                  <a:pt x="4447" y="3817"/>
                </a:lnTo>
                <a:lnTo>
                  <a:pt x="4481" y="3806"/>
                </a:lnTo>
                <a:lnTo>
                  <a:pt x="4514" y="3795"/>
                </a:lnTo>
                <a:lnTo>
                  <a:pt x="4547" y="3783"/>
                </a:lnTo>
                <a:lnTo>
                  <a:pt x="4579" y="3769"/>
                </a:lnTo>
                <a:lnTo>
                  <a:pt x="4611" y="3755"/>
                </a:lnTo>
                <a:lnTo>
                  <a:pt x="4644" y="3740"/>
                </a:lnTo>
                <a:lnTo>
                  <a:pt x="4675" y="3725"/>
                </a:lnTo>
                <a:lnTo>
                  <a:pt x="4705" y="3708"/>
                </a:lnTo>
                <a:lnTo>
                  <a:pt x="4736" y="3691"/>
                </a:lnTo>
                <a:lnTo>
                  <a:pt x="4765" y="3673"/>
                </a:lnTo>
                <a:lnTo>
                  <a:pt x="4795" y="3656"/>
                </a:lnTo>
                <a:lnTo>
                  <a:pt x="4824" y="3637"/>
                </a:lnTo>
                <a:lnTo>
                  <a:pt x="4852" y="3617"/>
                </a:lnTo>
                <a:lnTo>
                  <a:pt x="4880" y="3597"/>
                </a:lnTo>
                <a:lnTo>
                  <a:pt x="4908" y="3575"/>
                </a:lnTo>
                <a:lnTo>
                  <a:pt x="4935" y="3553"/>
                </a:lnTo>
                <a:lnTo>
                  <a:pt x="4961" y="3531"/>
                </a:lnTo>
                <a:lnTo>
                  <a:pt x="4987" y="3508"/>
                </a:lnTo>
                <a:lnTo>
                  <a:pt x="5013" y="3485"/>
                </a:lnTo>
                <a:lnTo>
                  <a:pt x="5037" y="3461"/>
                </a:lnTo>
                <a:lnTo>
                  <a:pt x="5061" y="3436"/>
                </a:lnTo>
                <a:lnTo>
                  <a:pt x="5085" y="3410"/>
                </a:lnTo>
                <a:lnTo>
                  <a:pt x="5107" y="3385"/>
                </a:lnTo>
                <a:lnTo>
                  <a:pt x="5130" y="3358"/>
                </a:lnTo>
                <a:lnTo>
                  <a:pt x="5152" y="3331"/>
                </a:lnTo>
                <a:lnTo>
                  <a:pt x="5173" y="3305"/>
                </a:lnTo>
                <a:lnTo>
                  <a:pt x="5193" y="3276"/>
                </a:lnTo>
                <a:lnTo>
                  <a:pt x="5213" y="3248"/>
                </a:lnTo>
                <a:lnTo>
                  <a:pt x="5232" y="3219"/>
                </a:lnTo>
                <a:lnTo>
                  <a:pt x="5250" y="3189"/>
                </a:lnTo>
                <a:lnTo>
                  <a:pt x="5268" y="3160"/>
                </a:lnTo>
                <a:lnTo>
                  <a:pt x="5285" y="3128"/>
                </a:lnTo>
                <a:lnTo>
                  <a:pt x="5301" y="3098"/>
                </a:lnTo>
                <a:lnTo>
                  <a:pt x="5317" y="3067"/>
                </a:lnTo>
                <a:lnTo>
                  <a:pt x="5331" y="3035"/>
                </a:lnTo>
                <a:lnTo>
                  <a:pt x="5346" y="3004"/>
                </a:lnTo>
                <a:lnTo>
                  <a:pt x="5359" y="2970"/>
                </a:lnTo>
                <a:lnTo>
                  <a:pt x="5372" y="2938"/>
                </a:lnTo>
                <a:lnTo>
                  <a:pt x="5383" y="2904"/>
                </a:lnTo>
                <a:lnTo>
                  <a:pt x="5394" y="2871"/>
                </a:lnTo>
                <a:lnTo>
                  <a:pt x="5404" y="2836"/>
                </a:lnTo>
                <a:lnTo>
                  <a:pt x="5414" y="2803"/>
                </a:lnTo>
                <a:lnTo>
                  <a:pt x="5422" y="2767"/>
                </a:lnTo>
                <a:lnTo>
                  <a:pt x="5430" y="2733"/>
                </a:lnTo>
                <a:lnTo>
                  <a:pt x="5436" y="2697"/>
                </a:lnTo>
                <a:lnTo>
                  <a:pt x="5442" y="2661"/>
                </a:lnTo>
                <a:lnTo>
                  <a:pt x="5447" y="2626"/>
                </a:lnTo>
                <a:lnTo>
                  <a:pt x="5452" y="2590"/>
                </a:lnTo>
                <a:lnTo>
                  <a:pt x="5454" y="2553"/>
                </a:lnTo>
                <a:lnTo>
                  <a:pt x="5457" y="2517"/>
                </a:lnTo>
                <a:lnTo>
                  <a:pt x="5459" y="2480"/>
                </a:lnTo>
                <a:lnTo>
                  <a:pt x="5459" y="2443"/>
                </a:lnTo>
                <a:lnTo>
                  <a:pt x="5459" y="2405"/>
                </a:lnTo>
                <a:lnTo>
                  <a:pt x="5457" y="2368"/>
                </a:lnTo>
                <a:lnTo>
                  <a:pt x="5454" y="2332"/>
                </a:lnTo>
                <a:lnTo>
                  <a:pt x="5452" y="2296"/>
                </a:lnTo>
                <a:lnTo>
                  <a:pt x="5447" y="2259"/>
                </a:lnTo>
                <a:lnTo>
                  <a:pt x="5442" y="2223"/>
                </a:lnTo>
                <a:lnTo>
                  <a:pt x="5436" y="2188"/>
                </a:lnTo>
                <a:lnTo>
                  <a:pt x="5430" y="2153"/>
                </a:lnTo>
                <a:lnTo>
                  <a:pt x="5422" y="2118"/>
                </a:lnTo>
                <a:lnTo>
                  <a:pt x="5414" y="2083"/>
                </a:lnTo>
                <a:lnTo>
                  <a:pt x="5404" y="2048"/>
                </a:lnTo>
                <a:lnTo>
                  <a:pt x="5394" y="2015"/>
                </a:lnTo>
                <a:lnTo>
                  <a:pt x="5383" y="1982"/>
                </a:lnTo>
                <a:lnTo>
                  <a:pt x="5372" y="1948"/>
                </a:lnTo>
                <a:lnTo>
                  <a:pt x="5359" y="1915"/>
                </a:lnTo>
                <a:lnTo>
                  <a:pt x="5346" y="1882"/>
                </a:lnTo>
                <a:lnTo>
                  <a:pt x="5331" y="1850"/>
                </a:lnTo>
                <a:lnTo>
                  <a:pt x="5317" y="1819"/>
                </a:lnTo>
                <a:lnTo>
                  <a:pt x="5301" y="1788"/>
                </a:lnTo>
                <a:lnTo>
                  <a:pt x="5285" y="1756"/>
                </a:lnTo>
                <a:lnTo>
                  <a:pt x="5268" y="1726"/>
                </a:lnTo>
                <a:lnTo>
                  <a:pt x="5250" y="1696"/>
                </a:lnTo>
                <a:lnTo>
                  <a:pt x="5232" y="1667"/>
                </a:lnTo>
                <a:lnTo>
                  <a:pt x="5213" y="1638"/>
                </a:lnTo>
                <a:lnTo>
                  <a:pt x="5193" y="1609"/>
                </a:lnTo>
                <a:lnTo>
                  <a:pt x="5173" y="1581"/>
                </a:lnTo>
                <a:lnTo>
                  <a:pt x="5152" y="1554"/>
                </a:lnTo>
                <a:lnTo>
                  <a:pt x="5130" y="1527"/>
                </a:lnTo>
                <a:lnTo>
                  <a:pt x="5107" y="1501"/>
                </a:lnTo>
                <a:lnTo>
                  <a:pt x="5085" y="1474"/>
                </a:lnTo>
                <a:lnTo>
                  <a:pt x="5061" y="1450"/>
                </a:lnTo>
                <a:lnTo>
                  <a:pt x="5037" y="1425"/>
                </a:lnTo>
                <a:lnTo>
                  <a:pt x="5013" y="1401"/>
                </a:lnTo>
                <a:lnTo>
                  <a:pt x="4987" y="1377"/>
                </a:lnTo>
                <a:lnTo>
                  <a:pt x="4961" y="1354"/>
                </a:lnTo>
                <a:lnTo>
                  <a:pt x="4935" y="1332"/>
                </a:lnTo>
                <a:lnTo>
                  <a:pt x="4908" y="1311"/>
                </a:lnTo>
                <a:lnTo>
                  <a:pt x="4880" y="1289"/>
                </a:lnTo>
                <a:lnTo>
                  <a:pt x="4852" y="1269"/>
                </a:lnTo>
                <a:lnTo>
                  <a:pt x="4824" y="1249"/>
                </a:lnTo>
                <a:lnTo>
                  <a:pt x="4795" y="1230"/>
                </a:lnTo>
                <a:lnTo>
                  <a:pt x="4765" y="1211"/>
                </a:lnTo>
                <a:lnTo>
                  <a:pt x="4736" y="1194"/>
                </a:lnTo>
                <a:lnTo>
                  <a:pt x="4705" y="1177"/>
                </a:lnTo>
                <a:lnTo>
                  <a:pt x="4675" y="1161"/>
                </a:lnTo>
                <a:lnTo>
                  <a:pt x="4644" y="1146"/>
                </a:lnTo>
                <a:lnTo>
                  <a:pt x="4611" y="1130"/>
                </a:lnTo>
                <a:lnTo>
                  <a:pt x="4579" y="1117"/>
                </a:lnTo>
                <a:lnTo>
                  <a:pt x="4547" y="1103"/>
                </a:lnTo>
                <a:lnTo>
                  <a:pt x="4514" y="1091"/>
                </a:lnTo>
                <a:lnTo>
                  <a:pt x="4481" y="1079"/>
                </a:lnTo>
                <a:lnTo>
                  <a:pt x="4447" y="1068"/>
                </a:lnTo>
                <a:lnTo>
                  <a:pt x="4413" y="1058"/>
                </a:lnTo>
                <a:lnTo>
                  <a:pt x="4378" y="1049"/>
                </a:lnTo>
                <a:lnTo>
                  <a:pt x="4344" y="1040"/>
                </a:lnTo>
                <a:lnTo>
                  <a:pt x="4309" y="1033"/>
                </a:lnTo>
                <a:lnTo>
                  <a:pt x="4274" y="1026"/>
                </a:lnTo>
                <a:lnTo>
                  <a:pt x="4238" y="1020"/>
                </a:lnTo>
                <a:lnTo>
                  <a:pt x="4202" y="1015"/>
                </a:lnTo>
                <a:lnTo>
                  <a:pt x="4167" y="1011"/>
                </a:lnTo>
                <a:lnTo>
                  <a:pt x="4130" y="1007"/>
                </a:lnTo>
                <a:lnTo>
                  <a:pt x="4093" y="1005"/>
                </a:lnTo>
                <a:lnTo>
                  <a:pt x="4056" y="1004"/>
                </a:lnTo>
                <a:lnTo>
                  <a:pt x="4019" y="1003"/>
                </a:lnTo>
                <a:close/>
                <a:moveTo>
                  <a:pt x="4708" y="1754"/>
                </a:moveTo>
                <a:lnTo>
                  <a:pt x="4708" y="1754"/>
                </a:lnTo>
                <a:lnTo>
                  <a:pt x="4674" y="1722"/>
                </a:lnTo>
                <a:lnTo>
                  <a:pt x="4639" y="1692"/>
                </a:lnTo>
                <a:lnTo>
                  <a:pt x="4602" y="1663"/>
                </a:lnTo>
                <a:lnTo>
                  <a:pt x="4563" y="1635"/>
                </a:lnTo>
                <a:lnTo>
                  <a:pt x="4524" y="1610"/>
                </a:lnTo>
                <a:lnTo>
                  <a:pt x="4483" y="1587"/>
                </a:lnTo>
                <a:lnTo>
                  <a:pt x="4442" y="1565"/>
                </a:lnTo>
                <a:lnTo>
                  <a:pt x="4398" y="1546"/>
                </a:lnTo>
                <a:lnTo>
                  <a:pt x="4354" y="1528"/>
                </a:lnTo>
                <a:lnTo>
                  <a:pt x="4309" y="1512"/>
                </a:lnTo>
                <a:lnTo>
                  <a:pt x="4262" y="1500"/>
                </a:lnTo>
                <a:lnTo>
                  <a:pt x="4216" y="1489"/>
                </a:lnTo>
                <a:lnTo>
                  <a:pt x="4168" y="1480"/>
                </a:lnTo>
                <a:lnTo>
                  <a:pt x="4119" y="1474"/>
                </a:lnTo>
                <a:lnTo>
                  <a:pt x="4070" y="1470"/>
                </a:lnTo>
                <a:lnTo>
                  <a:pt x="4019" y="1469"/>
                </a:lnTo>
                <a:lnTo>
                  <a:pt x="3969" y="1470"/>
                </a:lnTo>
                <a:lnTo>
                  <a:pt x="3919" y="1474"/>
                </a:lnTo>
                <a:lnTo>
                  <a:pt x="3871" y="1480"/>
                </a:lnTo>
                <a:lnTo>
                  <a:pt x="3823" y="1489"/>
                </a:lnTo>
                <a:lnTo>
                  <a:pt x="3775" y="1500"/>
                </a:lnTo>
                <a:lnTo>
                  <a:pt x="3730" y="1512"/>
                </a:lnTo>
                <a:lnTo>
                  <a:pt x="3684" y="1528"/>
                </a:lnTo>
                <a:lnTo>
                  <a:pt x="3640" y="1546"/>
                </a:lnTo>
                <a:lnTo>
                  <a:pt x="3597" y="1565"/>
                </a:lnTo>
                <a:lnTo>
                  <a:pt x="3555" y="1587"/>
                </a:lnTo>
                <a:lnTo>
                  <a:pt x="3514" y="1610"/>
                </a:lnTo>
                <a:lnTo>
                  <a:pt x="3474" y="1635"/>
                </a:lnTo>
                <a:lnTo>
                  <a:pt x="3436" y="1663"/>
                </a:lnTo>
                <a:lnTo>
                  <a:pt x="3400" y="1692"/>
                </a:lnTo>
                <a:lnTo>
                  <a:pt x="3364" y="1722"/>
                </a:lnTo>
                <a:lnTo>
                  <a:pt x="3330" y="1754"/>
                </a:lnTo>
                <a:lnTo>
                  <a:pt x="3298" y="1788"/>
                </a:lnTo>
                <a:lnTo>
                  <a:pt x="3267" y="1823"/>
                </a:lnTo>
                <a:lnTo>
                  <a:pt x="3239" y="1860"/>
                </a:lnTo>
                <a:lnTo>
                  <a:pt x="3211" y="1898"/>
                </a:lnTo>
                <a:lnTo>
                  <a:pt x="3186" y="1938"/>
                </a:lnTo>
                <a:lnTo>
                  <a:pt x="3162" y="1978"/>
                </a:lnTo>
                <a:lnTo>
                  <a:pt x="3141" y="2021"/>
                </a:lnTo>
                <a:lnTo>
                  <a:pt x="3122" y="2064"/>
                </a:lnTo>
                <a:lnTo>
                  <a:pt x="3104" y="2107"/>
                </a:lnTo>
                <a:lnTo>
                  <a:pt x="3089" y="2153"/>
                </a:lnTo>
                <a:lnTo>
                  <a:pt x="3075" y="2199"/>
                </a:lnTo>
                <a:lnTo>
                  <a:pt x="3065" y="2247"/>
                </a:lnTo>
                <a:lnTo>
                  <a:pt x="3056" y="2295"/>
                </a:lnTo>
                <a:lnTo>
                  <a:pt x="3050" y="2344"/>
                </a:lnTo>
                <a:lnTo>
                  <a:pt x="3046" y="2393"/>
                </a:lnTo>
                <a:lnTo>
                  <a:pt x="3045" y="2443"/>
                </a:lnTo>
                <a:lnTo>
                  <a:pt x="3046" y="2493"/>
                </a:lnTo>
                <a:lnTo>
                  <a:pt x="3050" y="2542"/>
                </a:lnTo>
                <a:lnTo>
                  <a:pt x="3056" y="2591"/>
                </a:lnTo>
                <a:lnTo>
                  <a:pt x="3065" y="2639"/>
                </a:lnTo>
                <a:lnTo>
                  <a:pt x="3075" y="2686"/>
                </a:lnTo>
                <a:lnTo>
                  <a:pt x="3089" y="2733"/>
                </a:lnTo>
                <a:lnTo>
                  <a:pt x="3104" y="2777"/>
                </a:lnTo>
                <a:lnTo>
                  <a:pt x="3122" y="2822"/>
                </a:lnTo>
                <a:lnTo>
                  <a:pt x="3141" y="2865"/>
                </a:lnTo>
                <a:lnTo>
                  <a:pt x="3162" y="2907"/>
                </a:lnTo>
                <a:lnTo>
                  <a:pt x="3186" y="2948"/>
                </a:lnTo>
                <a:lnTo>
                  <a:pt x="3211" y="2987"/>
                </a:lnTo>
                <a:lnTo>
                  <a:pt x="3239" y="3026"/>
                </a:lnTo>
                <a:lnTo>
                  <a:pt x="3267" y="3063"/>
                </a:lnTo>
                <a:lnTo>
                  <a:pt x="3298" y="3097"/>
                </a:lnTo>
                <a:lnTo>
                  <a:pt x="3330" y="3132"/>
                </a:lnTo>
                <a:lnTo>
                  <a:pt x="3364" y="3164"/>
                </a:lnTo>
                <a:lnTo>
                  <a:pt x="3400" y="3194"/>
                </a:lnTo>
                <a:lnTo>
                  <a:pt x="3436" y="3223"/>
                </a:lnTo>
                <a:lnTo>
                  <a:pt x="3474" y="3250"/>
                </a:lnTo>
                <a:lnTo>
                  <a:pt x="3514" y="3276"/>
                </a:lnTo>
                <a:lnTo>
                  <a:pt x="3555" y="3299"/>
                </a:lnTo>
                <a:lnTo>
                  <a:pt x="3597" y="3320"/>
                </a:lnTo>
                <a:lnTo>
                  <a:pt x="3640" y="3340"/>
                </a:lnTo>
                <a:lnTo>
                  <a:pt x="3684" y="3358"/>
                </a:lnTo>
                <a:lnTo>
                  <a:pt x="3730" y="3373"/>
                </a:lnTo>
                <a:lnTo>
                  <a:pt x="3775" y="3386"/>
                </a:lnTo>
                <a:lnTo>
                  <a:pt x="3823" y="3397"/>
                </a:lnTo>
                <a:lnTo>
                  <a:pt x="3871" y="3405"/>
                </a:lnTo>
                <a:lnTo>
                  <a:pt x="3919" y="3412"/>
                </a:lnTo>
                <a:lnTo>
                  <a:pt x="3969" y="3415"/>
                </a:lnTo>
                <a:lnTo>
                  <a:pt x="4019" y="3417"/>
                </a:lnTo>
                <a:lnTo>
                  <a:pt x="4070" y="3415"/>
                </a:lnTo>
                <a:lnTo>
                  <a:pt x="4119" y="3412"/>
                </a:lnTo>
                <a:lnTo>
                  <a:pt x="4168" y="3405"/>
                </a:lnTo>
                <a:lnTo>
                  <a:pt x="4216" y="3397"/>
                </a:lnTo>
                <a:lnTo>
                  <a:pt x="4262" y="3386"/>
                </a:lnTo>
                <a:lnTo>
                  <a:pt x="4309" y="3373"/>
                </a:lnTo>
                <a:lnTo>
                  <a:pt x="4354" y="3358"/>
                </a:lnTo>
                <a:lnTo>
                  <a:pt x="4398" y="3340"/>
                </a:lnTo>
                <a:lnTo>
                  <a:pt x="4442" y="3320"/>
                </a:lnTo>
                <a:lnTo>
                  <a:pt x="4483" y="3299"/>
                </a:lnTo>
                <a:lnTo>
                  <a:pt x="4524" y="3276"/>
                </a:lnTo>
                <a:lnTo>
                  <a:pt x="4563" y="3250"/>
                </a:lnTo>
                <a:lnTo>
                  <a:pt x="4602" y="3223"/>
                </a:lnTo>
                <a:lnTo>
                  <a:pt x="4639" y="3194"/>
                </a:lnTo>
                <a:lnTo>
                  <a:pt x="4674" y="3164"/>
                </a:lnTo>
                <a:lnTo>
                  <a:pt x="4708" y="3132"/>
                </a:lnTo>
                <a:lnTo>
                  <a:pt x="4740" y="3097"/>
                </a:lnTo>
                <a:lnTo>
                  <a:pt x="4771" y="3063"/>
                </a:lnTo>
                <a:lnTo>
                  <a:pt x="4800" y="3026"/>
                </a:lnTo>
                <a:lnTo>
                  <a:pt x="4826" y="2987"/>
                </a:lnTo>
                <a:lnTo>
                  <a:pt x="4852" y="2948"/>
                </a:lnTo>
                <a:lnTo>
                  <a:pt x="4876" y="2907"/>
                </a:lnTo>
                <a:lnTo>
                  <a:pt x="4897" y="2865"/>
                </a:lnTo>
                <a:lnTo>
                  <a:pt x="4917" y="2822"/>
                </a:lnTo>
                <a:lnTo>
                  <a:pt x="4934" y="2777"/>
                </a:lnTo>
                <a:lnTo>
                  <a:pt x="4949" y="2733"/>
                </a:lnTo>
                <a:lnTo>
                  <a:pt x="4962" y="2686"/>
                </a:lnTo>
                <a:lnTo>
                  <a:pt x="4974" y="2639"/>
                </a:lnTo>
                <a:lnTo>
                  <a:pt x="4981" y="2591"/>
                </a:lnTo>
                <a:lnTo>
                  <a:pt x="4988" y="2542"/>
                </a:lnTo>
                <a:lnTo>
                  <a:pt x="4991" y="2493"/>
                </a:lnTo>
                <a:lnTo>
                  <a:pt x="4993" y="2443"/>
                </a:lnTo>
                <a:lnTo>
                  <a:pt x="4991" y="2393"/>
                </a:lnTo>
                <a:lnTo>
                  <a:pt x="4988" y="2344"/>
                </a:lnTo>
                <a:lnTo>
                  <a:pt x="4981" y="2295"/>
                </a:lnTo>
                <a:lnTo>
                  <a:pt x="4974" y="2247"/>
                </a:lnTo>
                <a:lnTo>
                  <a:pt x="4962" y="2199"/>
                </a:lnTo>
                <a:lnTo>
                  <a:pt x="4949" y="2153"/>
                </a:lnTo>
                <a:lnTo>
                  <a:pt x="4934" y="2107"/>
                </a:lnTo>
                <a:lnTo>
                  <a:pt x="4917" y="2064"/>
                </a:lnTo>
                <a:lnTo>
                  <a:pt x="4897" y="2021"/>
                </a:lnTo>
                <a:lnTo>
                  <a:pt x="4876" y="1978"/>
                </a:lnTo>
                <a:lnTo>
                  <a:pt x="4852" y="1938"/>
                </a:lnTo>
                <a:lnTo>
                  <a:pt x="4826" y="1898"/>
                </a:lnTo>
                <a:lnTo>
                  <a:pt x="4800" y="1860"/>
                </a:lnTo>
                <a:lnTo>
                  <a:pt x="4771" y="1823"/>
                </a:lnTo>
                <a:lnTo>
                  <a:pt x="4740" y="1788"/>
                </a:lnTo>
                <a:lnTo>
                  <a:pt x="4708" y="1754"/>
                </a:lnTo>
                <a:close/>
                <a:moveTo>
                  <a:pt x="4362" y="2100"/>
                </a:moveTo>
                <a:lnTo>
                  <a:pt x="4362" y="2100"/>
                </a:lnTo>
                <a:lnTo>
                  <a:pt x="4345" y="2084"/>
                </a:lnTo>
                <a:lnTo>
                  <a:pt x="4328" y="2068"/>
                </a:lnTo>
                <a:lnTo>
                  <a:pt x="4309" y="2054"/>
                </a:lnTo>
                <a:lnTo>
                  <a:pt x="4290" y="2041"/>
                </a:lnTo>
                <a:lnTo>
                  <a:pt x="4270" y="2028"/>
                </a:lnTo>
                <a:lnTo>
                  <a:pt x="4250" y="2016"/>
                </a:lnTo>
                <a:lnTo>
                  <a:pt x="4229" y="2006"/>
                </a:lnTo>
                <a:lnTo>
                  <a:pt x="4208" y="1996"/>
                </a:lnTo>
                <a:lnTo>
                  <a:pt x="4186" y="1987"/>
                </a:lnTo>
                <a:lnTo>
                  <a:pt x="4163" y="1980"/>
                </a:lnTo>
                <a:lnTo>
                  <a:pt x="4141" y="1974"/>
                </a:lnTo>
                <a:lnTo>
                  <a:pt x="4116" y="1968"/>
                </a:lnTo>
                <a:lnTo>
                  <a:pt x="4093" y="1964"/>
                </a:lnTo>
                <a:lnTo>
                  <a:pt x="4068" y="1960"/>
                </a:lnTo>
                <a:lnTo>
                  <a:pt x="4044" y="1959"/>
                </a:lnTo>
                <a:lnTo>
                  <a:pt x="4019" y="1958"/>
                </a:lnTo>
                <a:lnTo>
                  <a:pt x="3994" y="1959"/>
                </a:lnTo>
                <a:lnTo>
                  <a:pt x="3969" y="1960"/>
                </a:lnTo>
                <a:lnTo>
                  <a:pt x="3945" y="1964"/>
                </a:lnTo>
                <a:lnTo>
                  <a:pt x="3921" y="1968"/>
                </a:lnTo>
                <a:lnTo>
                  <a:pt x="3898" y="1974"/>
                </a:lnTo>
                <a:lnTo>
                  <a:pt x="3874" y="1980"/>
                </a:lnTo>
                <a:lnTo>
                  <a:pt x="3852" y="1987"/>
                </a:lnTo>
                <a:lnTo>
                  <a:pt x="3830" y="1996"/>
                </a:lnTo>
                <a:lnTo>
                  <a:pt x="3809" y="2006"/>
                </a:lnTo>
                <a:lnTo>
                  <a:pt x="3788" y="2016"/>
                </a:lnTo>
                <a:lnTo>
                  <a:pt x="3767" y="2028"/>
                </a:lnTo>
                <a:lnTo>
                  <a:pt x="3747" y="2041"/>
                </a:lnTo>
                <a:lnTo>
                  <a:pt x="3728" y="2054"/>
                </a:lnTo>
                <a:lnTo>
                  <a:pt x="3711" y="2068"/>
                </a:lnTo>
                <a:lnTo>
                  <a:pt x="3693" y="2084"/>
                </a:lnTo>
                <a:lnTo>
                  <a:pt x="3676" y="2100"/>
                </a:lnTo>
                <a:lnTo>
                  <a:pt x="3660" y="2116"/>
                </a:lnTo>
                <a:lnTo>
                  <a:pt x="3645" y="2134"/>
                </a:lnTo>
                <a:lnTo>
                  <a:pt x="3630" y="2152"/>
                </a:lnTo>
                <a:lnTo>
                  <a:pt x="3617" y="2172"/>
                </a:lnTo>
                <a:lnTo>
                  <a:pt x="3605" y="2191"/>
                </a:lnTo>
                <a:lnTo>
                  <a:pt x="3592" y="2211"/>
                </a:lnTo>
                <a:lnTo>
                  <a:pt x="3582" y="2232"/>
                </a:lnTo>
                <a:lnTo>
                  <a:pt x="3572" y="2253"/>
                </a:lnTo>
                <a:lnTo>
                  <a:pt x="3563" y="2276"/>
                </a:lnTo>
                <a:lnTo>
                  <a:pt x="3556" y="2298"/>
                </a:lnTo>
                <a:lnTo>
                  <a:pt x="3550" y="2321"/>
                </a:lnTo>
                <a:lnTo>
                  <a:pt x="3545" y="2345"/>
                </a:lnTo>
                <a:lnTo>
                  <a:pt x="3540" y="2369"/>
                </a:lnTo>
                <a:lnTo>
                  <a:pt x="3537" y="2393"/>
                </a:lnTo>
                <a:lnTo>
                  <a:pt x="3534" y="2417"/>
                </a:lnTo>
                <a:lnTo>
                  <a:pt x="3534" y="2443"/>
                </a:lnTo>
                <a:lnTo>
                  <a:pt x="3534" y="2467"/>
                </a:lnTo>
                <a:lnTo>
                  <a:pt x="3537" y="2492"/>
                </a:lnTo>
                <a:lnTo>
                  <a:pt x="3540" y="2517"/>
                </a:lnTo>
                <a:lnTo>
                  <a:pt x="3545" y="2541"/>
                </a:lnTo>
                <a:lnTo>
                  <a:pt x="3550" y="2564"/>
                </a:lnTo>
                <a:lnTo>
                  <a:pt x="3556" y="2587"/>
                </a:lnTo>
                <a:lnTo>
                  <a:pt x="3563" y="2610"/>
                </a:lnTo>
                <a:lnTo>
                  <a:pt x="3572" y="2631"/>
                </a:lnTo>
                <a:lnTo>
                  <a:pt x="3582" y="2654"/>
                </a:lnTo>
                <a:lnTo>
                  <a:pt x="3592" y="2674"/>
                </a:lnTo>
                <a:lnTo>
                  <a:pt x="3605" y="2695"/>
                </a:lnTo>
                <a:lnTo>
                  <a:pt x="3617" y="2714"/>
                </a:lnTo>
                <a:lnTo>
                  <a:pt x="3630" y="2733"/>
                </a:lnTo>
                <a:lnTo>
                  <a:pt x="3645" y="2752"/>
                </a:lnTo>
                <a:lnTo>
                  <a:pt x="3660" y="2768"/>
                </a:lnTo>
                <a:lnTo>
                  <a:pt x="3676" y="2786"/>
                </a:lnTo>
                <a:lnTo>
                  <a:pt x="3693" y="2802"/>
                </a:lnTo>
                <a:lnTo>
                  <a:pt x="3711" y="2817"/>
                </a:lnTo>
                <a:lnTo>
                  <a:pt x="3728" y="2831"/>
                </a:lnTo>
                <a:lnTo>
                  <a:pt x="3747" y="2845"/>
                </a:lnTo>
                <a:lnTo>
                  <a:pt x="3767" y="2858"/>
                </a:lnTo>
                <a:lnTo>
                  <a:pt x="3788" y="2869"/>
                </a:lnTo>
                <a:lnTo>
                  <a:pt x="3809" y="2880"/>
                </a:lnTo>
                <a:lnTo>
                  <a:pt x="3830" y="2890"/>
                </a:lnTo>
                <a:lnTo>
                  <a:pt x="3852" y="2898"/>
                </a:lnTo>
                <a:lnTo>
                  <a:pt x="3874" y="2906"/>
                </a:lnTo>
                <a:lnTo>
                  <a:pt x="3898" y="2912"/>
                </a:lnTo>
                <a:lnTo>
                  <a:pt x="3921" y="2918"/>
                </a:lnTo>
                <a:lnTo>
                  <a:pt x="3945" y="2922"/>
                </a:lnTo>
                <a:lnTo>
                  <a:pt x="3969" y="2924"/>
                </a:lnTo>
                <a:lnTo>
                  <a:pt x="3994" y="2927"/>
                </a:lnTo>
                <a:lnTo>
                  <a:pt x="4019" y="2928"/>
                </a:lnTo>
                <a:lnTo>
                  <a:pt x="4044" y="2927"/>
                </a:lnTo>
                <a:lnTo>
                  <a:pt x="4068" y="2924"/>
                </a:lnTo>
                <a:lnTo>
                  <a:pt x="4093" y="2922"/>
                </a:lnTo>
                <a:lnTo>
                  <a:pt x="4116" y="2918"/>
                </a:lnTo>
                <a:lnTo>
                  <a:pt x="4141" y="2912"/>
                </a:lnTo>
                <a:lnTo>
                  <a:pt x="4163" y="2906"/>
                </a:lnTo>
                <a:lnTo>
                  <a:pt x="4186" y="2898"/>
                </a:lnTo>
                <a:lnTo>
                  <a:pt x="4208" y="2890"/>
                </a:lnTo>
                <a:lnTo>
                  <a:pt x="4229" y="2880"/>
                </a:lnTo>
                <a:lnTo>
                  <a:pt x="4250" y="2869"/>
                </a:lnTo>
                <a:lnTo>
                  <a:pt x="4270" y="2858"/>
                </a:lnTo>
                <a:lnTo>
                  <a:pt x="4290" y="2845"/>
                </a:lnTo>
                <a:lnTo>
                  <a:pt x="4309" y="2831"/>
                </a:lnTo>
                <a:lnTo>
                  <a:pt x="4328" y="2817"/>
                </a:lnTo>
                <a:lnTo>
                  <a:pt x="4345" y="2802"/>
                </a:lnTo>
                <a:lnTo>
                  <a:pt x="4362" y="2786"/>
                </a:lnTo>
                <a:lnTo>
                  <a:pt x="4378" y="2768"/>
                </a:lnTo>
                <a:lnTo>
                  <a:pt x="4393" y="2752"/>
                </a:lnTo>
                <a:lnTo>
                  <a:pt x="4407" y="2733"/>
                </a:lnTo>
                <a:lnTo>
                  <a:pt x="4421" y="2714"/>
                </a:lnTo>
                <a:lnTo>
                  <a:pt x="4434" y="2695"/>
                </a:lnTo>
                <a:lnTo>
                  <a:pt x="4445" y="2674"/>
                </a:lnTo>
                <a:lnTo>
                  <a:pt x="4456" y="2654"/>
                </a:lnTo>
                <a:lnTo>
                  <a:pt x="4465" y="2631"/>
                </a:lnTo>
                <a:lnTo>
                  <a:pt x="4474" y="2610"/>
                </a:lnTo>
                <a:lnTo>
                  <a:pt x="4482" y="2587"/>
                </a:lnTo>
                <a:lnTo>
                  <a:pt x="4489" y="2564"/>
                </a:lnTo>
                <a:lnTo>
                  <a:pt x="4494" y="2541"/>
                </a:lnTo>
                <a:lnTo>
                  <a:pt x="4499" y="2517"/>
                </a:lnTo>
                <a:lnTo>
                  <a:pt x="4501" y="2492"/>
                </a:lnTo>
                <a:lnTo>
                  <a:pt x="4503" y="2467"/>
                </a:lnTo>
                <a:lnTo>
                  <a:pt x="4504" y="2443"/>
                </a:lnTo>
                <a:lnTo>
                  <a:pt x="4503" y="2417"/>
                </a:lnTo>
                <a:lnTo>
                  <a:pt x="4501" y="2393"/>
                </a:lnTo>
                <a:lnTo>
                  <a:pt x="4499" y="2369"/>
                </a:lnTo>
                <a:lnTo>
                  <a:pt x="4494" y="2345"/>
                </a:lnTo>
                <a:lnTo>
                  <a:pt x="4489" y="2321"/>
                </a:lnTo>
                <a:lnTo>
                  <a:pt x="4482" y="2298"/>
                </a:lnTo>
                <a:lnTo>
                  <a:pt x="4474" y="2276"/>
                </a:lnTo>
                <a:lnTo>
                  <a:pt x="4465" y="2253"/>
                </a:lnTo>
                <a:lnTo>
                  <a:pt x="4456" y="2232"/>
                </a:lnTo>
                <a:lnTo>
                  <a:pt x="4445" y="2211"/>
                </a:lnTo>
                <a:lnTo>
                  <a:pt x="4434" y="2191"/>
                </a:lnTo>
                <a:lnTo>
                  <a:pt x="4421" y="2172"/>
                </a:lnTo>
                <a:lnTo>
                  <a:pt x="4407" y="2152"/>
                </a:lnTo>
                <a:lnTo>
                  <a:pt x="4393" y="2134"/>
                </a:lnTo>
                <a:lnTo>
                  <a:pt x="4378" y="2116"/>
                </a:lnTo>
                <a:lnTo>
                  <a:pt x="4362" y="2100"/>
                </a:lnTo>
                <a:close/>
              </a:path>
            </a:pathLst>
          </a:cu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09" name="KSO_Shape"/>
          <p:cNvSpPr>
            <a:spLocks noChangeArrowheads="1"/>
          </p:cNvSpPr>
          <p:nvPr/>
        </p:nvSpPr>
        <p:spPr bwMode="auto">
          <a:xfrm>
            <a:off x="4560888" y="3625350"/>
            <a:ext cx="547687" cy="379412"/>
          </a:xfrm>
          <a:custGeom>
            <a:avLst/>
            <a:gdLst>
              <a:gd name="T0" fmla="*/ 2147483647 w 6190"/>
              <a:gd name="T1" fmla="*/ 1221604691 h 4291"/>
              <a:gd name="T2" fmla="*/ 2147483647 w 6190"/>
              <a:gd name="T3" fmla="*/ 1654457636 h 4291"/>
              <a:gd name="T4" fmla="*/ 2147483647 w 6190"/>
              <a:gd name="T5" fmla="*/ 2147483647 h 4291"/>
              <a:gd name="T6" fmla="*/ 2147483647 w 6190"/>
              <a:gd name="T7" fmla="*/ 2147483647 h 4291"/>
              <a:gd name="T8" fmla="*/ 2147483647 w 6190"/>
              <a:gd name="T9" fmla="*/ 2147483647 h 4291"/>
              <a:gd name="T10" fmla="*/ 2147483647 w 6190"/>
              <a:gd name="T11" fmla="*/ 2147483647 h 4291"/>
              <a:gd name="T12" fmla="*/ 2147483647 w 6190"/>
              <a:gd name="T13" fmla="*/ 2147483647 h 4291"/>
              <a:gd name="T14" fmla="*/ 2147483647 w 6190"/>
              <a:gd name="T15" fmla="*/ 2147483647 h 4291"/>
              <a:gd name="T16" fmla="*/ 2147483647 w 6190"/>
              <a:gd name="T17" fmla="*/ 2147483647 h 4291"/>
              <a:gd name="T18" fmla="*/ 2147483647 w 6190"/>
              <a:gd name="T19" fmla="*/ 2147483647 h 4291"/>
              <a:gd name="T20" fmla="*/ 2147483647 w 6190"/>
              <a:gd name="T21" fmla="*/ 2147483647 h 4291"/>
              <a:gd name="T22" fmla="*/ 2147483647 w 6190"/>
              <a:gd name="T23" fmla="*/ 2147483647 h 4291"/>
              <a:gd name="T24" fmla="*/ 2147483647 w 6190"/>
              <a:gd name="T25" fmla="*/ 2147483647 h 4291"/>
              <a:gd name="T26" fmla="*/ 2147483647 w 6190"/>
              <a:gd name="T27" fmla="*/ 2147483647 h 4291"/>
              <a:gd name="T28" fmla="*/ 1522668691 w 6190"/>
              <a:gd name="T29" fmla="*/ 2147483647 h 4291"/>
              <a:gd name="T30" fmla="*/ 1522668691 w 6190"/>
              <a:gd name="T31" fmla="*/ 2147483647 h 4291"/>
              <a:gd name="T32" fmla="*/ 1676860543 w 6190"/>
              <a:gd name="T33" fmla="*/ 2147483647 h 4291"/>
              <a:gd name="T34" fmla="*/ 1980429821 w 6190"/>
              <a:gd name="T35" fmla="*/ 2147483647 h 4291"/>
              <a:gd name="T36" fmla="*/ 2147483647 w 6190"/>
              <a:gd name="T37" fmla="*/ 2147483647 h 4291"/>
              <a:gd name="T38" fmla="*/ 2147483647 w 6190"/>
              <a:gd name="T39" fmla="*/ 2147483647 h 4291"/>
              <a:gd name="T40" fmla="*/ 2147483647 w 6190"/>
              <a:gd name="T41" fmla="*/ 2147483647 h 4291"/>
              <a:gd name="T42" fmla="*/ 2147483647 w 6190"/>
              <a:gd name="T43" fmla="*/ 2147483647 h 4291"/>
              <a:gd name="T44" fmla="*/ 2147483647 w 6190"/>
              <a:gd name="T45" fmla="*/ 2147483647 h 4291"/>
              <a:gd name="T46" fmla="*/ 2147483647 w 6190"/>
              <a:gd name="T47" fmla="*/ 2147483647 h 4291"/>
              <a:gd name="T48" fmla="*/ 2147483647 w 6190"/>
              <a:gd name="T49" fmla="*/ 2147483647 h 4291"/>
              <a:gd name="T50" fmla="*/ 0 w 6190"/>
              <a:gd name="T51" fmla="*/ 2147483647 h 4291"/>
              <a:gd name="T52" fmla="*/ 0 w 6190"/>
              <a:gd name="T53" fmla="*/ 1654457636 h 4291"/>
              <a:gd name="T54" fmla="*/ 431261396 w 6190"/>
              <a:gd name="T55" fmla="*/ 1221604691 h 4291"/>
              <a:gd name="T56" fmla="*/ 2147483647 w 6190"/>
              <a:gd name="T57" fmla="*/ 2147483647 h 4291"/>
              <a:gd name="T58" fmla="*/ 2147483647 w 6190"/>
              <a:gd name="T59" fmla="*/ 0 h 4291"/>
              <a:gd name="T60" fmla="*/ 2147483647 w 6190"/>
              <a:gd name="T61" fmla="*/ 2147483647 h 4291"/>
              <a:gd name="T62" fmla="*/ 2147483647 w 6190"/>
              <a:gd name="T63" fmla="*/ 899370990 h 4291"/>
              <a:gd name="T64" fmla="*/ 2147483647 w 6190"/>
              <a:gd name="T65" fmla="*/ 1902152927 h 4291"/>
              <a:gd name="T66" fmla="*/ 2147483647 w 6190"/>
              <a:gd name="T67" fmla="*/ 899370990 h 4291"/>
              <a:gd name="T68" fmla="*/ 2147483647 w 6190"/>
              <a:gd name="T69" fmla="*/ 2147483647 h 4291"/>
              <a:gd name="T70" fmla="*/ 2147483647 w 6190"/>
              <a:gd name="T71" fmla="*/ 2147483647 h 4291"/>
              <a:gd name="T72" fmla="*/ 2147483647 w 6190"/>
              <a:gd name="T73" fmla="*/ 2147483647 h 4291"/>
              <a:gd name="T74" fmla="*/ 2147483647 w 6190"/>
              <a:gd name="T75" fmla="*/ 2147483647 h 4291"/>
              <a:gd name="T76" fmla="*/ 2147483647 w 6190"/>
              <a:gd name="T77" fmla="*/ 2147483647 h 4291"/>
              <a:gd name="T78" fmla="*/ 2147483647 w 6190"/>
              <a:gd name="T79" fmla="*/ 2147483647 h 4291"/>
              <a:gd name="T80" fmla="*/ 2147483647 w 6190"/>
              <a:gd name="T81" fmla="*/ 2147483647 h 4291"/>
              <a:gd name="T82" fmla="*/ 2147483647 w 6190"/>
              <a:gd name="T83" fmla="*/ 2147483647 h 4291"/>
              <a:gd name="T84" fmla="*/ 2147483647 w 6190"/>
              <a:gd name="T85" fmla="*/ 2147483647 h 4291"/>
              <a:gd name="T86" fmla="*/ 2147483647 w 6190"/>
              <a:gd name="T87" fmla="*/ 2087318451 h 4291"/>
              <a:gd name="T88" fmla="*/ 864933943 w 6190"/>
              <a:gd name="T89" fmla="*/ 2147483647 h 4291"/>
              <a:gd name="T90" fmla="*/ 2147483647 w 6190"/>
              <a:gd name="T91" fmla="*/ 2087318451 h 4291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6190"/>
              <a:gd name="T139" fmla="*/ 0 h 4291"/>
              <a:gd name="T140" fmla="*/ 6190 w 6190"/>
              <a:gd name="T141" fmla="*/ 4291 h 4291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6190" h="4291">
                <a:moveTo>
                  <a:pt x="179" y="508"/>
                </a:moveTo>
                <a:lnTo>
                  <a:pt x="4027" y="508"/>
                </a:lnTo>
                <a:lnTo>
                  <a:pt x="4206" y="508"/>
                </a:lnTo>
                <a:lnTo>
                  <a:pt x="4206" y="688"/>
                </a:lnTo>
                <a:lnTo>
                  <a:pt x="4206" y="3418"/>
                </a:lnTo>
                <a:lnTo>
                  <a:pt x="4206" y="3598"/>
                </a:lnTo>
                <a:lnTo>
                  <a:pt x="4027" y="3598"/>
                </a:lnTo>
                <a:lnTo>
                  <a:pt x="2568" y="3598"/>
                </a:lnTo>
                <a:lnTo>
                  <a:pt x="2568" y="3721"/>
                </a:lnTo>
                <a:lnTo>
                  <a:pt x="2634" y="3731"/>
                </a:lnTo>
                <a:lnTo>
                  <a:pt x="2698" y="3740"/>
                </a:lnTo>
                <a:lnTo>
                  <a:pt x="2764" y="3752"/>
                </a:lnTo>
                <a:lnTo>
                  <a:pt x="2829" y="3765"/>
                </a:lnTo>
                <a:lnTo>
                  <a:pt x="2895" y="3779"/>
                </a:lnTo>
                <a:lnTo>
                  <a:pt x="2961" y="3794"/>
                </a:lnTo>
                <a:lnTo>
                  <a:pt x="3026" y="3811"/>
                </a:lnTo>
                <a:lnTo>
                  <a:pt x="3092" y="3829"/>
                </a:lnTo>
                <a:lnTo>
                  <a:pt x="3157" y="3848"/>
                </a:lnTo>
                <a:lnTo>
                  <a:pt x="3223" y="3868"/>
                </a:lnTo>
                <a:lnTo>
                  <a:pt x="3288" y="3891"/>
                </a:lnTo>
                <a:lnTo>
                  <a:pt x="3354" y="3914"/>
                </a:lnTo>
                <a:lnTo>
                  <a:pt x="3419" y="3938"/>
                </a:lnTo>
                <a:lnTo>
                  <a:pt x="3485" y="3965"/>
                </a:lnTo>
                <a:lnTo>
                  <a:pt x="3550" y="3993"/>
                </a:lnTo>
                <a:lnTo>
                  <a:pt x="3616" y="4021"/>
                </a:lnTo>
                <a:lnTo>
                  <a:pt x="3616" y="4291"/>
                </a:lnTo>
                <a:lnTo>
                  <a:pt x="632" y="4291"/>
                </a:lnTo>
                <a:lnTo>
                  <a:pt x="632" y="4021"/>
                </a:lnTo>
                <a:lnTo>
                  <a:pt x="696" y="3995"/>
                </a:lnTo>
                <a:lnTo>
                  <a:pt x="758" y="3970"/>
                </a:lnTo>
                <a:lnTo>
                  <a:pt x="822" y="3946"/>
                </a:lnTo>
                <a:lnTo>
                  <a:pt x="885" y="3924"/>
                </a:lnTo>
                <a:lnTo>
                  <a:pt x="949" y="3901"/>
                </a:lnTo>
                <a:lnTo>
                  <a:pt x="1013" y="3881"/>
                </a:lnTo>
                <a:lnTo>
                  <a:pt x="1075" y="3861"/>
                </a:lnTo>
                <a:lnTo>
                  <a:pt x="1139" y="3843"/>
                </a:lnTo>
                <a:lnTo>
                  <a:pt x="1203" y="3825"/>
                </a:lnTo>
                <a:lnTo>
                  <a:pt x="1266" y="3809"/>
                </a:lnTo>
                <a:lnTo>
                  <a:pt x="1330" y="3793"/>
                </a:lnTo>
                <a:lnTo>
                  <a:pt x="1394" y="3779"/>
                </a:lnTo>
                <a:lnTo>
                  <a:pt x="1456" y="3765"/>
                </a:lnTo>
                <a:lnTo>
                  <a:pt x="1520" y="3753"/>
                </a:lnTo>
                <a:lnTo>
                  <a:pt x="1584" y="3743"/>
                </a:lnTo>
                <a:lnTo>
                  <a:pt x="1647" y="3733"/>
                </a:lnTo>
                <a:lnTo>
                  <a:pt x="1647" y="3598"/>
                </a:lnTo>
                <a:lnTo>
                  <a:pt x="179" y="3598"/>
                </a:lnTo>
                <a:lnTo>
                  <a:pt x="0" y="3598"/>
                </a:lnTo>
                <a:lnTo>
                  <a:pt x="0" y="3418"/>
                </a:lnTo>
                <a:lnTo>
                  <a:pt x="0" y="688"/>
                </a:lnTo>
                <a:lnTo>
                  <a:pt x="0" y="508"/>
                </a:lnTo>
                <a:lnTo>
                  <a:pt x="179" y="508"/>
                </a:lnTo>
                <a:close/>
                <a:moveTo>
                  <a:pt x="4438" y="4291"/>
                </a:moveTo>
                <a:lnTo>
                  <a:pt x="6190" y="4291"/>
                </a:lnTo>
                <a:lnTo>
                  <a:pt x="6190" y="0"/>
                </a:lnTo>
                <a:lnTo>
                  <a:pt x="4438" y="0"/>
                </a:lnTo>
                <a:lnTo>
                  <a:pt x="4438" y="4291"/>
                </a:lnTo>
                <a:close/>
                <a:moveTo>
                  <a:pt x="4659" y="374"/>
                </a:moveTo>
                <a:lnTo>
                  <a:pt x="6000" y="374"/>
                </a:lnTo>
                <a:lnTo>
                  <a:pt x="6000" y="791"/>
                </a:lnTo>
                <a:lnTo>
                  <a:pt x="4659" y="791"/>
                </a:lnTo>
                <a:lnTo>
                  <a:pt x="4659" y="374"/>
                </a:lnTo>
                <a:close/>
                <a:moveTo>
                  <a:pt x="4659" y="1025"/>
                </a:moveTo>
                <a:lnTo>
                  <a:pt x="6000" y="1025"/>
                </a:lnTo>
                <a:lnTo>
                  <a:pt x="6000" y="1444"/>
                </a:lnTo>
                <a:lnTo>
                  <a:pt x="4659" y="1444"/>
                </a:lnTo>
                <a:lnTo>
                  <a:pt x="4659" y="1025"/>
                </a:lnTo>
                <a:close/>
                <a:moveTo>
                  <a:pt x="4652" y="1798"/>
                </a:moveTo>
                <a:lnTo>
                  <a:pt x="5102" y="1798"/>
                </a:lnTo>
                <a:lnTo>
                  <a:pt x="5102" y="2121"/>
                </a:lnTo>
                <a:lnTo>
                  <a:pt x="4652" y="2121"/>
                </a:lnTo>
                <a:lnTo>
                  <a:pt x="4652" y="1798"/>
                </a:lnTo>
                <a:close/>
                <a:moveTo>
                  <a:pt x="4652" y="2317"/>
                </a:moveTo>
                <a:lnTo>
                  <a:pt x="5102" y="2317"/>
                </a:lnTo>
                <a:lnTo>
                  <a:pt x="5102" y="2640"/>
                </a:lnTo>
                <a:lnTo>
                  <a:pt x="4652" y="2640"/>
                </a:lnTo>
                <a:lnTo>
                  <a:pt x="4652" y="2317"/>
                </a:lnTo>
                <a:close/>
                <a:moveTo>
                  <a:pt x="3847" y="868"/>
                </a:moveTo>
                <a:lnTo>
                  <a:pt x="359" y="868"/>
                </a:lnTo>
                <a:lnTo>
                  <a:pt x="359" y="3238"/>
                </a:lnTo>
                <a:lnTo>
                  <a:pt x="3847" y="3238"/>
                </a:lnTo>
                <a:lnTo>
                  <a:pt x="3847" y="868"/>
                </a:lnTo>
                <a:close/>
              </a:path>
            </a:pathLst>
          </a:cu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10" name="KSO_Shape"/>
          <p:cNvSpPr>
            <a:spLocks noChangeArrowheads="1"/>
          </p:cNvSpPr>
          <p:nvPr/>
        </p:nvSpPr>
        <p:spPr bwMode="auto">
          <a:xfrm>
            <a:off x="7920037" y="3575622"/>
            <a:ext cx="517525" cy="509587"/>
          </a:xfrm>
          <a:custGeom>
            <a:avLst/>
            <a:gdLst>
              <a:gd name="T0" fmla="*/ 2147483647 w 6140"/>
              <a:gd name="T1" fmla="*/ 2147483647 h 6040"/>
              <a:gd name="T2" fmla="*/ 2147483647 w 6140"/>
              <a:gd name="T3" fmla="*/ 2147483647 h 6040"/>
              <a:gd name="T4" fmla="*/ 2147483647 w 6140"/>
              <a:gd name="T5" fmla="*/ 2147483647 h 6040"/>
              <a:gd name="T6" fmla="*/ 2147483647 w 6140"/>
              <a:gd name="T7" fmla="*/ 2147483647 h 6040"/>
              <a:gd name="T8" fmla="*/ 2147483647 w 6140"/>
              <a:gd name="T9" fmla="*/ 2147483647 h 6040"/>
              <a:gd name="T10" fmla="*/ 2147483647 w 6140"/>
              <a:gd name="T11" fmla="*/ 2147483647 h 6040"/>
              <a:gd name="T12" fmla="*/ 2147483647 w 6140"/>
              <a:gd name="T13" fmla="*/ 2147483647 h 6040"/>
              <a:gd name="T14" fmla="*/ 2147483647 w 6140"/>
              <a:gd name="T15" fmla="*/ 2147483647 h 6040"/>
              <a:gd name="T16" fmla="*/ 2147483647 w 6140"/>
              <a:gd name="T17" fmla="*/ 2147483647 h 6040"/>
              <a:gd name="T18" fmla="*/ 2147483647 w 6140"/>
              <a:gd name="T19" fmla="*/ 2147483647 h 6040"/>
              <a:gd name="T20" fmla="*/ 2147483647 w 6140"/>
              <a:gd name="T21" fmla="*/ 2147483647 h 6040"/>
              <a:gd name="T22" fmla="*/ 2147483647 w 6140"/>
              <a:gd name="T23" fmla="*/ 2147483647 h 6040"/>
              <a:gd name="T24" fmla="*/ 2147483647 w 6140"/>
              <a:gd name="T25" fmla="*/ 2147483647 h 6040"/>
              <a:gd name="T26" fmla="*/ 2147483647 w 6140"/>
              <a:gd name="T27" fmla="*/ 2147483647 h 6040"/>
              <a:gd name="T28" fmla="*/ 2147483647 w 6140"/>
              <a:gd name="T29" fmla="*/ 2147483647 h 6040"/>
              <a:gd name="T30" fmla="*/ 2147483647 w 6140"/>
              <a:gd name="T31" fmla="*/ 2147483647 h 6040"/>
              <a:gd name="T32" fmla="*/ 2147483647 w 6140"/>
              <a:gd name="T33" fmla="*/ 2147483647 h 6040"/>
              <a:gd name="T34" fmla="*/ 2147483647 w 6140"/>
              <a:gd name="T35" fmla="*/ 2147483647 h 6040"/>
              <a:gd name="T36" fmla="*/ 2147483647 w 6140"/>
              <a:gd name="T37" fmla="*/ 2147483647 h 6040"/>
              <a:gd name="T38" fmla="*/ 2147483647 w 6140"/>
              <a:gd name="T39" fmla="*/ 2147483647 h 6040"/>
              <a:gd name="T40" fmla="*/ 2147483647 w 6140"/>
              <a:gd name="T41" fmla="*/ 2147483647 h 6040"/>
              <a:gd name="T42" fmla="*/ 2147483647 w 6140"/>
              <a:gd name="T43" fmla="*/ 2147483647 h 6040"/>
              <a:gd name="T44" fmla="*/ 2147483647 w 6140"/>
              <a:gd name="T45" fmla="*/ 2147483647 h 6040"/>
              <a:gd name="T46" fmla="*/ 2147483647 w 6140"/>
              <a:gd name="T47" fmla="*/ 2147483647 h 6040"/>
              <a:gd name="T48" fmla="*/ 2147483647 w 6140"/>
              <a:gd name="T49" fmla="*/ 2147483647 h 6040"/>
              <a:gd name="T50" fmla="*/ 2147483647 w 6140"/>
              <a:gd name="T51" fmla="*/ 2147483647 h 6040"/>
              <a:gd name="T52" fmla="*/ 2147483647 w 6140"/>
              <a:gd name="T53" fmla="*/ 2147483647 h 6040"/>
              <a:gd name="T54" fmla="*/ 2147483647 w 6140"/>
              <a:gd name="T55" fmla="*/ 2147483647 h 6040"/>
              <a:gd name="T56" fmla="*/ 2147483647 w 6140"/>
              <a:gd name="T57" fmla="*/ 2147483647 h 6040"/>
              <a:gd name="T58" fmla="*/ 2147483647 w 6140"/>
              <a:gd name="T59" fmla="*/ 2147483647 h 6040"/>
              <a:gd name="T60" fmla="*/ 2147483647 w 6140"/>
              <a:gd name="T61" fmla="*/ 2147483647 h 6040"/>
              <a:gd name="T62" fmla="*/ 2147483647 w 6140"/>
              <a:gd name="T63" fmla="*/ 2147483647 h 6040"/>
              <a:gd name="T64" fmla="*/ 2147483647 w 6140"/>
              <a:gd name="T65" fmla="*/ 2147483647 h 6040"/>
              <a:gd name="T66" fmla="*/ 2147483647 w 6140"/>
              <a:gd name="T67" fmla="*/ 2147483647 h 6040"/>
              <a:gd name="T68" fmla="*/ 2147483647 w 6140"/>
              <a:gd name="T69" fmla="*/ 2147483647 h 6040"/>
              <a:gd name="T70" fmla="*/ 2147483647 w 6140"/>
              <a:gd name="T71" fmla="*/ 2147483647 h 6040"/>
              <a:gd name="T72" fmla="*/ 2147483647 w 6140"/>
              <a:gd name="T73" fmla="*/ 2147483647 h 6040"/>
              <a:gd name="T74" fmla="*/ 2147483647 w 6140"/>
              <a:gd name="T75" fmla="*/ 2147483647 h 6040"/>
              <a:gd name="T76" fmla="*/ 2147483647 w 6140"/>
              <a:gd name="T77" fmla="*/ 2147483647 h 6040"/>
              <a:gd name="T78" fmla="*/ 2147483647 w 6140"/>
              <a:gd name="T79" fmla="*/ 2147483647 h 6040"/>
              <a:gd name="T80" fmla="*/ 2147483647 w 6140"/>
              <a:gd name="T81" fmla="*/ 2147483647 h 6040"/>
              <a:gd name="T82" fmla="*/ 2147483647 w 6140"/>
              <a:gd name="T83" fmla="*/ 2147483647 h 6040"/>
              <a:gd name="T84" fmla="*/ 2147483647 w 6140"/>
              <a:gd name="T85" fmla="*/ 2147483647 h 6040"/>
              <a:gd name="T86" fmla="*/ 2147483647 w 6140"/>
              <a:gd name="T87" fmla="*/ 2147483647 h 6040"/>
              <a:gd name="T88" fmla="*/ 2147483647 w 6140"/>
              <a:gd name="T89" fmla="*/ 2147483647 h 6040"/>
              <a:gd name="T90" fmla="*/ 2147483647 w 6140"/>
              <a:gd name="T91" fmla="*/ 2147483647 h 6040"/>
              <a:gd name="T92" fmla="*/ 2147483647 w 6140"/>
              <a:gd name="T93" fmla="*/ 2147483647 h 6040"/>
              <a:gd name="T94" fmla="*/ 2147483647 w 6140"/>
              <a:gd name="T95" fmla="*/ 2147483647 h 6040"/>
              <a:gd name="T96" fmla="*/ 2147483647 w 6140"/>
              <a:gd name="T97" fmla="*/ 2147483647 h 6040"/>
              <a:gd name="T98" fmla="*/ 2147483647 w 6140"/>
              <a:gd name="T99" fmla="*/ 2147483647 h 6040"/>
              <a:gd name="T100" fmla="*/ 2147483647 w 6140"/>
              <a:gd name="T101" fmla="*/ 2147483647 h 6040"/>
              <a:gd name="T102" fmla="*/ 2147483647 w 6140"/>
              <a:gd name="T103" fmla="*/ 2147483647 h 6040"/>
              <a:gd name="T104" fmla="*/ 2147483647 w 6140"/>
              <a:gd name="T105" fmla="*/ 2147483647 h 6040"/>
              <a:gd name="T106" fmla="*/ 2147483647 w 6140"/>
              <a:gd name="T107" fmla="*/ 2147483647 h 6040"/>
              <a:gd name="T108" fmla="*/ 2147483647 w 6140"/>
              <a:gd name="T109" fmla="*/ 2147483647 h 6040"/>
              <a:gd name="T110" fmla="*/ 2147483647 w 6140"/>
              <a:gd name="T111" fmla="*/ 2147483647 h 6040"/>
              <a:gd name="T112" fmla="*/ 2147483647 w 6140"/>
              <a:gd name="T113" fmla="*/ 2147483647 h 6040"/>
              <a:gd name="T114" fmla="*/ 2147483647 w 6140"/>
              <a:gd name="T115" fmla="*/ 2147483647 h 6040"/>
              <a:gd name="T116" fmla="*/ 2147483647 w 6140"/>
              <a:gd name="T117" fmla="*/ 2147483647 h 6040"/>
              <a:gd name="T118" fmla="*/ 2147483647 w 6140"/>
              <a:gd name="T119" fmla="*/ 2147483647 h 604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6140"/>
              <a:gd name="T181" fmla="*/ 0 h 6040"/>
              <a:gd name="T182" fmla="*/ 6140 w 6140"/>
              <a:gd name="T183" fmla="*/ 6040 h 6040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6140" h="6040">
                <a:moveTo>
                  <a:pt x="3011" y="554"/>
                </a:moveTo>
                <a:lnTo>
                  <a:pt x="5433" y="554"/>
                </a:lnTo>
                <a:lnTo>
                  <a:pt x="5469" y="555"/>
                </a:lnTo>
                <a:lnTo>
                  <a:pt x="5505" y="557"/>
                </a:lnTo>
                <a:lnTo>
                  <a:pt x="5540" y="562"/>
                </a:lnTo>
                <a:lnTo>
                  <a:pt x="5575" y="567"/>
                </a:lnTo>
                <a:lnTo>
                  <a:pt x="5608" y="576"/>
                </a:lnTo>
                <a:lnTo>
                  <a:pt x="5642" y="586"/>
                </a:lnTo>
                <a:lnTo>
                  <a:pt x="5676" y="597"/>
                </a:lnTo>
                <a:lnTo>
                  <a:pt x="5707" y="609"/>
                </a:lnTo>
                <a:lnTo>
                  <a:pt x="5738" y="623"/>
                </a:lnTo>
                <a:lnTo>
                  <a:pt x="5768" y="639"/>
                </a:lnTo>
                <a:lnTo>
                  <a:pt x="5799" y="656"/>
                </a:lnTo>
                <a:lnTo>
                  <a:pt x="5828" y="674"/>
                </a:lnTo>
                <a:lnTo>
                  <a:pt x="5854" y="694"/>
                </a:lnTo>
                <a:lnTo>
                  <a:pt x="5881" y="716"/>
                </a:lnTo>
                <a:lnTo>
                  <a:pt x="5908" y="738"/>
                </a:lnTo>
                <a:lnTo>
                  <a:pt x="5932" y="761"/>
                </a:lnTo>
                <a:lnTo>
                  <a:pt x="5955" y="786"/>
                </a:lnTo>
                <a:lnTo>
                  <a:pt x="5977" y="811"/>
                </a:lnTo>
                <a:lnTo>
                  <a:pt x="5998" y="838"/>
                </a:lnTo>
                <a:lnTo>
                  <a:pt x="6018" y="866"/>
                </a:lnTo>
                <a:lnTo>
                  <a:pt x="6037" y="895"/>
                </a:lnTo>
                <a:lnTo>
                  <a:pt x="6054" y="924"/>
                </a:lnTo>
                <a:lnTo>
                  <a:pt x="6069" y="955"/>
                </a:lnTo>
                <a:lnTo>
                  <a:pt x="6084" y="987"/>
                </a:lnTo>
                <a:lnTo>
                  <a:pt x="6097" y="1018"/>
                </a:lnTo>
                <a:lnTo>
                  <a:pt x="6107" y="1051"/>
                </a:lnTo>
                <a:lnTo>
                  <a:pt x="6117" y="1084"/>
                </a:lnTo>
                <a:lnTo>
                  <a:pt x="6125" y="1119"/>
                </a:lnTo>
                <a:lnTo>
                  <a:pt x="6132" y="1154"/>
                </a:lnTo>
                <a:lnTo>
                  <a:pt x="6136" y="1189"/>
                </a:lnTo>
                <a:lnTo>
                  <a:pt x="6139" y="1225"/>
                </a:lnTo>
                <a:lnTo>
                  <a:pt x="6140" y="1261"/>
                </a:lnTo>
                <a:lnTo>
                  <a:pt x="6140" y="5331"/>
                </a:lnTo>
                <a:lnTo>
                  <a:pt x="6139" y="5369"/>
                </a:lnTo>
                <a:lnTo>
                  <a:pt x="6136" y="5405"/>
                </a:lnTo>
                <a:lnTo>
                  <a:pt x="6132" y="5439"/>
                </a:lnTo>
                <a:lnTo>
                  <a:pt x="6125" y="5474"/>
                </a:lnTo>
                <a:lnTo>
                  <a:pt x="6117" y="5508"/>
                </a:lnTo>
                <a:lnTo>
                  <a:pt x="6107" y="5542"/>
                </a:lnTo>
                <a:lnTo>
                  <a:pt x="6097" y="5574"/>
                </a:lnTo>
                <a:lnTo>
                  <a:pt x="6084" y="5607"/>
                </a:lnTo>
                <a:lnTo>
                  <a:pt x="6069" y="5638"/>
                </a:lnTo>
                <a:lnTo>
                  <a:pt x="6054" y="5668"/>
                </a:lnTo>
                <a:lnTo>
                  <a:pt x="6037" y="5698"/>
                </a:lnTo>
                <a:lnTo>
                  <a:pt x="6018" y="5726"/>
                </a:lnTo>
                <a:lnTo>
                  <a:pt x="5998" y="5754"/>
                </a:lnTo>
                <a:lnTo>
                  <a:pt x="5977" y="5781"/>
                </a:lnTo>
                <a:lnTo>
                  <a:pt x="5955" y="5806"/>
                </a:lnTo>
                <a:lnTo>
                  <a:pt x="5932" y="5832"/>
                </a:lnTo>
                <a:lnTo>
                  <a:pt x="5908" y="5855"/>
                </a:lnTo>
                <a:lnTo>
                  <a:pt x="5881" y="5877"/>
                </a:lnTo>
                <a:lnTo>
                  <a:pt x="5854" y="5898"/>
                </a:lnTo>
                <a:lnTo>
                  <a:pt x="5828" y="5918"/>
                </a:lnTo>
                <a:lnTo>
                  <a:pt x="5799" y="5936"/>
                </a:lnTo>
                <a:lnTo>
                  <a:pt x="5768" y="5954"/>
                </a:lnTo>
                <a:lnTo>
                  <a:pt x="5738" y="5969"/>
                </a:lnTo>
                <a:lnTo>
                  <a:pt x="5707" y="5983"/>
                </a:lnTo>
                <a:lnTo>
                  <a:pt x="5676" y="5996"/>
                </a:lnTo>
                <a:lnTo>
                  <a:pt x="5642" y="6007"/>
                </a:lnTo>
                <a:lnTo>
                  <a:pt x="5608" y="6016"/>
                </a:lnTo>
                <a:lnTo>
                  <a:pt x="5575" y="6025"/>
                </a:lnTo>
                <a:lnTo>
                  <a:pt x="5540" y="6030"/>
                </a:lnTo>
                <a:lnTo>
                  <a:pt x="5505" y="6035"/>
                </a:lnTo>
                <a:lnTo>
                  <a:pt x="5469" y="6039"/>
                </a:lnTo>
                <a:lnTo>
                  <a:pt x="5433" y="6040"/>
                </a:lnTo>
                <a:lnTo>
                  <a:pt x="3011" y="6040"/>
                </a:lnTo>
                <a:lnTo>
                  <a:pt x="2981" y="6039"/>
                </a:lnTo>
                <a:lnTo>
                  <a:pt x="2951" y="6036"/>
                </a:lnTo>
                <a:lnTo>
                  <a:pt x="2921" y="6033"/>
                </a:lnTo>
                <a:lnTo>
                  <a:pt x="2892" y="6029"/>
                </a:lnTo>
                <a:lnTo>
                  <a:pt x="2863" y="6023"/>
                </a:lnTo>
                <a:lnTo>
                  <a:pt x="2834" y="6016"/>
                </a:lnTo>
                <a:lnTo>
                  <a:pt x="2806" y="6008"/>
                </a:lnTo>
                <a:lnTo>
                  <a:pt x="2778" y="5999"/>
                </a:lnTo>
                <a:lnTo>
                  <a:pt x="2750" y="5989"/>
                </a:lnTo>
                <a:lnTo>
                  <a:pt x="2723" y="5978"/>
                </a:lnTo>
                <a:lnTo>
                  <a:pt x="2698" y="5965"/>
                </a:lnTo>
                <a:lnTo>
                  <a:pt x="2672" y="5951"/>
                </a:lnTo>
                <a:lnTo>
                  <a:pt x="2647" y="5938"/>
                </a:lnTo>
                <a:lnTo>
                  <a:pt x="2623" y="5922"/>
                </a:lnTo>
                <a:lnTo>
                  <a:pt x="2599" y="5906"/>
                </a:lnTo>
                <a:lnTo>
                  <a:pt x="2577" y="5889"/>
                </a:lnTo>
                <a:lnTo>
                  <a:pt x="2554" y="5870"/>
                </a:lnTo>
                <a:lnTo>
                  <a:pt x="2533" y="5852"/>
                </a:lnTo>
                <a:lnTo>
                  <a:pt x="2512" y="5832"/>
                </a:lnTo>
                <a:lnTo>
                  <a:pt x="2492" y="5811"/>
                </a:lnTo>
                <a:lnTo>
                  <a:pt x="2474" y="5790"/>
                </a:lnTo>
                <a:lnTo>
                  <a:pt x="2455" y="5768"/>
                </a:lnTo>
                <a:lnTo>
                  <a:pt x="2438" y="5745"/>
                </a:lnTo>
                <a:lnTo>
                  <a:pt x="2421" y="5722"/>
                </a:lnTo>
                <a:lnTo>
                  <a:pt x="2406" y="5697"/>
                </a:lnTo>
                <a:lnTo>
                  <a:pt x="2392" y="5672"/>
                </a:lnTo>
                <a:lnTo>
                  <a:pt x="2378" y="5646"/>
                </a:lnTo>
                <a:lnTo>
                  <a:pt x="2366" y="5621"/>
                </a:lnTo>
                <a:lnTo>
                  <a:pt x="2355" y="5594"/>
                </a:lnTo>
                <a:lnTo>
                  <a:pt x="2345" y="5567"/>
                </a:lnTo>
                <a:lnTo>
                  <a:pt x="2336" y="5539"/>
                </a:lnTo>
                <a:lnTo>
                  <a:pt x="2327" y="5510"/>
                </a:lnTo>
                <a:lnTo>
                  <a:pt x="2315" y="5509"/>
                </a:lnTo>
                <a:lnTo>
                  <a:pt x="2259" y="5501"/>
                </a:lnTo>
                <a:lnTo>
                  <a:pt x="2203" y="5493"/>
                </a:lnTo>
                <a:lnTo>
                  <a:pt x="2147" y="5484"/>
                </a:lnTo>
                <a:lnTo>
                  <a:pt x="2092" y="5474"/>
                </a:lnTo>
                <a:lnTo>
                  <a:pt x="2037" y="5463"/>
                </a:lnTo>
                <a:lnTo>
                  <a:pt x="1983" y="5451"/>
                </a:lnTo>
                <a:lnTo>
                  <a:pt x="1929" y="5439"/>
                </a:lnTo>
                <a:lnTo>
                  <a:pt x="1876" y="5427"/>
                </a:lnTo>
                <a:lnTo>
                  <a:pt x="1824" y="5413"/>
                </a:lnTo>
                <a:lnTo>
                  <a:pt x="1771" y="5398"/>
                </a:lnTo>
                <a:lnTo>
                  <a:pt x="1719" y="5383"/>
                </a:lnTo>
                <a:lnTo>
                  <a:pt x="1668" y="5366"/>
                </a:lnTo>
                <a:lnTo>
                  <a:pt x="1618" y="5350"/>
                </a:lnTo>
                <a:lnTo>
                  <a:pt x="1568" y="5333"/>
                </a:lnTo>
                <a:lnTo>
                  <a:pt x="1519" y="5314"/>
                </a:lnTo>
                <a:lnTo>
                  <a:pt x="1471" y="5295"/>
                </a:lnTo>
                <a:lnTo>
                  <a:pt x="1423" y="5276"/>
                </a:lnTo>
                <a:lnTo>
                  <a:pt x="1375" y="5255"/>
                </a:lnTo>
                <a:lnTo>
                  <a:pt x="1329" y="5234"/>
                </a:lnTo>
                <a:lnTo>
                  <a:pt x="1283" y="5213"/>
                </a:lnTo>
                <a:lnTo>
                  <a:pt x="1237" y="5190"/>
                </a:lnTo>
                <a:lnTo>
                  <a:pt x="1193" y="5167"/>
                </a:lnTo>
                <a:lnTo>
                  <a:pt x="1150" y="5143"/>
                </a:lnTo>
                <a:lnTo>
                  <a:pt x="1107" y="5119"/>
                </a:lnTo>
                <a:lnTo>
                  <a:pt x="1064" y="5093"/>
                </a:lnTo>
                <a:lnTo>
                  <a:pt x="1024" y="5067"/>
                </a:lnTo>
                <a:lnTo>
                  <a:pt x="983" y="5041"/>
                </a:lnTo>
                <a:lnTo>
                  <a:pt x="944" y="5013"/>
                </a:lnTo>
                <a:lnTo>
                  <a:pt x="905" y="4985"/>
                </a:lnTo>
                <a:lnTo>
                  <a:pt x="867" y="4956"/>
                </a:lnTo>
                <a:lnTo>
                  <a:pt x="830" y="4927"/>
                </a:lnTo>
                <a:lnTo>
                  <a:pt x="794" y="4897"/>
                </a:lnTo>
                <a:lnTo>
                  <a:pt x="757" y="4866"/>
                </a:lnTo>
                <a:lnTo>
                  <a:pt x="721" y="4832"/>
                </a:lnTo>
                <a:lnTo>
                  <a:pt x="686" y="4800"/>
                </a:lnTo>
                <a:lnTo>
                  <a:pt x="652" y="4765"/>
                </a:lnTo>
                <a:lnTo>
                  <a:pt x="620" y="4730"/>
                </a:lnTo>
                <a:lnTo>
                  <a:pt x="588" y="4695"/>
                </a:lnTo>
                <a:lnTo>
                  <a:pt x="557" y="4658"/>
                </a:lnTo>
                <a:lnTo>
                  <a:pt x="528" y="4622"/>
                </a:lnTo>
                <a:lnTo>
                  <a:pt x="500" y="4584"/>
                </a:lnTo>
                <a:lnTo>
                  <a:pt x="472" y="4547"/>
                </a:lnTo>
                <a:lnTo>
                  <a:pt x="447" y="4507"/>
                </a:lnTo>
                <a:lnTo>
                  <a:pt x="422" y="4468"/>
                </a:lnTo>
                <a:lnTo>
                  <a:pt x="398" y="4428"/>
                </a:lnTo>
                <a:lnTo>
                  <a:pt x="376" y="4386"/>
                </a:lnTo>
                <a:lnTo>
                  <a:pt x="355" y="4346"/>
                </a:lnTo>
                <a:lnTo>
                  <a:pt x="335" y="4304"/>
                </a:lnTo>
                <a:lnTo>
                  <a:pt x="317" y="4261"/>
                </a:lnTo>
                <a:lnTo>
                  <a:pt x="299" y="4218"/>
                </a:lnTo>
                <a:lnTo>
                  <a:pt x="283" y="4174"/>
                </a:lnTo>
                <a:lnTo>
                  <a:pt x="269" y="4130"/>
                </a:lnTo>
                <a:lnTo>
                  <a:pt x="255" y="4084"/>
                </a:lnTo>
                <a:lnTo>
                  <a:pt x="243" y="4038"/>
                </a:lnTo>
                <a:lnTo>
                  <a:pt x="233" y="3993"/>
                </a:lnTo>
                <a:lnTo>
                  <a:pt x="224" y="3945"/>
                </a:lnTo>
                <a:lnTo>
                  <a:pt x="217" y="3897"/>
                </a:lnTo>
                <a:lnTo>
                  <a:pt x="210" y="3850"/>
                </a:lnTo>
                <a:lnTo>
                  <a:pt x="205" y="3801"/>
                </a:lnTo>
                <a:lnTo>
                  <a:pt x="203" y="3752"/>
                </a:lnTo>
                <a:lnTo>
                  <a:pt x="201" y="3702"/>
                </a:lnTo>
                <a:lnTo>
                  <a:pt x="201" y="3651"/>
                </a:lnTo>
                <a:lnTo>
                  <a:pt x="202" y="3601"/>
                </a:lnTo>
                <a:lnTo>
                  <a:pt x="204" y="3549"/>
                </a:lnTo>
                <a:lnTo>
                  <a:pt x="209" y="3500"/>
                </a:lnTo>
                <a:lnTo>
                  <a:pt x="216" y="3445"/>
                </a:lnTo>
                <a:lnTo>
                  <a:pt x="221" y="3403"/>
                </a:lnTo>
                <a:lnTo>
                  <a:pt x="228" y="3360"/>
                </a:lnTo>
                <a:lnTo>
                  <a:pt x="235" y="3317"/>
                </a:lnTo>
                <a:lnTo>
                  <a:pt x="245" y="3274"/>
                </a:lnTo>
                <a:lnTo>
                  <a:pt x="255" y="3231"/>
                </a:lnTo>
                <a:lnTo>
                  <a:pt x="267" y="3187"/>
                </a:lnTo>
                <a:lnTo>
                  <a:pt x="278" y="3143"/>
                </a:lnTo>
                <a:lnTo>
                  <a:pt x="292" y="3099"/>
                </a:lnTo>
                <a:lnTo>
                  <a:pt x="306" y="3053"/>
                </a:lnTo>
                <a:lnTo>
                  <a:pt x="322" y="3009"/>
                </a:lnTo>
                <a:lnTo>
                  <a:pt x="339" y="2964"/>
                </a:lnTo>
                <a:lnTo>
                  <a:pt x="356" y="2919"/>
                </a:lnTo>
                <a:lnTo>
                  <a:pt x="376" y="2872"/>
                </a:lnTo>
                <a:lnTo>
                  <a:pt x="396" y="2826"/>
                </a:lnTo>
                <a:lnTo>
                  <a:pt x="416" y="2779"/>
                </a:lnTo>
                <a:lnTo>
                  <a:pt x="440" y="2733"/>
                </a:lnTo>
                <a:lnTo>
                  <a:pt x="398" y="2695"/>
                </a:lnTo>
                <a:lnTo>
                  <a:pt x="357" y="2654"/>
                </a:lnTo>
                <a:lnTo>
                  <a:pt x="319" y="2614"/>
                </a:lnTo>
                <a:lnTo>
                  <a:pt x="282" y="2573"/>
                </a:lnTo>
                <a:lnTo>
                  <a:pt x="247" y="2531"/>
                </a:lnTo>
                <a:lnTo>
                  <a:pt x="214" y="2489"/>
                </a:lnTo>
                <a:lnTo>
                  <a:pt x="184" y="2445"/>
                </a:lnTo>
                <a:lnTo>
                  <a:pt x="155" y="2401"/>
                </a:lnTo>
                <a:lnTo>
                  <a:pt x="129" y="2356"/>
                </a:lnTo>
                <a:lnTo>
                  <a:pt x="104" y="2310"/>
                </a:lnTo>
                <a:lnTo>
                  <a:pt x="82" y="2263"/>
                </a:lnTo>
                <a:lnTo>
                  <a:pt x="62" y="2215"/>
                </a:lnTo>
                <a:lnTo>
                  <a:pt x="46" y="2165"/>
                </a:lnTo>
                <a:lnTo>
                  <a:pt x="38" y="2141"/>
                </a:lnTo>
                <a:lnTo>
                  <a:pt x="31" y="2115"/>
                </a:lnTo>
                <a:lnTo>
                  <a:pt x="25" y="2090"/>
                </a:lnTo>
                <a:lnTo>
                  <a:pt x="19" y="2064"/>
                </a:lnTo>
                <a:lnTo>
                  <a:pt x="14" y="2037"/>
                </a:lnTo>
                <a:lnTo>
                  <a:pt x="10" y="2011"/>
                </a:lnTo>
                <a:lnTo>
                  <a:pt x="7" y="1984"/>
                </a:lnTo>
                <a:lnTo>
                  <a:pt x="3" y="1957"/>
                </a:lnTo>
                <a:lnTo>
                  <a:pt x="1" y="1929"/>
                </a:lnTo>
                <a:lnTo>
                  <a:pt x="0" y="1902"/>
                </a:lnTo>
                <a:lnTo>
                  <a:pt x="0" y="1874"/>
                </a:lnTo>
                <a:lnTo>
                  <a:pt x="0" y="1846"/>
                </a:lnTo>
                <a:lnTo>
                  <a:pt x="0" y="1817"/>
                </a:lnTo>
                <a:lnTo>
                  <a:pt x="2" y="1788"/>
                </a:lnTo>
                <a:lnTo>
                  <a:pt x="4" y="1758"/>
                </a:lnTo>
                <a:lnTo>
                  <a:pt x="7" y="1729"/>
                </a:lnTo>
                <a:lnTo>
                  <a:pt x="11" y="1698"/>
                </a:lnTo>
                <a:lnTo>
                  <a:pt x="16" y="1667"/>
                </a:lnTo>
                <a:lnTo>
                  <a:pt x="21" y="1637"/>
                </a:lnTo>
                <a:lnTo>
                  <a:pt x="28" y="1606"/>
                </a:lnTo>
                <a:lnTo>
                  <a:pt x="35" y="1573"/>
                </a:lnTo>
                <a:lnTo>
                  <a:pt x="43" y="1542"/>
                </a:lnTo>
                <a:lnTo>
                  <a:pt x="51" y="1509"/>
                </a:lnTo>
                <a:lnTo>
                  <a:pt x="61" y="1475"/>
                </a:lnTo>
                <a:lnTo>
                  <a:pt x="72" y="1443"/>
                </a:lnTo>
                <a:lnTo>
                  <a:pt x="83" y="1409"/>
                </a:lnTo>
                <a:lnTo>
                  <a:pt x="109" y="1340"/>
                </a:lnTo>
                <a:lnTo>
                  <a:pt x="138" y="1270"/>
                </a:lnTo>
                <a:lnTo>
                  <a:pt x="170" y="1198"/>
                </a:lnTo>
                <a:lnTo>
                  <a:pt x="207" y="1124"/>
                </a:lnTo>
                <a:lnTo>
                  <a:pt x="247" y="1048"/>
                </a:lnTo>
                <a:lnTo>
                  <a:pt x="291" y="970"/>
                </a:lnTo>
                <a:lnTo>
                  <a:pt x="232" y="930"/>
                </a:lnTo>
                <a:lnTo>
                  <a:pt x="966" y="3"/>
                </a:lnTo>
                <a:lnTo>
                  <a:pt x="977" y="2"/>
                </a:lnTo>
                <a:lnTo>
                  <a:pt x="1011" y="1"/>
                </a:lnTo>
                <a:lnTo>
                  <a:pt x="1062" y="0"/>
                </a:lnTo>
                <a:lnTo>
                  <a:pt x="1092" y="1"/>
                </a:lnTo>
                <a:lnTo>
                  <a:pt x="1126" y="2"/>
                </a:lnTo>
                <a:lnTo>
                  <a:pt x="1161" y="4"/>
                </a:lnTo>
                <a:lnTo>
                  <a:pt x="1198" y="9"/>
                </a:lnTo>
                <a:lnTo>
                  <a:pt x="1236" y="14"/>
                </a:lnTo>
                <a:lnTo>
                  <a:pt x="1276" y="22"/>
                </a:lnTo>
                <a:lnTo>
                  <a:pt x="1314" y="31"/>
                </a:lnTo>
                <a:lnTo>
                  <a:pt x="1352" y="43"/>
                </a:lnTo>
                <a:lnTo>
                  <a:pt x="1372" y="48"/>
                </a:lnTo>
                <a:lnTo>
                  <a:pt x="1390" y="57"/>
                </a:lnTo>
                <a:lnTo>
                  <a:pt x="1408" y="65"/>
                </a:lnTo>
                <a:lnTo>
                  <a:pt x="1426" y="73"/>
                </a:lnTo>
                <a:lnTo>
                  <a:pt x="1461" y="93"/>
                </a:lnTo>
                <a:lnTo>
                  <a:pt x="1495" y="114"/>
                </a:lnTo>
                <a:lnTo>
                  <a:pt x="1527" y="136"/>
                </a:lnTo>
                <a:lnTo>
                  <a:pt x="1559" y="159"/>
                </a:lnTo>
                <a:lnTo>
                  <a:pt x="1588" y="182"/>
                </a:lnTo>
                <a:lnTo>
                  <a:pt x="1616" y="205"/>
                </a:lnTo>
                <a:lnTo>
                  <a:pt x="1642" y="230"/>
                </a:lnTo>
                <a:lnTo>
                  <a:pt x="1666" y="252"/>
                </a:lnTo>
                <a:lnTo>
                  <a:pt x="1707" y="293"/>
                </a:lnTo>
                <a:lnTo>
                  <a:pt x="1739" y="327"/>
                </a:lnTo>
                <a:lnTo>
                  <a:pt x="1759" y="350"/>
                </a:lnTo>
                <a:lnTo>
                  <a:pt x="1765" y="359"/>
                </a:lnTo>
                <a:lnTo>
                  <a:pt x="1153" y="1011"/>
                </a:lnTo>
                <a:lnTo>
                  <a:pt x="985" y="843"/>
                </a:lnTo>
                <a:lnTo>
                  <a:pt x="714" y="1251"/>
                </a:lnTo>
                <a:lnTo>
                  <a:pt x="630" y="1196"/>
                </a:lnTo>
                <a:lnTo>
                  <a:pt x="603" y="1246"/>
                </a:lnTo>
                <a:lnTo>
                  <a:pt x="578" y="1294"/>
                </a:lnTo>
                <a:lnTo>
                  <a:pt x="556" y="1342"/>
                </a:lnTo>
                <a:lnTo>
                  <a:pt x="535" y="1390"/>
                </a:lnTo>
                <a:lnTo>
                  <a:pt x="516" y="1435"/>
                </a:lnTo>
                <a:lnTo>
                  <a:pt x="500" y="1480"/>
                </a:lnTo>
                <a:lnTo>
                  <a:pt x="485" y="1524"/>
                </a:lnTo>
                <a:lnTo>
                  <a:pt x="472" y="1567"/>
                </a:lnTo>
                <a:lnTo>
                  <a:pt x="462" y="1609"/>
                </a:lnTo>
                <a:lnTo>
                  <a:pt x="452" y="1650"/>
                </a:lnTo>
                <a:lnTo>
                  <a:pt x="445" y="1690"/>
                </a:lnTo>
                <a:lnTo>
                  <a:pt x="440" y="1729"/>
                </a:lnTo>
                <a:lnTo>
                  <a:pt x="436" y="1768"/>
                </a:lnTo>
                <a:lnTo>
                  <a:pt x="435" y="1805"/>
                </a:lnTo>
                <a:lnTo>
                  <a:pt x="434" y="1842"/>
                </a:lnTo>
                <a:lnTo>
                  <a:pt x="436" y="1878"/>
                </a:lnTo>
                <a:lnTo>
                  <a:pt x="439" y="1913"/>
                </a:lnTo>
                <a:lnTo>
                  <a:pt x="443" y="1948"/>
                </a:lnTo>
                <a:lnTo>
                  <a:pt x="450" y="1982"/>
                </a:lnTo>
                <a:lnTo>
                  <a:pt x="457" y="2014"/>
                </a:lnTo>
                <a:lnTo>
                  <a:pt x="466" y="2047"/>
                </a:lnTo>
                <a:lnTo>
                  <a:pt x="477" y="2079"/>
                </a:lnTo>
                <a:lnTo>
                  <a:pt x="488" y="2111"/>
                </a:lnTo>
                <a:lnTo>
                  <a:pt x="502" y="2141"/>
                </a:lnTo>
                <a:lnTo>
                  <a:pt x="516" y="2171"/>
                </a:lnTo>
                <a:lnTo>
                  <a:pt x="533" y="2200"/>
                </a:lnTo>
                <a:lnTo>
                  <a:pt x="550" y="2229"/>
                </a:lnTo>
                <a:lnTo>
                  <a:pt x="569" y="2257"/>
                </a:lnTo>
                <a:lnTo>
                  <a:pt x="587" y="2285"/>
                </a:lnTo>
                <a:lnTo>
                  <a:pt x="608" y="2313"/>
                </a:lnTo>
                <a:lnTo>
                  <a:pt x="630" y="2339"/>
                </a:lnTo>
                <a:lnTo>
                  <a:pt x="652" y="2366"/>
                </a:lnTo>
                <a:lnTo>
                  <a:pt x="682" y="2322"/>
                </a:lnTo>
                <a:lnTo>
                  <a:pt x="713" y="2278"/>
                </a:lnTo>
                <a:lnTo>
                  <a:pt x="745" y="2234"/>
                </a:lnTo>
                <a:lnTo>
                  <a:pt x="778" y="2188"/>
                </a:lnTo>
                <a:lnTo>
                  <a:pt x="811" y="2144"/>
                </a:lnTo>
                <a:lnTo>
                  <a:pt x="846" y="2099"/>
                </a:lnTo>
                <a:lnTo>
                  <a:pt x="883" y="2054"/>
                </a:lnTo>
                <a:lnTo>
                  <a:pt x="920" y="2007"/>
                </a:lnTo>
                <a:lnTo>
                  <a:pt x="957" y="1962"/>
                </a:lnTo>
                <a:lnTo>
                  <a:pt x="997" y="1916"/>
                </a:lnTo>
                <a:lnTo>
                  <a:pt x="1038" y="1870"/>
                </a:lnTo>
                <a:lnTo>
                  <a:pt x="1079" y="1824"/>
                </a:lnTo>
                <a:lnTo>
                  <a:pt x="1166" y="1730"/>
                </a:lnTo>
                <a:lnTo>
                  <a:pt x="1257" y="1636"/>
                </a:lnTo>
                <a:lnTo>
                  <a:pt x="1247" y="1611"/>
                </a:lnTo>
                <a:lnTo>
                  <a:pt x="1237" y="1586"/>
                </a:lnTo>
                <a:lnTo>
                  <a:pt x="1230" y="1560"/>
                </a:lnTo>
                <a:lnTo>
                  <a:pt x="1223" y="1534"/>
                </a:lnTo>
                <a:lnTo>
                  <a:pt x="1219" y="1507"/>
                </a:lnTo>
                <a:lnTo>
                  <a:pt x="1215" y="1479"/>
                </a:lnTo>
                <a:lnTo>
                  <a:pt x="1213" y="1451"/>
                </a:lnTo>
                <a:lnTo>
                  <a:pt x="1212" y="1423"/>
                </a:lnTo>
                <a:lnTo>
                  <a:pt x="1213" y="1397"/>
                </a:lnTo>
                <a:lnTo>
                  <a:pt x="1214" y="1370"/>
                </a:lnTo>
                <a:lnTo>
                  <a:pt x="1218" y="1344"/>
                </a:lnTo>
                <a:lnTo>
                  <a:pt x="1222" y="1319"/>
                </a:lnTo>
                <a:lnTo>
                  <a:pt x="1228" y="1293"/>
                </a:lnTo>
                <a:lnTo>
                  <a:pt x="1235" y="1269"/>
                </a:lnTo>
                <a:lnTo>
                  <a:pt x="1243" y="1244"/>
                </a:lnTo>
                <a:lnTo>
                  <a:pt x="1252" y="1221"/>
                </a:lnTo>
                <a:lnTo>
                  <a:pt x="1263" y="1198"/>
                </a:lnTo>
                <a:lnTo>
                  <a:pt x="1274" y="1175"/>
                </a:lnTo>
                <a:lnTo>
                  <a:pt x="1287" y="1154"/>
                </a:lnTo>
                <a:lnTo>
                  <a:pt x="1301" y="1132"/>
                </a:lnTo>
                <a:lnTo>
                  <a:pt x="1315" y="1112"/>
                </a:lnTo>
                <a:lnTo>
                  <a:pt x="1331" y="1092"/>
                </a:lnTo>
                <a:lnTo>
                  <a:pt x="1348" y="1073"/>
                </a:lnTo>
                <a:lnTo>
                  <a:pt x="1365" y="1055"/>
                </a:lnTo>
                <a:lnTo>
                  <a:pt x="1365" y="1054"/>
                </a:lnTo>
                <a:lnTo>
                  <a:pt x="1384" y="1037"/>
                </a:lnTo>
                <a:lnTo>
                  <a:pt x="1402" y="1020"/>
                </a:lnTo>
                <a:lnTo>
                  <a:pt x="1422" y="1005"/>
                </a:lnTo>
                <a:lnTo>
                  <a:pt x="1443" y="990"/>
                </a:lnTo>
                <a:lnTo>
                  <a:pt x="1464" y="977"/>
                </a:lnTo>
                <a:lnTo>
                  <a:pt x="1486" y="965"/>
                </a:lnTo>
                <a:lnTo>
                  <a:pt x="1508" y="953"/>
                </a:lnTo>
                <a:lnTo>
                  <a:pt x="1531" y="943"/>
                </a:lnTo>
                <a:lnTo>
                  <a:pt x="1554" y="933"/>
                </a:lnTo>
                <a:lnTo>
                  <a:pt x="1579" y="925"/>
                </a:lnTo>
                <a:lnTo>
                  <a:pt x="1603" y="918"/>
                </a:lnTo>
                <a:lnTo>
                  <a:pt x="1628" y="912"/>
                </a:lnTo>
                <a:lnTo>
                  <a:pt x="1654" y="908"/>
                </a:lnTo>
                <a:lnTo>
                  <a:pt x="1681" y="904"/>
                </a:lnTo>
                <a:lnTo>
                  <a:pt x="1706" y="902"/>
                </a:lnTo>
                <a:lnTo>
                  <a:pt x="1733" y="902"/>
                </a:lnTo>
                <a:lnTo>
                  <a:pt x="1760" y="902"/>
                </a:lnTo>
                <a:lnTo>
                  <a:pt x="1786" y="904"/>
                </a:lnTo>
                <a:lnTo>
                  <a:pt x="1813" y="908"/>
                </a:lnTo>
                <a:lnTo>
                  <a:pt x="1839" y="912"/>
                </a:lnTo>
                <a:lnTo>
                  <a:pt x="1863" y="918"/>
                </a:lnTo>
                <a:lnTo>
                  <a:pt x="1889" y="925"/>
                </a:lnTo>
                <a:lnTo>
                  <a:pt x="1913" y="933"/>
                </a:lnTo>
                <a:lnTo>
                  <a:pt x="1936" y="943"/>
                </a:lnTo>
                <a:lnTo>
                  <a:pt x="1959" y="953"/>
                </a:lnTo>
                <a:lnTo>
                  <a:pt x="1981" y="965"/>
                </a:lnTo>
                <a:lnTo>
                  <a:pt x="2003" y="977"/>
                </a:lnTo>
                <a:lnTo>
                  <a:pt x="2024" y="990"/>
                </a:lnTo>
                <a:lnTo>
                  <a:pt x="2045" y="1005"/>
                </a:lnTo>
                <a:lnTo>
                  <a:pt x="2065" y="1020"/>
                </a:lnTo>
                <a:lnTo>
                  <a:pt x="2084" y="1037"/>
                </a:lnTo>
                <a:lnTo>
                  <a:pt x="2102" y="1054"/>
                </a:lnTo>
                <a:lnTo>
                  <a:pt x="2102" y="1055"/>
                </a:lnTo>
                <a:lnTo>
                  <a:pt x="2118" y="1073"/>
                </a:lnTo>
                <a:lnTo>
                  <a:pt x="2136" y="1091"/>
                </a:lnTo>
                <a:lnTo>
                  <a:pt x="2151" y="1111"/>
                </a:lnTo>
                <a:lnTo>
                  <a:pt x="2165" y="1132"/>
                </a:lnTo>
                <a:lnTo>
                  <a:pt x="2179" y="1153"/>
                </a:lnTo>
                <a:lnTo>
                  <a:pt x="2192" y="1175"/>
                </a:lnTo>
                <a:lnTo>
                  <a:pt x="2203" y="1197"/>
                </a:lnTo>
                <a:lnTo>
                  <a:pt x="2214" y="1220"/>
                </a:lnTo>
                <a:lnTo>
                  <a:pt x="2223" y="1244"/>
                </a:lnTo>
                <a:lnTo>
                  <a:pt x="2231" y="1269"/>
                </a:lnTo>
                <a:lnTo>
                  <a:pt x="2238" y="1293"/>
                </a:lnTo>
                <a:lnTo>
                  <a:pt x="2244" y="1319"/>
                </a:lnTo>
                <a:lnTo>
                  <a:pt x="2248" y="1344"/>
                </a:lnTo>
                <a:lnTo>
                  <a:pt x="2252" y="1370"/>
                </a:lnTo>
                <a:lnTo>
                  <a:pt x="2254" y="1397"/>
                </a:lnTo>
                <a:lnTo>
                  <a:pt x="2254" y="1423"/>
                </a:lnTo>
                <a:lnTo>
                  <a:pt x="2254" y="1450"/>
                </a:lnTo>
                <a:lnTo>
                  <a:pt x="2252" y="1477"/>
                </a:lnTo>
                <a:lnTo>
                  <a:pt x="2248" y="1502"/>
                </a:lnTo>
                <a:lnTo>
                  <a:pt x="2244" y="1528"/>
                </a:lnTo>
                <a:lnTo>
                  <a:pt x="2238" y="1553"/>
                </a:lnTo>
                <a:lnTo>
                  <a:pt x="2231" y="1578"/>
                </a:lnTo>
                <a:lnTo>
                  <a:pt x="2223" y="1602"/>
                </a:lnTo>
                <a:lnTo>
                  <a:pt x="2214" y="1626"/>
                </a:lnTo>
                <a:lnTo>
                  <a:pt x="2203" y="1648"/>
                </a:lnTo>
                <a:lnTo>
                  <a:pt x="2192" y="1672"/>
                </a:lnTo>
                <a:lnTo>
                  <a:pt x="2179" y="1694"/>
                </a:lnTo>
                <a:lnTo>
                  <a:pt x="2166" y="1715"/>
                </a:lnTo>
                <a:lnTo>
                  <a:pt x="2151" y="1734"/>
                </a:lnTo>
                <a:lnTo>
                  <a:pt x="2136" y="1754"/>
                </a:lnTo>
                <a:lnTo>
                  <a:pt x="2120" y="1774"/>
                </a:lnTo>
                <a:lnTo>
                  <a:pt x="2102" y="1791"/>
                </a:lnTo>
                <a:lnTo>
                  <a:pt x="2084" y="1809"/>
                </a:lnTo>
                <a:lnTo>
                  <a:pt x="2065" y="1825"/>
                </a:lnTo>
                <a:lnTo>
                  <a:pt x="2045" y="1841"/>
                </a:lnTo>
                <a:lnTo>
                  <a:pt x="2024" y="1855"/>
                </a:lnTo>
                <a:lnTo>
                  <a:pt x="2003" y="1869"/>
                </a:lnTo>
                <a:lnTo>
                  <a:pt x="1981" y="1882"/>
                </a:lnTo>
                <a:lnTo>
                  <a:pt x="1959" y="1893"/>
                </a:lnTo>
                <a:lnTo>
                  <a:pt x="1936" y="1904"/>
                </a:lnTo>
                <a:lnTo>
                  <a:pt x="1913" y="1913"/>
                </a:lnTo>
                <a:lnTo>
                  <a:pt x="1889" y="1921"/>
                </a:lnTo>
                <a:lnTo>
                  <a:pt x="1863" y="1928"/>
                </a:lnTo>
                <a:lnTo>
                  <a:pt x="1839" y="1934"/>
                </a:lnTo>
                <a:lnTo>
                  <a:pt x="1813" y="1939"/>
                </a:lnTo>
                <a:lnTo>
                  <a:pt x="1786" y="1942"/>
                </a:lnTo>
                <a:lnTo>
                  <a:pt x="1760" y="1943"/>
                </a:lnTo>
                <a:lnTo>
                  <a:pt x="1733" y="1945"/>
                </a:lnTo>
                <a:lnTo>
                  <a:pt x="1710" y="1943"/>
                </a:lnTo>
                <a:lnTo>
                  <a:pt x="1685" y="1942"/>
                </a:lnTo>
                <a:lnTo>
                  <a:pt x="1662" y="1940"/>
                </a:lnTo>
                <a:lnTo>
                  <a:pt x="1640" y="1936"/>
                </a:lnTo>
                <a:lnTo>
                  <a:pt x="1617" y="1932"/>
                </a:lnTo>
                <a:lnTo>
                  <a:pt x="1595" y="1926"/>
                </a:lnTo>
                <a:lnTo>
                  <a:pt x="1573" y="1919"/>
                </a:lnTo>
                <a:lnTo>
                  <a:pt x="1552" y="1912"/>
                </a:lnTo>
                <a:lnTo>
                  <a:pt x="1465" y="2000"/>
                </a:lnTo>
                <a:lnTo>
                  <a:pt x="1384" y="2089"/>
                </a:lnTo>
                <a:lnTo>
                  <a:pt x="1306" y="2177"/>
                </a:lnTo>
                <a:lnTo>
                  <a:pt x="1233" y="2263"/>
                </a:lnTo>
                <a:lnTo>
                  <a:pt x="1164" y="2349"/>
                </a:lnTo>
                <a:lnTo>
                  <a:pt x="1099" y="2433"/>
                </a:lnTo>
                <a:lnTo>
                  <a:pt x="1069" y="2475"/>
                </a:lnTo>
                <a:lnTo>
                  <a:pt x="1039" y="2517"/>
                </a:lnTo>
                <a:lnTo>
                  <a:pt x="1011" y="2558"/>
                </a:lnTo>
                <a:lnTo>
                  <a:pt x="983" y="2599"/>
                </a:lnTo>
                <a:lnTo>
                  <a:pt x="961" y="2633"/>
                </a:lnTo>
                <a:lnTo>
                  <a:pt x="1020" y="2674"/>
                </a:lnTo>
                <a:lnTo>
                  <a:pt x="1081" y="2714"/>
                </a:lnTo>
                <a:lnTo>
                  <a:pt x="1143" y="2755"/>
                </a:lnTo>
                <a:lnTo>
                  <a:pt x="1207" y="2796"/>
                </a:lnTo>
                <a:lnTo>
                  <a:pt x="1341" y="2878"/>
                </a:lnTo>
                <a:lnTo>
                  <a:pt x="1479" y="2962"/>
                </a:lnTo>
                <a:lnTo>
                  <a:pt x="1583" y="3026"/>
                </a:lnTo>
                <a:lnTo>
                  <a:pt x="1689" y="3089"/>
                </a:lnTo>
                <a:lnTo>
                  <a:pt x="1795" y="3156"/>
                </a:lnTo>
                <a:lnTo>
                  <a:pt x="1900" y="3223"/>
                </a:lnTo>
                <a:lnTo>
                  <a:pt x="2003" y="3293"/>
                </a:lnTo>
                <a:lnTo>
                  <a:pt x="2056" y="3329"/>
                </a:lnTo>
                <a:lnTo>
                  <a:pt x="2107" y="3365"/>
                </a:lnTo>
                <a:lnTo>
                  <a:pt x="2157" y="3402"/>
                </a:lnTo>
                <a:lnTo>
                  <a:pt x="2207" y="3439"/>
                </a:lnTo>
                <a:lnTo>
                  <a:pt x="2255" y="3477"/>
                </a:lnTo>
                <a:lnTo>
                  <a:pt x="2304" y="3517"/>
                </a:lnTo>
                <a:lnTo>
                  <a:pt x="2304" y="1261"/>
                </a:lnTo>
                <a:lnTo>
                  <a:pt x="2305" y="1225"/>
                </a:lnTo>
                <a:lnTo>
                  <a:pt x="2308" y="1189"/>
                </a:lnTo>
                <a:lnTo>
                  <a:pt x="2312" y="1154"/>
                </a:lnTo>
                <a:lnTo>
                  <a:pt x="2319" y="1119"/>
                </a:lnTo>
                <a:lnTo>
                  <a:pt x="2326" y="1084"/>
                </a:lnTo>
                <a:lnTo>
                  <a:pt x="2337" y="1051"/>
                </a:lnTo>
                <a:lnTo>
                  <a:pt x="2347" y="1018"/>
                </a:lnTo>
                <a:lnTo>
                  <a:pt x="2360" y="987"/>
                </a:lnTo>
                <a:lnTo>
                  <a:pt x="2374" y="955"/>
                </a:lnTo>
                <a:lnTo>
                  <a:pt x="2390" y="924"/>
                </a:lnTo>
                <a:lnTo>
                  <a:pt x="2407" y="895"/>
                </a:lnTo>
                <a:lnTo>
                  <a:pt x="2425" y="866"/>
                </a:lnTo>
                <a:lnTo>
                  <a:pt x="2445" y="838"/>
                </a:lnTo>
                <a:lnTo>
                  <a:pt x="2467" y="811"/>
                </a:lnTo>
                <a:lnTo>
                  <a:pt x="2489" y="786"/>
                </a:lnTo>
                <a:lnTo>
                  <a:pt x="2512" y="761"/>
                </a:lnTo>
                <a:lnTo>
                  <a:pt x="2536" y="738"/>
                </a:lnTo>
                <a:lnTo>
                  <a:pt x="2562" y="716"/>
                </a:lnTo>
                <a:lnTo>
                  <a:pt x="2589" y="694"/>
                </a:lnTo>
                <a:lnTo>
                  <a:pt x="2616" y="674"/>
                </a:lnTo>
                <a:lnTo>
                  <a:pt x="2645" y="656"/>
                </a:lnTo>
                <a:lnTo>
                  <a:pt x="2674" y="639"/>
                </a:lnTo>
                <a:lnTo>
                  <a:pt x="2706" y="623"/>
                </a:lnTo>
                <a:lnTo>
                  <a:pt x="2737" y="609"/>
                </a:lnTo>
                <a:lnTo>
                  <a:pt x="2769" y="597"/>
                </a:lnTo>
                <a:lnTo>
                  <a:pt x="2802" y="586"/>
                </a:lnTo>
                <a:lnTo>
                  <a:pt x="2835" y="576"/>
                </a:lnTo>
                <a:lnTo>
                  <a:pt x="2870" y="567"/>
                </a:lnTo>
                <a:lnTo>
                  <a:pt x="2904" y="562"/>
                </a:lnTo>
                <a:lnTo>
                  <a:pt x="2939" y="557"/>
                </a:lnTo>
                <a:lnTo>
                  <a:pt x="2975" y="555"/>
                </a:lnTo>
                <a:lnTo>
                  <a:pt x="3011" y="554"/>
                </a:lnTo>
                <a:close/>
                <a:moveTo>
                  <a:pt x="1887" y="1269"/>
                </a:moveTo>
                <a:lnTo>
                  <a:pt x="1887" y="1269"/>
                </a:lnTo>
                <a:lnTo>
                  <a:pt x="1871" y="1255"/>
                </a:lnTo>
                <a:lnTo>
                  <a:pt x="1855" y="1242"/>
                </a:lnTo>
                <a:lnTo>
                  <a:pt x="1837" y="1232"/>
                </a:lnTo>
                <a:lnTo>
                  <a:pt x="1818" y="1222"/>
                </a:lnTo>
                <a:lnTo>
                  <a:pt x="1798" y="1215"/>
                </a:lnTo>
                <a:lnTo>
                  <a:pt x="1777" y="1210"/>
                </a:lnTo>
                <a:lnTo>
                  <a:pt x="1755" y="1206"/>
                </a:lnTo>
                <a:lnTo>
                  <a:pt x="1733" y="1205"/>
                </a:lnTo>
                <a:lnTo>
                  <a:pt x="1711" y="1206"/>
                </a:lnTo>
                <a:lnTo>
                  <a:pt x="1689" y="1210"/>
                </a:lnTo>
                <a:lnTo>
                  <a:pt x="1668" y="1215"/>
                </a:lnTo>
                <a:lnTo>
                  <a:pt x="1648" y="1222"/>
                </a:lnTo>
                <a:lnTo>
                  <a:pt x="1630" y="1232"/>
                </a:lnTo>
                <a:lnTo>
                  <a:pt x="1611" y="1242"/>
                </a:lnTo>
                <a:lnTo>
                  <a:pt x="1595" y="1255"/>
                </a:lnTo>
                <a:lnTo>
                  <a:pt x="1580" y="1269"/>
                </a:lnTo>
                <a:lnTo>
                  <a:pt x="1579" y="1269"/>
                </a:lnTo>
                <a:lnTo>
                  <a:pt x="1565" y="1284"/>
                </a:lnTo>
                <a:lnTo>
                  <a:pt x="1552" y="1301"/>
                </a:lnTo>
                <a:lnTo>
                  <a:pt x="1541" y="1319"/>
                </a:lnTo>
                <a:lnTo>
                  <a:pt x="1532" y="1338"/>
                </a:lnTo>
                <a:lnTo>
                  <a:pt x="1525" y="1358"/>
                </a:lnTo>
                <a:lnTo>
                  <a:pt x="1519" y="1379"/>
                </a:lnTo>
                <a:lnTo>
                  <a:pt x="1517" y="1401"/>
                </a:lnTo>
                <a:lnTo>
                  <a:pt x="1516" y="1423"/>
                </a:lnTo>
                <a:lnTo>
                  <a:pt x="1517" y="1445"/>
                </a:lnTo>
                <a:lnTo>
                  <a:pt x="1519" y="1467"/>
                </a:lnTo>
                <a:lnTo>
                  <a:pt x="1525" y="1488"/>
                </a:lnTo>
                <a:lnTo>
                  <a:pt x="1532" y="1508"/>
                </a:lnTo>
                <a:lnTo>
                  <a:pt x="1541" y="1527"/>
                </a:lnTo>
                <a:lnTo>
                  <a:pt x="1553" y="1545"/>
                </a:lnTo>
                <a:lnTo>
                  <a:pt x="1565" y="1561"/>
                </a:lnTo>
                <a:lnTo>
                  <a:pt x="1580" y="1576"/>
                </a:lnTo>
                <a:lnTo>
                  <a:pt x="1580" y="1578"/>
                </a:lnTo>
                <a:lnTo>
                  <a:pt x="1595" y="1592"/>
                </a:lnTo>
                <a:lnTo>
                  <a:pt x="1611" y="1604"/>
                </a:lnTo>
                <a:lnTo>
                  <a:pt x="1630" y="1615"/>
                </a:lnTo>
                <a:lnTo>
                  <a:pt x="1648" y="1624"/>
                </a:lnTo>
                <a:lnTo>
                  <a:pt x="1668" y="1631"/>
                </a:lnTo>
                <a:lnTo>
                  <a:pt x="1689" y="1637"/>
                </a:lnTo>
                <a:lnTo>
                  <a:pt x="1711" y="1639"/>
                </a:lnTo>
                <a:lnTo>
                  <a:pt x="1733" y="1640"/>
                </a:lnTo>
                <a:lnTo>
                  <a:pt x="1755" y="1639"/>
                </a:lnTo>
                <a:lnTo>
                  <a:pt x="1777" y="1637"/>
                </a:lnTo>
                <a:lnTo>
                  <a:pt x="1798" y="1631"/>
                </a:lnTo>
                <a:lnTo>
                  <a:pt x="1818" y="1624"/>
                </a:lnTo>
                <a:lnTo>
                  <a:pt x="1837" y="1615"/>
                </a:lnTo>
                <a:lnTo>
                  <a:pt x="1855" y="1603"/>
                </a:lnTo>
                <a:lnTo>
                  <a:pt x="1871" y="1592"/>
                </a:lnTo>
                <a:lnTo>
                  <a:pt x="1887" y="1576"/>
                </a:lnTo>
                <a:lnTo>
                  <a:pt x="1901" y="1561"/>
                </a:lnTo>
                <a:lnTo>
                  <a:pt x="1914" y="1545"/>
                </a:lnTo>
                <a:lnTo>
                  <a:pt x="1925" y="1527"/>
                </a:lnTo>
                <a:lnTo>
                  <a:pt x="1934" y="1508"/>
                </a:lnTo>
                <a:lnTo>
                  <a:pt x="1941" y="1488"/>
                </a:lnTo>
                <a:lnTo>
                  <a:pt x="1947" y="1467"/>
                </a:lnTo>
                <a:lnTo>
                  <a:pt x="1950" y="1445"/>
                </a:lnTo>
                <a:lnTo>
                  <a:pt x="1951" y="1423"/>
                </a:lnTo>
                <a:lnTo>
                  <a:pt x="1950" y="1401"/>
                </a:lnTo>
                <a:lnTo>
                  <a:pt x="1947" y="1379"/>
                </a:lnTo>
                <a:lnTo>
                  <a:pt x="1941" y="1358"/>
                </a:lnTo>
                <a:lnTo>
                  <a:pt x="1934" y="1338"/>
                </a:lnTo>
                <a:lnTo>
                  <a:pt x="1925" y="1319"/>
                </a:lnTo>
                <a:lnTo>
                  <a:pt x="1914" y="1301"/>
                </a:lnTo>
                <a:lnTo>
                  <a:pt x="1901" y="1284"/>
                </a:lnTo>
                <a:lnTo>
                  <a:pt x="1887" y="1269"/>
                </a:lnTo>
                <a:close/>
                <a:moveTo>
                  <a:pt x="2304" y="5100"/>
                </a:moveTo>
                <a:lnTo>
                  <a:pt x="2304" y="4074"/>
                </a:lnTo>
                <a:lnTo>
                  <a:pt x="2277" y="4045"/>
                </a:lnTo>
                <a:lnTo>
                  <a:pt x="2251" y="4017"/>
                </a:lnTo>
                <a:lnTo>
                  <a:pt x="2224" y="3989"/>
                </a:lnTo>
                <a:lnTo>
                  <a:pt x="2195" y="3961"/>
                </a:lnTo>
                <a:lnTo>
                  <a:pt x="2138" y="3908"/>
                </a:lnTo>
                <a:lnTo>
                  <a:pt x="2078" y="3856"/>
                </a:lnTo>
                <a:lnTo>
                  <a:pt x="2016" y="3805"/>
                </a:lnTo>
                <a:lnTo>
                  <a:pt x="1952" y="3755"/>
                </a:lnTo>
                <a:lnTo>
                  <a:pt x="1887" y="3706"/>
                </a:lnTo>
                <a:lnTo>
                  <a:pt x="1821" y="3659"/>
                </a:lnTo>
                <a:lnTo>
                  <a:pt x="1754" y="3613"/>
                </a:lnTo>
                <a:lnTo>
                  <a:pt x="1687" y="3567"/>
                </a:lnTo>
                <a:lnTo>
                  <a:pt x="1617" y="3522"/>
                </a:lnTo>
                <a:lnTo>
                  <a:pt x="1548" y="3478"/>
                </a:lnTo>
                <a:lnTo>
                  <a:pt x="1409" y="3392"/>
                </a:lnTo>
                <a:lnTo>
                  <a:pt x="1270" y="3308"/>
                </a:lnTo>
                <a:lnTo>
                  <a:pt x="1140" y="3230"/>
                </a:lnTo>
                <a:lnTo>
                  <a:pt x="1012" y="3151"/>
                </a:lnTo>
                <a:lnTo>
                  <a:pt x="949" y="3111"/>
                </a:lnTo>
                <a:lnTo>
                  <a:pt x="888" y="3071"/>
                </a:lnTo>
                <a:lnTo>
                  <a:pt x="826" y="3030"/>
                </a:lnTo>
                <a:lnTo>
                  <a:pt x="765" y="2988"/>
                </a:lnTo>
                <a:lnTo>
                  <a:pt x="737" y="3056"/>
                </a:lnTo>
                <a:lnTo>
                  <a:pt x="710" y="3122"/>
                </a:lnTo>
                <a:lnTo>
                  <a:pt x="687" y="3186"/>
                </a:lnTo>
                <a:lnTo>
                  <a:pt x="667" y="3250"/>
                </a:lnTo>
                <a:lnTo>
                  <a:pt x="650" y="3313"/>
                </a:lnTo>
                <a:lnTo>
                  <a:pt x="636" y="3375"/>
                </a:lnTo>
                <a:lnTo>
                  <a:pt x="624" y="3435"/>
                </a:lnTo>
                <a:lnTo>
                  <a:pt x="615" y="3496"/>
                </a:lnTo>
                <a:lnTo>
                  <a:pt x="612" y="3533"/>
                </a:lnTo>
                <a:lnTo>
                  <a:pt x="608" y="3577"/>
                </a:lnTo>
                <a:lnTo>
                  <a:pt x="606" y="3615"/>
                </a:lnTo>
                <a:lnTo>
                  <a:pt x="605" y="3652"/>
                </a:lnTo>
                <a:lnTo>
                  <a:pt x="605" y="3691"/>
                </a:lnTo>
                <a:lnTo>
                  <a:pt x="606" y="3728"/>
                </a:lnTo>
                <a:lnTo>
                  <a:pt x="609" y="3765"/>
                </a:lnTo>
                <a:lnTo>
                  <a:pt x="613" y="3801"/>
                </a:lnTo>
                <a:lnTo>
                  <a:pt x="617" y="3837"/>
                </a:lnTo>
                <a:lnTo>
                  <a:pt x="623" y="3873"/>
                </a:lnTo>
                <a:lnTo>
                  <a:pt x="630" y="3908"/>
                </a:lnTo>
                <a:lnTo>
                  <a:pt x="638" y="3943"/>
                </a:lnTo>
                <a:lnTo>
                  <a:pt x="646" y="3976"/>
                </a:lnTo>
                <a:lnTo>
                  <a:pt x="657" y="4010"/>
                </a:lnTo>
                <a:lnTo>
                  <a:pt x="668" y="4044"/>
                </a:lnTo>
                <a:lnTo>
                  <a:pt x="680" y="4076"/>
                </a:lnTo>
                <a:lnTo>
                  <a:pt x="693" y="4109"/>
                </a:lnTo>
                <a:lnTo>
                  <a:pt x="707" y="4141"/>
                </a:lnTo>
                <a:lnTo>
                  <a:pt x="722" y="4173"/>
                </a:lnTo>
                <a:lnTo>
                  <a:pt x="738" y="4204"/>
                </a:lnTo>
                <a:lnTo>
                  <a:pt x="755" y="4234"/>
                </a:lnTo>
                <a:lnTo>
                  <a:pt x="773" y="4264"/>
                </a:lnTo>
                <a:lnTo>
                  <a:pt x="791" y="4295"/>
                </a:lnTo>
                <a:lnTo>
                  <a:pt x="811" y="4324"/>
                </a:lnTo>
                <a:lnTo>
                  <a:pt x="832" y="4353"/>
                </a:lnTo>
                <a:lnTo>
                  <a:pt x="853" y="4380"/>
                </a:lnTo>
                <a:lnTo>
                  <a:pt x="875" y="4408"/>
                </a:lnTo>
                <a:lnTo>
                  <a:pt x="898" y="4436"/>
                </a:lnTo>
                <a:lnTo>
                  <a:pt x="923" y="4463"/>
                </a:lnTo>
                <a:lnTo>
                  <a:pt x="947" y="4488"/>
                </a:lnTo>
                <a:lnTo>
                  <a:pt x="973" y="4515"/>
                </a:lnTo>
                <a:lnTo>
                  <a:pt x="999" y="4540"/>
                </a:lnTo>
                <a:lnTo>
                  <a:pt x="1027" y="4565"/>
                </a:lnTo>
                <a:lnTo>
                  <a:pt x="1055" y="4589"/>
                </a:lnTo>
                <a:lnTo>
                  <a:pt x="1084" y="4614"/>
                </a:lnTo>
                <a:lnTo>
                  <a:pt x="1114" y="4637"/>
                </a:lnTo>
                <a:lnTo>
                  <a:pt x="1144" y="4660"/>
                </a:lnTo>
                <a:lnTo>
                  <a:pt x="1176" y="4684"/>
                </a:lnTo>
                <a:lnTo>
                  <a:pt x="1208" y="4706"/>
                </a:lnTo>
                <a:lnTo>
                  <a:pt x="1242" y="4728"/>
                </a:lnTo>
                <a:lnTo>
                  <a:pt x="1276" y="4749"/>
                </a:lnTo>
                <a:lnTo>
                  <a:pt x="1309" y="4769"/>
                </a:lnTo>
                <a:lnTo>
                  <a:pt x="1344" y="4789"/>
                </a:lnTo>
                <a:lnTo>
                  <a:pt x="1380" y="4809"/>
                </a:lnTo>
                <a:lnTo>
                  <a:pt x="1416" y="4829"/>
                </a:lnTo>
                <a:lnTo>
                  <a:pt x="1453" y="4847"/>
                </a:lnTo>
                <a:lnTo>
                  <a:pt x="1490" y="4865"/>
                </a:lnTo>
                <a:lnTo>
                  <a:pt x="1529" y="4882"/>
                </a:lnTo>
                <a:lnTo>
                  <a:pt x="1568" y="4899"/>
                </a:lnTo>
                <a:lnTo>
                  <a:pt x="1608" y="4916"/>
                </a:lnTo>
                <a:lnTo>
                  <a:pt x="1647" y="4931"/>
                </a:lnTo>
                <a:lnTo>
                  <a:pt x="1688" y="4947"/>
                </a:lnTo>
                <a:lnTo>
                  <a:pt x="1728" y="4961"/>
                </a:lnTo>
                <a:lnTo>
                  <a:pt x="1770" y="4975"/>
                </a:lnTo>
                <a:lnTo>
                  <a:pt x="1855" y="5002"/>
                </a:lnTo>
                <a:lnTo>
                  <a:pt x="1941" y="5026"/>
                </a:lnTo>
                <a:lnTo>
                  <a:pt x="2029" y="5048"/>
                </a:lnTo>
                <a:lnTo>
                  <a:pt x="2120" y="5068"/>
                </a:lnTo>
                <a:lnTo>
                  <a:pt x="2211" y="5085"/>
                </a:lnTo>
                <a:lnTo>
                  <a:pt x="2304" y="5100"/>
                </a:lnTo>
                <a:close/>
                <a:moveTo>
                  <a:pt x="2991" y="1292"/>
                </a:moveTo>
                <a:lnTo>
                  <a:pt x="2991" y="3627"/>
                </a:lnTo>
                <a:lnTo>
                  <a:pt x="5477" y="3627"/>
                </a:lnTo>
                <a:lnTo>
                  <a:pt x="5477" y="1292"/>
                </a:lnTo>
                <a:lnTo>
                  <a:pt x="2991" y="1292"/>
                </a:lnTo>
                <a:close/>
                <a:moveTo>
                  <a:pt x="4212" y="3997"/>
                </a:moveTo>
                <a:lnTo>
                  <a:pt x="4212" y="3997"/>
                </a:lnTo>
                <a:lnTo>
                  <a:pt x="4181" y="3998"/>
                </a:lnTo>
                <a:lnTo>
                  <a:pt x="4150" y="4000"/>
                </a:lnTo>
                <a:lnTo>
                  <a:pt x="4120" y="4003"/>
                </a:lnTo>
                <a:lnTo>
                  <a:pt x="4090" y="4007"/>
                </a:lnTo>
                <a:lnTo>
                  <a:pt x="4060" y="4012"/>
                </a:lnTo>
                <a:lnTo>
                  <a:pt x="4030" y="4018"/>
                </a:lnTo>
                <a:lnTo>
                  <a:pt x="4001" y="4026"/>
                </a:lnTo>
                <a:lnTo>
                  <a:pt x="3974" y="4034"/>
                </a:lnTo>
                <a:lnTo>
                  <a:pt x="3946" y="4044"/>
                </a:lnTo>
                <a:lnTo>
                  <a:pt x="3918" y="4054"/>
                </a:lnTo>
                <a:lnTo>
                  <a:pt x="3891" y="4066"/>
                </a:lnTo>
                <a:lnTo>
                  <a:pt x="3864" y="4079"/>
                </a:lnTo>
                <a:lnTo>
                  <a:pt x="3839" y="4091"/>
                </a:lnTo>
                <a:lnTo>
                  <a:pt x="3813" y="4105"/>
                </a:lnTo>
                <a:lnTo>
                  <a:pt x="3789" y="4120"/>
                </a:lnTo>
                <a:lnTo>
                  <a:pt x="3765" y="4137"/>
                </a:lnTo>
                <a:lnTo>
                  <a:pt x="4227" y="4599"/>
                </a:lnTo>
                <a:lnTo>
                  <a:pt x="4676" y="4149"/>
                </a:lnTo>
                <a:lnTo>
                  <a:pt x="4652" y="4132"/>
                </a:lnTo>
                <a:lnTo>
                  <a:pt x="4626" y="4116"/>
                </a:lnTo>
                <a:lnTo>
                  <a:pt x="4599" y="4100"/>
                </a:lnTo>
                <a:lnTo>
                  <a:pt x="4573" y="4086"/>
                </a:lnTo>
                <a:lnTo>
                  <a:pt x="4546" y="4072"/>
                </a:lnTo>
                <a:lnTo>
                  <a:pt x="4518" y="4059"/>
                </a:lnTo>
                <a:lnTo>
                  <a:pt x="4489" y="4048"/>
                </a:lnTo>
                <a:lnTo>
                  <a:pt x="4460" y="4038"/>
                </a:lnTo>
                <a:lnTo>
                  <a:pt x="4431" y="4029"/>
                </a:lnTo>
                <a:lnTo>
                  <a:pt x="4401" y="4021"/>
                </a:lnTo>
                <a:lnTo>
                  <a:pt x="4371" y="4014"/>
                </a:lnTo>
                <a:lnTo>
                  <a:pt x="4339" y="4008"/>
                </a:lnTo>
                <a:lnTo>
                  <a:pt x="4308" y="4003"/>
                </a:lnTo>
                <a:lnTo>
                  <a:pt x="4277" y="4000"/>
                </a:lnTo>
                <a:lnTo>
                  <a:pt x="4244" y="3998"/>
                </a:lnTo>
                <a:lnTo>
                  <a:pt x="4212" y="3997"/>
                </a:lnTo>
                <a:close/>
                <a:moveTo>
                  <a:pt x="4858" y="4335"/>
                </a:moveTo>
                <a:lnTo>
                  <a:pt x="4411" y="4783"/>
                </a:lnTo>
                <a:lnTo>
                  <a:pt x="4859" y="5233"/>
                </a:lnTo>
                <a:lnTo>
                  <a:pt x="4876" y="5208"/>
                </a:lnTo>
                <a:lnTo>
                  <a:pt x="4891" y="5184"/>
                </a:lnTo>
                <a:lnTo>
                  <a:pt x="4906" y="5158"/>
                </a:lnTo>
                <a:lnTo>
                  <a:pt x="4919" y="5133"/>
                </a:lnTo>
                <a:lnTo>
                  <a:pt x="4931" y="5106"/>
                </a:lnTo>
                <a:lnTo>
                  <a:pt x="4943" y="5079"/>
                </a:lnTo>
                <a:lnTo>
                  <a:pt x="4953" y="5052"/>
                </a:lnTo>
                <a:lnTo>
                  <a:pt x="4963" y="5024"/>
                </a:lnTo>
                <a:lnTo>
                  <a:pt x="4971" y="4995"/>
                </a:lnTo>
                <a:lnTo>
                  <a:pt x="4978" y="4967"/>
                </a:lnTo>
                <a:lnTo>
                  <a:pt x="4985" y="4937"/>
                </a:lnTo>
                <a:lnTo>
                  <a:pt x="4989" y="4908"/>
                </a:lnTo>
                <a:lnTo>
                  <a:pt x="4994" y="4877"/>
                </a:lnTo>
                <a:lnTo>
                  <a:pt x="4996" y="4847"/>
                </a:lnTo>
                <a:lnTo>
                  <a:pt x="4999" y="4816"/>
                </a:lnTo>
                <a:lnTo>
                  <a:pt x="5000" y="4786"/>
                </a:lnTo>
                <a:lnTo>
                  <a:pt x="4999" y="4754"/>
                </a:lnTo>
                <a:lnTo>
                  <a:pt x="4996" y="4723"/>
                </a:lnTo>
                <a:lnTo>
                  <a:pt x="4994" y="4693"/>
                </a:lnTo>
                <a:lnTo>
                  <a:pt x="4989" y="4663"/>
                </a:lnTo>
                <a:lnTo>
                  <a:pt x="4985" y="4632"/>
                </a:lnTo>
                <a:lnTo>
                  <a:pt x="4978" y="4603"/>
                </a:lnTo>
                <a:lnTo>
                  <a:pt x="4971" y="4574"/>
                </a:lnTo>
                <a:lnTo>
                  <a:pt x="4963" y="4545"/>
                </a:lnTo>
                <a:lnTo>
                  <a:pt x="4952" y="4517"/>
                </a:lnTo>
                <a:lnTo>
                  <a:pt x="4942" y="4490"/>
                </a:lnTo>
                <a:lnTo>
                  <a:pt x="4930" y="4463"/>
                </a:lnTo>
                <a:lnTo>
                  <a:pt x="4917" y="4436"/>
                </a:lnTo>
                <a:lnTo>
                  <a:pt x="4905" y="4411"/>
                </a:lnTo>
                <a:lnTo>
                  <a:pt x="4890" y="4385"/>
                </a:lnTo>
                <a:lnTo>
                  <a:pt x="4874" y="4360"/>
                </a:lnTo>
                <a:lnTo>
                  <a:pt x="4858" y="4335"/>
                </a:lnTo>
                <a:close/>
                <a:moveTo>
                  <a:pt x="4678" y="5420"/>
                </a:moveTo>
                <a:lnTo>
                  <a:pt x="4227" y="4968"/>
                </a:lnTo>
                <a:lnTo>
                  <a:pt x="3762" y="5431"/>
                </a:lnTo>
                <a:lnTo>
                  <a:pt x="3787" y="5448"/>
                </a:lnTo>
                <a:lnTo>
                  <a:pt x="3811" y="5464"/>
                </a:lnTo>
                <a:lnTo>
                  <a:pt x="3837" y="5478"/>
                </a:lnTo>
                <a:lnTo>
                  <a:pt x="3863" y="5492"/>
                </a:lnTo>
                <a:lnTo>
                  <a:pt x="3890" y="5503"/>
                </a:lnTo>
                <a:lnTo>
                  <a:pt x="3917" y="5515"/>
                </a:lnTo>
                <a:lnTo>
                  <a:pt x="3945" y="5526"/>
                </a:lnTo>
                <a:lnTo>
                  <a:pt x="3972" y="5536"/>
                </a:lnTo>
                <a:lnTo>
                  <a:pt x="4000" y="5544"/>
                </a:lnTo>
                <a:lnTo>
                  <a:pt x="4029" y="5552"/>
                </a:lnTo>
                <a:lnTo>
                  <a:pt x="4060" y="5558"/>
                </a:lnTo>
                <a:lnTo>
                  <a:pt x="4089" y="5564"/>
                </a:lnTo>
                <a:lnTo>
                  <a:pt x="4119" y="5567"/>
                </a:lnTo>
                <a:lnTo>
                  <a:pt x="4150" y="5571"/>
                </a:lnTo>
                <a:lnTo>
                  <a:pt x="4180" y="5572"/>
                </a:lnTo>
                <a:lnTo>
                  <a:pt x="4212" y="5573"/>
                </a:lnTo>
                <a:lnTo>
                  <a:pt x="4244" y="5572"/>
                </a:lnTo>
                <a:lnTo>
                  <a:pt x="4277" y="5569"/>
                </a:lnTo>
                <a:lnTo>
                  <a:pt x="4308" y="5567"/>
                </a:lnTo>
                <a:lnTo>
                  <a:pt x="4340" y="5562"/>
                </a:lnTo>
                <a:lnTo>
                  <a:pt x="4371" y="5557"/>
                </a:lnTo>
                <a:lnTo>
                  <a:pt x="4402" y="5550"/>
                </a:lnTo>
                <a:lnTo>
                  <a:pt x="4432" y="5542"/>
                </a:lnTo>
                <a:lnTo>
                  <a:pt x="4461" y="5532"/>
                </a:lnTo>
                <a:lnTo>
                  <a:pt x="4490" y="5522"/>
                </a:lnTo>
                <a:lnTo>
                  <a:pt x="4519" y="5510"/>
                </a:lnTo>
                <a:lnTo>
                  <a:pt x="4547" y="5497"/>
                </a:lnTo>
                <a:lnTo>
                  <a:pt x="4575" y="5485"/>
                </a:lnTo>
                <a:lnTo>
                  <a:pt x="4602" y="5470"/>
                </a:lnTo>
                <a:lnTo>
                  <a:pt x="4627" y="5454"/>
                </a:lnTo>
                <a:lnTo>
                  <a:pt x="4653" y="5437"/>
                </a:lnTo>
                <a:lnTo>
                  <a:pt x="4678" y="5420"/>
                </a:lnTo>
                <a:close/>
                <a:moveTo>
                  <a:pt x="3575" y="5249"/>
                </a:moveTo>
                <a:lnTo>
                  <a:pt x="4042" y="4783"/>
                </a:lnTo>
                <a:lnTo>
                  <a:pt x="3578" y="4319"/>
                </a:lnTo>
                <a:lnTo>
                  <a:pt x="3560" y="4343"/>
                </a:lnTo>
                <a:lnTo>
                  <a:pt x="3543" y="4369"/>
                </a:lnTo>
                <a:lnTo>
                  <a:pt x="3528" y="4396"/>
                </a:lnTo>
                <a:lnTo>
                  <a:pt x="3513" y="4422"/>
                </a:lnTo>
                <a:lnTo>
                  <a:pt x="3499" y="4450"/>
                </a:lnTo>
                <a:lnTo>
                  <a:pt x="3487" y="4478"/>
                </a:lnTo>
                <a:lnTo>
                  <a:pt x="3476" y="4506"/>
                </a:lnTo>
                <a:lnTo>
                  <a:pt x="3465" y="4536"/>
                </a:lnTo>
                <a:lnTo>
                  <a:pt x="3456" y="4565"/>
                </a:lnTo>
                <a:lnTo>
                  <a:pt x="3448" y="4595"/>
                </a:lnTo>
                <a:lnTo>
                  <a:pt x="3441" y="4625"/>
                </a:lnTo>
                <a:lnTo>
                  <a:pt x="3435" y="4657"/>
                </a:lnTo>
                <a:lnTo>
                  <a:pt x="3430" y="4688"/>
                </a:lnTo>
                <a:lnTo>
                  <a:pt x="3427" y="4721"/>
                </a:lnTo>
                <a:lnTo>
                  <a:pt x="3426" y="4752"/>
                </a:lnTo>
                <a:lnTo>
                  <a:pt x="3424" y="4786"/>
                </a:lnTo>
                <a:lnTo>
                  <a:pt x="3426" y="4817"/>
                </a:lnTo>
                <a:lnTo>
                  <a:pt x="3427" y="4850"/>
                </a:lnTo>
                <a:lnTo>
                  <a:pt x="3430" y="4881"/>
                </a:lnTo>
                <a:lnTo>
                  <a:pt x="3435" y="4912"/>
                </a:lnTo>
                <a:lnTo>
                  <a:pt x="3441" y="4944"/>
                </a:lnTo>
                <a:lnTo>
                  <a:pt x="3448" y="4974"/>
                </a:lnTo>
                <a:lnTo>
                  <a:pt x="3456" y="5004"/>
                </a:lnTo>
                <a:lnTo>
                  <a:pt x="3464" y="5033"/>
                </a:lnTo>
                <a:lnTo>
                  <a:pt x="3474" y="5062"/>
                </a:lnTo>
                <a:lnTo>
                  <a:pt x="3486" y="5091"/>
                </a:lnTo>
                <a:lnTo>
                  <a:pt x="3499" y="5119"/>
                </a:lnTo>
                <a:lnTo>
                  <a:pt x="3512" y="5147"/>
                </a:lnTo>
                <a:lnTo>
                  <a:pt x="3527" y="5174"/>
                </a:lnTo>
                <a:lnTo>
                  <a:pt x="3542" y="5199"/>
                </a:lnTo>
                <a:lnTo>
                  <a:pt x="3558" y="5225"/>
                </a:lnTo>
                <a:lnTo>
                  <a:pt x="3575" y="5249"/>
                </a:lnTo>
                <a:close/>
              </a:path>
            </a:pathLst>
          </a:cu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11" name="矩形 20"/>
          <p:cNvSpPr>
            <a:spLocks noChangeArrowheads="1"/>
          </p:cNvSpPr>
          <p:nvPr/>
        </p:nvSpPr>
        <p:spPr bwMode="auto">
          <a:xfrm>
            <a:off x="1860550" y="2520032"/>
            <a:ext cx="23213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设想供选择的方案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8212" name="矩形 21"/>
          <p:cNvSpPr>
            <a:spLocks noChangeArrowheads="1"/>
          </p:cNvSpPr>
          <p:nvPr/>
        </p:nvSpPr>
        <p:spPr bwMode="auto">
          <a:xfrm>
            <a:off x="1860550" y="3625350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选取合理的方案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8217" name="矩形 27"/>
          <p:cNvSpPr>
            <a:spLocks noChangeArrowheads="1"/>
          </p:cNvSpPr>
          <p:nvPr/>
        </p:nvSpPr>
        <p:spPr bwMode="auto">
          <a:xfrm>
            <a:off x="2029772" y="1152652"/>
            <a:ext cx="83920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zh-CN" altLang="en-US" sz="4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典型的总体设计包括了以下九个步骤</a:t>
            </a:r>
            <a:endParaRPr lang="zh-CN" altLang="en-US" sz="4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32313" y="4648643"/>
            <a:ext cx="502444" cy="502099"/>
            <a:chOff x="1108075" y="4525204"/>
            <a:chExt cx="1003300" cy="1003300"/>
          </a:xfrm>
        </p:grpSpPr>
        <p:sp>
          <p:nvSpPr>
            <p:cNvPr id="28" name="流程图: 联系 16"/>
            <p:cNvSpPr>
              <a:spLocks noChangeArrowheads="1"/>
            </p:cNvSpPr>
            <p:nvPr/>
          </p:nvSpPr>
          <p:spPr bwMode="auto">
            <a:xfrm>
              <a:off x="1108075" y="4525204"/>
              <a:ext cx="1003300" cy="1003300"/>
            </a:xfrm>
            <a:prstGeom prst="flowChartConnector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9" name="KSO_Shape"/>
            <p:cNvSpPr>
              <a:spLocks noChangeArrowheads="1"/>
            </p:cNvSpPr>
            <p:nvPr/>
          </p:nvSpPr>
          <p:spPr bwMode="auto">
            <a:xfrm>
              <a:off x="1320800" y="4633154"/>
              <a:ext cx="577850" cy="787400"/>
            </a:xfrm>
            <a:custGeom>
              <a:avLst/>
              <a:gdLst>
                <a:gd name="T0" fmla="*/ 217664 w 1122363"/>
                <a:gd name="T1" fmla="*/ 348576 h 1531938"/>
                <a:gd name="T2" fmla="*/ 216990 w 1122363"/>
                <a:gd name="T3" fmla="*/ 363076 h 1531938"/>
                <a:gd name="T4" fmla="*/ 202250 w 1122363"/>
                <a:gd name="T5" fmla="*/ 371925 h 1531938"/>
                <a:gd name="T6" fmla="*/ 163738 w 1122363"/>
                <a:gd name="T7" fmla="*/ 282614 h 1531938"/>
                <a:gd name="T8" fmla="*/ 157730 w 1122363"/>
                <a:gd name="T9" fmla="*/ 269529 h 1531938"/>
                <a:gd name="T10" fmla="*/ 163513 w 1122363"/>
                <a:gd name="T11" fmla="*/ 260431 h 1531938"/>
                <a:gd name="T12" fmla="*/ 169334 w 1122363"/>
                <a:gd name="T13" fmla="*/ 227480 h 1531938"/>
                <a:gd name="T14" fmla="*/ 141286 w 1122363"/>
                <a:gd name="T15" fmla="*/ 237838 h 1531938"/>
                <a:gd name="T16" fmla="*/ 125205 w 1122363"/>
                <a:gd name="T17" fmla="*/ 253413 h 1531938"/>
                <a:gd name="T18" fmla="*/ 118623 w 1122363"/>
                <a:gd name="T19" fmla="*/ 282401 h 1531938"/>
                <a:gd name="T20" fmla="*/ 128197 w 1122363"/>
                <a:gd name="T21" fmla="*/ 305277 h 1531938"/>
                <a:gd name="T22" fmla="*/ 149289 w 1122363"/>
                <a:gd name="T23" fmla="*/ 320554 h 1531938"/>
                <a:gd name="T24" fmla="*/ 170082 w 1122363"/>
                <a:gd name="T25" fmla="*/ 371748 h 1531938"/>
                <a:gd name="T26" fmla="*/ 138444 w 1122363"/>
                <a:gd name="T27" fmla="*/ 359378 h 1531938"/>
                <a:gd name="T28" fmla="*/ 149214 w 1122363"/>
                <a:gd name="T29" fmla="*/ 397084 h 1531938"/>
                <a:gd name="T30" fmla="*/ 203440 w 1122363"/>
                <a:gd name="T31" fmla="*/ 403194 h 1531938"/>
                <a:gd name="T32" fmla="*/ 231413 w 1122363"/>
                <a:gd name="T33" fmla="*/ 394551 h 1531938"/>
                <a:gd name="T34" fmla="*/ 249364 w 1122363"/>
                <a:gd name="T35" fmla="*/ 379647 h 1531938"/>
                <a:gd name="T36" fmla="*/ 258563 w 1122363"/>
                <a:gd name="T37" fmla="*/ 357366 h 1531938"/>
                <a:gd name="T38" fmla="*/ 253776 w 1122363"/>
                <a:gd name="T39" fmla="*/ 328900 h 1531938"/>
                <a:gd name="T40" fmla="*/ 228645 w 1122363"/>
                <a:gd name="T41" fmla="*/ 306246 h 1531938"/>
                <a:gd name="T42" fmla="*/ 206058 w 1122363"/>
                <a:gd name="T43" fmla="*/ 260194 h 1531938"/>
                <a:gd name="T44" fmla="*/ 249438 w 1122363"/>
                <a:gd name="T45" fmla="*/ 282177 h 1531938"/>
                <a:gd name="T46" fmla="*/ 215482 w 1122363"/>
                <a:gd name="T47" fmla="*/ 229567 h 1531938"/>
                <a:gd name="T48" fmla="*/ 203739 w 1122363"/>
                <a:gd name="T49" fmla="*/ 122782 h 1531938"/>
                <a:gd name="T50" fmla="*/ 253477 w 1122363"/>
                <a:gd name="T51" fmla="*/ 136196 h 1531938"/>
                <a:gd name="T52" fmla="*/ 293342 w 1122363"/>
                <a:gd name="T53" fmla="*/ 167121 h 1531938"/>
                <a:gd name="T54" fmla="*/ 325429 w 1122363"/>
                <a:gd name="T55" fmla="*/ 216675 h 1531938"/>
                <a:gd name="T56" fmla="*/ 351756 w 1122363"/>
                <a:gd name="T57" fmla="*/ 285829 h 1531938"/>
                <a:gd name="T58" fmla="*/ 370231 w 1122363"/>
                <a:gd name="T59" fmla="*/ 368246 h 1531938"/>
                <a:gd name="T60" fmla="*/ 359236 w 1122363"/>
                <a:gd name="T61" fmla="*/ 422122 h 1531938"/>
                <a:gd name="T62" fmla="*/ 325728 w 1122363"/>
                <a:gd name="T63" fmla="*/ 462362 h 1531938"/>
                <a:gd name="T64" fmla="*/ 275915 w 1122363"/>
                <a:gd name="T65" fmla="*/ 488891 h 1531938"/>
                <a:gd name="T66" fmla="*/ 215706 w 1122363"/>
                <a:gd name="T67" fmla="*/ 501782 h 1531938"/>
                <a:gd name="T68" fmla="*/ 151458 w 1122363"/>
                <a:gd name="T69" fmla="*/ 501037 h 1531938"/>
                <a:gd name="T70" fmla="*/ 90650 w 1122363"/>
                <a:gd name="T71" fmla="*/ 485537 h 1531938"/>
                <a:gd name="T72" fmla="*/ 40538 w 1122363"/>
                <a:gd name="T73" fmla="*/ 455879 h 1531938"/>
                <a:gd name="T74" fmla="*/ 8302 w 1122363"/>
                <a:gd name="T75" fmla="*/ 412957 h 1531938"/>
                <a:gd name="T76" fmla="*/ 972 w 1122363"/>
                <a:gd name="T77" fmla="*/ 357366 h 1531938"/>
                <a:gd name="T78" fmla="*/ 33582 w 1122363"/>
                <a:gd name="T79" fmla="*/ 253115 h 1531938"/>
                <a:gd name="T80" fmla="*/ 61181 w 1122363"/>
                <a:gd name="T81" fmla="*/ 196332 h 1531938"/>
                <a:gd name="T82" fmla="*/ 96036 w 1122363"/>
                <a:gd name="T83" fmla="*/ 153782 h 1531938"/>
                <a:gd name="T84" fmla="*/ 141660 w 1122363"/>
                <a:gd name="T85" fmla="*/ 128297 h 1531938"/>
                <a:gd name="T86" fmla="*/ 158096 w 1122363"/>
                <a:gd name="T87" fmla="*/ 523 h 1531938"/>
                <a:gd name="T88" fmla="*/ 182088 w 1122363"/>
                <a:gd name="T89" fmla="*/ 9854 h 1531938"/>
                <a:gd name="T90" fmla="*/ 206305 w 1122363"/>
                <a:gd name="T91" fmla="*/ 8510 h 1531938"/>
                <a:gd name="T92" fmla="*/ 234035 w 1122363"/>
                <a:gd name="T93" fmla="*/ 75 h 1531938"/>
                <a:gd name="T94" fmla="*/ 250329 w 1122363"/>
                <a:gd name="T95" fmla="*/ 9033 h 1531938"/>
                <a:gd name="T96" fmla="*/ 262886 w 1122363"/>
                <a:gd name="T97" fmla="*/ 41581 h 1531938"/>
                <a:gd name="T98" fmla="*/ 277985 w 1122363"/>
                <a:gd name="T99" fmla="*/ 43597 h 1531938"/>
                <a:gd name="T100" fmla="*/ 289645 w 1122363"/>
                <a:gd name="T101" fmla="*/ 42178 h 1531938"/>
                <a:gd name="T102" fmla="*/ 281871 w 1122363"/>
                <a:gd name="T103" fmla="*/ 69127 h 1531938"/>
                <a:gd name="T104" fmla="*/ 259448 w 1122363"/>
                <a:gd name="T105" fmla="*/ 91971 h 1531938"/>
                <a:gd name="T106" fmla="*/ 221703 w 1122363"/>
                <a:gd name="T107" fmla="*/ 111530 h 1531938"/>
                <a:gd name="T108" fmla="*/ 174315 w 1122363"/>
                <a:gd name="T109" fmla="*/ 106902 h 1531938"/>
                <a:gd name="T110" fmla="*/ 147034 w 1122363"/>
                <a:gd name="T111" fmla="*/ 110783 h 1531938"/>
                <a:gd name="T112" fmla="*/ 83053 w 1122363"/>
                <a:gd name="T113" fmla="*/ 58005 h 1531938"/>
                <a:gd name="T114" fmla="*/ 108764 w 1122363"/>
                <a:gd name="T115" fmla="*/ 45015 h 1531938"/>
                <a:gd name="T116" fmla="*/ 128646 w 1122363"/>
                <a:gd name="T117" fmla="*/ 42029 h 1531938"/>
                <a:gd name="T118" fmla="*/ 137616 w 1122363"/>
                <a:gd name="T119" fmla="*/ 14408 h 153193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122363"/>
                <a:gd name="T181" fmla="*/ 0 h 1531938"/>
                <a:gd name="T182" fmla="*/ 1122363 w 1122363"/>
                <a:gd name="T183" fmla="*/ 1531938 h 153193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122363" h="1531938">
                  <a:moveTo>
                    <a:pt x="600075" y="1019175"/>
                  </a:moveTo>
                  <a:lnTo>
                    <a:pt x="608240" y="1022344"/>
                  </a:lnTo>
                  <a:lnTo>
                    <a:pt x="615950" y="1025965"/>
                  </a:lnTo>
                  <a:lnTo>
                    <a:pt x="622981" y="1029134"/>
                  </a:lnTo>
                  <a:lnTo>
                    <a:pt x="629331" y="1032303"/>
                  </a:lnTo>
                  <a:lnTo>
                    <a:pt x="635227" y="1035925"/>
                  </a:lnTo>
                  <a:lnTo>
                    <a:pt x="640443" y="1039093"/>
                  </a:lnTo>
                  <a:lnTo>
                    <a:pt x="644979" y="1042488"/>
                  </a:lnTo>
                  <a:lnTo>
                    <a:pt x="649061" y="1045884"/>
                  </a:lnTo>
                  <a:lnTo>
                    <a:pt x="652236" y="1049505"/>
                  </a:lnTo>
                  <a:lnTo>
                    <a:pt x="655411" y="1053127"/>
                  </a:lnTo>
                  <a:lnTo>
                    <a:pt x="657906" y="1056974"/>
                  </a:lnTo>
                  <a:lnTo>
                    <a:pt x="659720" y="1061049"/>
                  </a:lnTo>
                  <a:lnTo>
                    <a:pt x="661534" y="1065576"/>
                  </a:lnTo>
                  <a:lnTo>
                    <a:pt x="662668" y="1070329"/>
                  </a:lnTo>
                  <a:lnTo>
                    <a:pt x="663348" y="1074856"/>
                  </a:lnTo>
                  <a:lnTo>
                    <a:pt x="663575" y="1080062"/>
                  </a:lnTo>
                  <a:lnTo>
                    <a:pt x="663575" y="1083230"/>
                  </a:lnTo>
                  <a:lnTo>
                    <a:pt x="663348" y="1086626"/>
                  </a:lnTo>
                  <a:lnTo>
                    <a:pt x="662895" y="1089568"/>
                  </a:lnTo>
                  <a:lnTo>
                    <a:pt x="662441" y="1092510"/>
                  </a:lnTo>
                  <a:lnTo>
                    <a:pt x="661761" y="1095227"/>
                  </a:lnTo>
                  <a:lnTo>
                    <a:pt x="660854" y="1097716"/>
                  </a:lnTo>
                  <a:lnTo>
                    <a:pt x="659947" y="1100432"/>
                  </a:lnTo>
                  <a:lnTo>
                    <a:pt x="659040" y="1102922"/>
                  </a:lnTo>
                  <a:lnTo>
                    <a:pt x="657679" y="1105186"/>
                  </a:lnTo>
                  <a:lnTo>
                    <a:pt x="656545" y="1107449"/>
                  </a:lnTo>
                  <a:lnTo>
                    <a:pt x="654957" y="1109486"/>
                  </a:lnTo>
                  <a:lnTo>
                    <a:pt x="653143" y="1111523"/>
                  </a:lnTo>
                  <a:lnTo>
                    <a:pt x="651556" y="1113334"/>
                  </a:lnTo>
                  <a:lnTo>
                    <a:pt x="649515" y="1115145"/>
                  </a:lnTo>
                  <a:lnTo>
                    <a:pt x="647473" y="1116729"/>
                  </a:lnTo>
                  <a:lnTo>
                    <a:pt x="645206" y="1118087"/>
                  </a:lnTo>
                  <a:lnTo>
                    <a:pt x="640670" y="1120803"/>
                  </a:lnTo>
                  <a:lnTo>
                    <a:pt x="635681" y="1123520"/>
                  </a:lnTo>
                  <a:lnTo>
                    <a:pt x="630238" y="1126009"/>
                  </a:lnTo>
                  <a:lnTo>
                    <a:pt x="625022" y="1128046"/>
                  </a:lnTo>
                  <a:lnTo>
                    <a:pt x="619125" y="1130310"/>
                  </a:lnTo>
                  <a:lnTo>
                    <a:pt x="613002" y="1132121"/>
                  </a:lnTo>
                  <a:lnTo>
                    <a:pt x="606652" y="1133705"/>
                  </a:lnTo>
                  <a:lnTo>
                    <a:pt x="600075" y="1135063"/>
                  </a:lnTo>
                  <a:lnTo>
                    <a:pt x="600075" y="1019175"/>
                  </a:lnTo>
                  <a:close/>
                  <a:moveTo>
                    <a:pt x="538162" y="779462"/>
                  </a:moveTo>
                  <a:lnTo>
                    <a:pt x="538162" y="877887"/>
                  </a:lnTo>
                  <a:lnTo>
                    <a:pt x="529967" y="875827"/>
                  </a:lnTo>
                  <a:lnTo>
                    <a:pt x="522227" y="873538"/>
                  </a:lnTo>
                  <a:lnTo>
                    <a:pt x="515398" y="870791"/>
                  </a:lnTo>
                  <a:lnTo>
                    <a:pt x="509024" y="868273"/>
                  </a:lnTo>
                  <a:lnTo>
                    <a:pt x="503333" y="865298"/>
                  </a:lnTo>
                  <a:lnTo>
                    <a:pt x="500829" y="863467"/>
                  </a:lnTo>
                  <a:lnTo>
                    <a:pt x="498553" y="861864"/>
                  </a:lnTo>
                  <a:lnTo>
                    <a:pt x="496276" y="860262"/>
                  </a:lnTo>
                  <a:lnTo>
                    <a:pt x="494227" y="858431"/>
                  </a:lnTo>
                  <a:lnTo>
                    <a:pt x="492406" y="856600"/>
                  </a:lnTo>
                  <a:lnTo>
                    <a:pt x="490813" y="854540"/>
                  </a:lnTo>
                  <a:lnTo>
                    <a:pt x="487626" y="850877"/>
                  </a:lnTo>
                  <a:lnTo>
                    <a:pt x="485122" y="846986"/>
                  </a:lnTo>
                  <a:lnTo>
                    <a:pt x="482618" y="843324"/>
                  </a:lnTo>
                  <a:lnTo>
                    <a:pt x="481024" y="839662"/>
                  </a:lnTo>
                  <a:lnTo>
                    <a:pt x="479658" y="835999"/>
                  </a:lnTo>
                  <a:lnTo>
                    <a:pt x="478520" y="832337"/>
                  </a:lnTo>
                  <a:lnTo>
                    <a:pt x="478065" y="828903"/>
                  </a:lnTo>
                  <a:lnTo>
                    <a:pt x="477837" y="825241"/>
                  </a:lnTo>
                  <a:lnTo>
                    <a:pt x="477837" y="822952"/>
                  </a:lnTo>
                  <a:lnTo>
                    <a:pt x="478065" y="820434"/>
                  </a:lnTo>
                  <a:lnTo>
                    <a:pt x="478520" y="817916"/>
                  </a:lnTo>
                  <a:lnTo>
                    <a:pt x="478975" y="815627"/>
                  </a:lnTo>
                  <a:lnTo>
                    <a:pt x="479431" y="813339"/>
                  </a:lnTo>
                  <a:lnTo>
                    <a:pt x="480341" y="810821"/>
                  </a:lnTo>
                  <a:lnTo>
                    <a:pt x="481252" y="808761"/>
                  </a:lnTo>
                  <a:lnTo>
                    <a:pt x="482162" y="806701"/>
                  </a:lnTo>
                  <a:lnTo>
                    <a:pt x="483528" y="804869"/>
                  </a:lnTo>
                  <a:lnTo>
                    <a:pt x="484894" y="802809"/>
                  </a:lnTo>
                  <a:lnTo>
                    <a:pt x="486260" y="800978"/>
                  </a:lnTo>
                  <a:lnTo>
                    <a:pt x="487853" y="799147"/>
                  </a:lnTo>
                  <a:lnTo>
                    <a:pt x="489447" y="797545"/>
                  </a:lnTo>
                  <a:lnTo>
                    <a:pt x="491496" y="795714"/>
                  </a:lnTo>
                  <a:lnTo>
                    <a:pt x="495593" y="792738"/>
                  </a:lnTo>
                  <a:lnTo>
                    <a:pt x="500146" y="789991"/>
                  </a:lnTo>
                  <a:lnTo>
                    <a:pt x="504699" y="787244"/>
                  </a:lnTo>
                  <a:lnTo>
                    <a:pt x="509935" y="785184"/>
                  </a:lnTo>
                  <a:lnTo>
                    <a:pt x="515170" y="783582"/>
                  </a:lnTo>
                  <a:lnTo>
                    <a:pt x="520634" y="781980"/>
                  </a:lnTo>
                  <a:lnTo>
                    <a:pt x="526097" y="780835"/>
                  </a:lnTo>
                  <a:lnTo>
                    <a:pt x="532016" y="779920"/>
                  </a:lnTo>
                  <a:lnTo>
                    <a:pt x="538162" y="779462"/>
                  </a:lnTo>
                  <a:close/>
                  <a:moveTo>
                    <a:pt x="538626" y="654332"/>
                  </a:moveTo>
                  <a:lnTo>
                    <a:pt x="538626" y="688810"/>
                  </a:lnTo>
                  <a:lnTo>
                    <a:pt x="530011" y="689945"/>
                  </a:lnTo>
                  <a:lnTo>
                    <a:pt x="521624" y="691079"/>
                  </a:lnTo>
                  <a:lnTo>
                    <a:pt x="513236" y="692440"/>
                  </a:lnTo>
                  <a:lnTo>
                    <a:pt x="505302" y="694028"/>
                  </a:lnTo>
                  <a:lnTo>
                    <a:pt x="497594" y="695842"/>
                  </a:lnTo>
                  <a:lnTo>
                    <a:pt x="490113" y="697657"/>
                  </a:lnTo>
                  <a:lnTo>
                    <a:pt x="482859" y="699471"/>
                  </a:lnTo>
                  <a:lnTo>
                    <a:pt x="475831" y="701740"/>
                  </a:lnTo>
                  <a:lnTo>
                    <a:pt x="469257" y="704008"/>
                  </a:lnTo>
                  <a:lnTo>
                    <a:pt x="462683" y="706276"/>
                  </a:lnTo>
                  <a:lnTo>
                    <a:pt x="456336" y="708998"/>
                  </a:lnTo>
                  <a:lnTo>
                    <a:pt x="450215" y="711720"/>
                  </a:lnTo>
                  <a:lnTo>
                    <a:pt x="444321" y="714442"/>
                  </a:lnTo>
                  <a:lnTo>
                    <a:pt x="438654" y="717618"/>
                  </a:lnTo>
                  <a:lnTo>
                    <a:pt x="433440" y="720567"/>
                  </a:lnTo>
                  <a:lnTo>
                    <a:pt x="428226" y="723969"/>
                  </a:lnTo>
                  <a:lnTo>
                    <a:pt x="423238" y="727372"/>
                  </a:lnTo>
                  <a:lnTo>
                    <a:pt x="418478" y="731001"/>
                  </a:lnTo>
                  <a:lnTo>
                    <a:pt x="413944" y="734403"/>
                  </a:lnTo>
                  <a:lnTo>
                    <a:pt x="409410" y="738033"/>
                  </a:lnTo>
                  <a:lnTo>
                    <a:pt x="405556" y="741435"/>
                  </a:lnTo>
                  <a:lnTo>
                    <a:pt x="401476" y="744837"/>
                  </a:lnTo>
                  <a:lnTo>
                    <a:pt x="397849" y="748694"/>
                  </a:lnTo>
                  <a:lnTo>
                    <a:pt x="394221" y="752323"/>
                  </a:lnTo>
                  <a:lnTo>
                    <a:pt x="391048" y="755952"/>
                  </a:lnTo>
                  <a:lnTo>
                    <a:pt x="387874" y="760035"/>
                  </a:lnTo>
                  <a:lnTo>
                    <a:pt x="384927" y="763664"/>
                  </a:lnTo>
                  <a:lnTo>
                    <a:pt x="382207" y="767520"/>
                  </a:lnTo>
                  <a:lnTo>
                    <a:pt x="379486" y="771377"/>
                  </a:lnTo>
                  <a:lnTo>
                    <a:pt x="377219" y="775460"/>
                  </a:lnTo>
                  <a:lnTo>
                    <a:pt x="375179" y="779316"/>
                  </a:lnTo>
                  <a:lnTo>
                    <a:pt x="373366" y="783399"/>
                  </a:lnTo>
                  <a:lnTo>
                    <a:pt x="369738" y="791338"/>
                  </a:lnTo>
                  <a:lnTo>
                    <a:pt x="367018" y="799277"/>
                  </a:lnTo>
                  <a:lnTo>
                    <a:pt x="364298" y="806989"/>
                  </a:lnTo>
                  <a:lnTo>
                    <a:pt x="362258" y="814701"/>
                  </a:lnTo>
                  <a:lnTo>
                    <a:pt x="360671" y="822187"/>
                  </a:lnTo>
                  <a:lnTo>
                    <a:pt x="359537" y="829672"/>
                  </a:lnTo>
                  <a:lnTo>
                    <a:pt x="358857" y="836931"/>
                  </a:lnTo>
                  <a:lnTo>
                    <a:pt x="358630" y="844189"/>
                  </a:lnTo>
                  <a:lnTo>
                    <a:pt x="358857" y="851901"/>
                  </a:lnTo>
                  <a:lnTo>
                    <a:pt x="359537" y="859614"/>
                  </a:lnTo>
                  <a:lnTo>
                    <a:pt x="360444" y="867326"/>
                  </a:lnTo>
                  <a:lnTo>
                    <a:pt x="362031" y="874811"/>
                  </a:lnTo>
                  <a:lnTo>
                    <a:pt x="363844" y="882297"/>
                  </a:lnTo>
                  <a:lnTo>
                    <a:pt x="366111" y="889782"/>
                  </a:lnTo>
                  <a:lnTo>
                    <a:pt x="368832" y="897267"/>
                  </a:lnTo>
                  <a:lnTo>
                    <a:pt x="371779" y="904526"/>
                  </a:lnTo>
                  <a:lnTo>
                    <a:pt x="373592" y="907928"/>
                  </a:lnTo>
                  <a:lnTo>
                    <a:pt x="375633" y="911558"/>
                  </a:lnTo>
                  <a:lnTo>
                    <a:pt x="377673" y="915187"/>
                  </a:lnTo>
                  <a:lnTo>
                    <a:pt x="379940" y="918816"/>
                  </a:lnTo>
                  <a:lnTo>
                    <a:pt x="382660" y="922219"/>
                  </a:lnTo>
                  <a:lnTo>
                    <a:pt x="385380" y="925848"/>
                  </a:lnTo>
                  <a:lnTo>
                    <a:pt x="388554" y="929250"/>
                  </a:lnTo>
                  <a:lnTo>
                    <a:pt x="391501" y="932880"/>
                  </a:lnTo>
                  <a:lnTo>
                    <a:pt x="395128" y="936282"/>
                  </a:lnTo>
                  <a:lnTo>
                    <a:pt x="398529" y="939685"/>
                  </a:lnTo>
                  <a:lnTo>
                    <a:pt x="402609" y="943087"/>
                  </a:lnTo>
                  <a:lnTo>
                    <a:pt x="406463" y="946489"/>
                  </a:lnTo>
                  <a:lnTo>
                    <a:pt x="410770" y="949892"/>
                  </a:lnTo>
                  <a:lnTo>
                    <a:pt x="415077" y="953294"/>
                  </a:lnTo>
                  <a:lnTo>
                    <a:pt x="424372" y="959646"/>
                  </a:lnTo>
                  <a:lnTo>
                    <a:pt x="429586" y="963048"/>
                  </a:lnTo>
                  <a:lnTo>
                    <a:pt x="434800" y="966224"/>
                  </a:lnTo>
                  <a:lnTo>
                    <a:pt x="440467" y="969626"/>
                  </a:lnTo>
                  <a:lnTo>
                    <a:pt x="446361" y="972575"/>
                  </a:lnTo>
                  <a:lnTo>
                    <a:pt x="452482" y="975751"/>
                  </a:lnTo>
                  <a:lnTo>
                    <a:pt x="459056" y="978473"/>
                  </a:lnTo>
                  <a:lnTo>
                    <a:pt x="465630" y="981421"/>
                  </a:lnTo>
                  <a:lnTo>
                    <a:pt x="472658" y="984370"/>
                  </a:lnTo>
                  <a:lnTo>
                    <a:pt x="479912" y="987092"/>
                  </a:lnTo>
                  <a:lnTo>
                    <a:pt x="487619" y="989814"/>
                  </a:lnTo>
                  <a:lnTo>
                    <a:pt x="495327" y="992309"/>
                  </a:lnTo>
                  <a:lnTo>
                    <a:pt x="503488" y="994804"/>
                  </a:lnTo>
                  <a:lnTo>
                    <a:pt x="520490" y="1000021"/>
                  </a:lnTo>
                  <a:lnTo>
                    <a:pt x="538626" y="1004785"/>
                  </a:lnTo>
                  <a:lnTo>
                    <a:pt x="538626" y="1135439"/>
                  </a:lnTo>
                  <a:lnTo>
                    <a:pt x="530918" y="1134305"/>
                  </a:lnTo>
                  <a:lnTo>
                    <a:pt x="523210" y="1133171"/>
                  </a:lnTo>
                  <a:lnTo>
                    <a:pt x="515503" y="1131583"/>
                  </a:lnTo>
                  <a:lnTo>
                    <a:pt x="507795" y="1129768"/>
                  </a:lnTo>
                  <a:lnTo>
                    <a:pt x="500088" y="1127727"/>
                  </a:lnTo>
                  <a:lnTo>
                    <a:pt x="492607" y="1125685"/>
                  </a:lnTo>
                  <a:lnTo>
                    <a:pt x="485126" y="1123417"/>
                  </a:lnTo>
                  <a:lnTo>
                    <a:pt x="477645" y="1120695"/>
                  </a:lnTo>
                  <a:lnTo>
                    <a:pt x="470164" y="1117973"/>
                  </a:lnTo>
                  <a:lnTo>
                    <a:pt x="462683" y="1115024"/>
                  </a:lnTo>
                  <a:lnTo>
                    <a:pt x="455429" y="1111849"/>
                  </a:lnTo>
                  <a:lnTo>
                    <a:pt x="448175" y="1108673"/>
                  </a:lnTo>
                  <a:lnTo>
                    <a:pt x="440920" y="1105044"/>
                  </a:lnTo>
                  <a:lnTo>
                    <a:pt x="433893" y="1101641"/>
                  </a:lnTo>
                  <a:lnTo>
                    <a:pt x="426639" y="1097785"/>
                  </a:lnTo>
                  <a:lnTo>
                    <a:pt x="419611" y="1093929"/>
                  </a:lnTo>
                  <a:lnTo>
                    <a:pt x="405783" y="1085310"/>
                  </a:lnTo>
                  <a:lnTo>
                    <a:pt x="392181" y="1076690"/>
                  </a:lnTo>
                  <a:lnTo>
                    <a:pt x="379033" y="1067617"/>
                  </a:lnTo>
                  <a:lnTo>
                    <a:pt x="366338" y="1058317"/>
                  </a:lnTo>
                  <a:lnTo>
                    <a:pt x="366338" y="1169917"/>
                  </a:lnTo>
                  <a:lnTo>
                    <a:pt x="376313" y="1175588"/>
                  </a:lnTo>
                  <a:lnTo>
                    <a:pt x="386287" y="1181032"/>
                  </a:lnTo>
                  <a:lnTo>
                    <a:pt x="396715" y="1186249"/>
                  </a:lnTo>
                  <a:lnTo>
                    <a:pt x="407370" y="1191466"/>
                  </a:lnTo>
                  <a:lnTo>
                    <a:pt x="418251" y="1196003"/>
                  </a:lnTo>
                  <a:lnTo>
                    <a:pt x="429359" y="1200539"/>
                  </a:lnTo>
                  <a:lnTo>
                    <a:pt x="440694" y="1204849"/>
                  </a:lnTo>
                  <a:lnTo>
                    <a:pt x="452255" y="1208705"/>
                  </a:lnTo>
                  <a:lnTo>
                    <a:pt x="464043" y="1212561"/>
                  </a:lnTo>
                  <a:lnTo>
                    <a:pt x="475151" y="1215964"/>
                  </a:lnTo>
                  <a:lnTo>
                    <a:pt x="486486" y="1218686"/>
                  </a:lnTo>
                  <a:lnTo>
                    <a:pt x="497367" y="1221634"/>
                  </a:lnTo>
                  <a:lnTo>
                    <a:pt x="508022" y="1223903"/>
                  </a:lnTo>
                  <a:lnTo>
                    <a:pt x="518450" y="1225944"/>
                  </a:lnTo>
                  <a:lnTo>
                    <a:pt x="528878" y="1227759"/>
                  </a:lnTo>
                  <a:lnTo>
                    <a:pt x="538626" y="1229120"/>
                  </a:lnTo>
                  <a:lnTo>
                    <a:pt x="538626" y="1297396"/>
                  </a:lnTo>
                  <a:lnTo>
                    <a:pt x="600740" y="1297396"/>
                  </a:lnTo>
                  <a:lnTo>
                    <a:pt x="600740" y="1229120"/>
                  </a:lnTo>
                  <a:lnTo>
                    <a:pt x="608674" y="1228213"/>
                  </a:lnTo>
                  <a:lnTo>
                    <a:pt x="616608" y="1227305"/>
                  </a:lnTo>
                  <a:lnTo>
                    <a:pt x="624089" y="1225944"/>
                  </a:lnTo>
                  <a:lnTo>
                    <a:pt x="631570" y="1224810"/>
                  </a:lnTo>
                  <a:lnTo>
                    <a:pt x="638824" y="1223449"/>
                  </a:lnTo>
                  <a:lnTo>
                    <a:pt x="645852" y="1221861"/>
                  </a:lnTo>
                  <a:lnTo>
                    <a:pt x="652880" y="1220273"/>
                  </a:lnTo>
                  <a:lnTo>
                    <a:pt x="659454" y="1218232"/>
                  </a:lnTo>
                  <a:lnTo>
                    <a:pt x="666028" y="1216191"/>
                  </a:lnTo>
                  <a:lnTo>
                    <a:pt x="672375" y="1214149"/>
                  </a:lnTo>
                  <a:lnTo>
                    <a:pt x="678723" y="1211881"/>
                  </a:lnTo>
                  <a:lnTo>
                    <a:pt x="684617" y="1209386"/>
                  </a:lnTo>
                  <a:lnTo>
                    <a:pt x="690284" y="1206890"/>
                  </a:lnTo>
                  <a:lnTo>
                    <a:pt x="695951" y="1203942"/>
                  </a:lnTo>
                  <a:lnTo>
                    <a:pt x="701392" y="1200993"/>
                  </a:lnTo>
                  <a:lnTo>
                    <a:pt x="706833" y="1198044"/>
                  </a:lnTo>
                  <a:lnTo>
                    <a:pt x="711593" y="1194868"/>
                  </a:lnTo>
                  <a:lnTo>
                    <a:pt x="716581" y="1191693"/>
                  </a:lnTo>
                  <a:lnTo>
                    <a:pt x="721341" y="1188290"/>
                  </a:lnTo>
                  <a:lnTo>
                    <a:pt x="725875" y="1184888"/>
                  </a:lnTo>
                  <a:lnTo>
                    <a:pt x="730182" y="1181486"/>
                  </a:lnTo>
                  <a:lnTo>
                    <a:pt x="734263" y="1178083"/>
                  </a:lnTo>
                  <a:lnTo>
                    <a:pt x="738343" y="1174227"/>
                  </a:lnTo>
                  <a:lnTo>
                    <a:pt x="742197" y="1170825"/>
                  </a:lnTo>
                  <a:lnTo>
                    <a:pt x="745824" y="1166968"/>
                  </a:lnTo>
                  <a:lnTo>
                    <a:pt x="749225" y="1163339"/>
                  </a:lnTo>
                  <a:lnTo>
                    <a:pt x="752625" y="1159256"/>
                  </a:lnTo>
                  <a:lnTo>
                    <a:pt x="755799" y="1155627"/>
                  </a:lnTo>
                  <a:lnTo>
                    <a:pt x="758746" y="1151544"/>
                  </a:lnTo>
                  <a:lnTo>
                    <a:pt x="761466" y="1147461"/>
                  </a:lnTo>
                  <a:lnTo>
                    <a:pt x="763960" y="1143378"/>
                  </a:lnTo>
                  <a:lnTo>
                    <a:pt x="766453" y="1139295"/>
                  </a:lnTo>
                  <a:lnTo>
                    <a:pt x="770760" y="1130676"/>
                  </a:lnTo>
                  <a:lnTo>
                    <a:pt x="774614" y="1122056"/>
                  </a:lnTo>
                  <a:lnTo>
                    <a:pt x="777561" y="1113436"/>
                  </a:lnTo>
                  <a:lnTo>
                    <a:pt x="778921" y="1109354"/>
                  </a:lnTo>
                  <a:lnTo>
                    <a:pt x="780055" y="1105044"/>
                  </a:lnTo>
                  <a:lnTo>
                    <a:pt x="781415" y="1100507"/>
                  </a:lnTo>
                  <a:lnTo>
                    <a:pt x="782322" y="1096424"/>
                  </a:lnTo>
                  <a:lnTo>
                    <a:pt x="783002" y="1092114"/>
                  </a:lnTo>
                  <a:lnTo>
                    <a:pt x="783682" y="1087805"/>
                  </a:lnTo>
                  <a:lnTo>
                    <a:pt x="784135" y="1083495"/>
                  </a:lnTo>
                  <a:lnTo>
                    <a:pt x="784589" y="1079185"/>
                  </a:lnTo>
                  <a:lnTo>
                    <a:pt x="784816" y="1074875"/>
                  </a:lnTo>
                  <a:lnTo>
                    <a:pt x="784816" y="1070339"/>
                  </a:lnTo>
                  <a:lnTo>
                    <a:pt x="784589" y="1061719"/>
                  </a:lnTo>
                  <a:lnTo>
                    <a:pt x="784135" y="1053326"/>
                  </a:lnTo>
                  <a:lnTo>
                    <a:pt x="783229" y="1045161"/>
                  </a:lnTo>
                  <a:lnTo>
                    <a:pt x="781869" y="1037222"/>
                  </a:lnTo>
                  <a:lnTo>
                    <a:pt x="779828" y="1029509"/>
                  </a:lnTo>
                  <a:lnTo>
                    <a:pt x="777788" y="1022251"/>
                  </a:lnTo>
                  <a:lnTo>
                    <a:pt x="775294" y="1014992"/>
                  </a:lnTo>
                  <a:lnTo>
                    <a:pt x="772347" y="1007960"/>
                  </a:lnTo>
                  <a:lnTo>
                    <a:pt x="769174" y="1001156"/>
                  </a:lnTo>
                  <a:lnTo>
                    <a:pt x="765320" y="994577"/>
                  </a:lnTo>
                  <a:lnTo>
                    <a:pt x="761466" y="988226"/>
                  </a:lnTo>
                  <a:lnTo>
                    <a:pt x="756705" y="982329"/>
                  </a:lnTo>
                  <a:lnTo>
                    <a:pt x="752172" y="976431"/>
                  </a:lnTo>
                  <a:lnTo>
                    <a:pt x="746731" y="970987"/>
                  </a:lnTo>
                  <a:lnTo>
                    <a:pt x="741064" y="965543"/>
                  </a:lnTo>
                  <a:lnTo>
                    <a:pt x="734943" y="960553"/>
                  </a:lnTo>
                  <a:lnTo>
                    <a:pt x="728822" y="955563"/>
                  </a:lnTo>
                  <a:lnTo>
                    <a:pt x="722248" y="950572"/>
                  </a:lnTo>
                  <a:lnTo>
                    <a:pt x="715220" y="946036"/>
                  </a:lnTo>
                  <a:lnTo>
                    <a:pt x="708193" y="941272"/>
                  </a:lnTo>
                  <a:lnTo>
                    <a:pt x="700712" y="936509"/>
                  </a:lnTo>
                  <a:lnTo>
                    <a:pt x="693004" y="932199"/>
                  </a:lnTo>
                  <a:lnTo>
                    <a:pt x="685070" y="927889"/>
                  </a:lnTo>
                  <a:lnTo>
                    <a:pt x="676456" y="923806"/>
                  </a:lnTo>
                  <a:lnTo>
                    <a:pt x="668068" y="919497"/>
                  </a:lnTo>
                  <a:lnTo>
                    <a:pt x="659227" y="915641"/>
                  </a:lnTo>
                  <a:lnTo>
                    <a:pt x="650159" y="911558"/>
                  </a:lnTo>
                  <a:lnTo>
                    <a:pt x="641091" y="907475"/>
                  </a:lnTo>
                  <a:lnTo>
                    <a:pt x="631117" y="903845"/>
                  </a:lnTo>
                  <a:lnTo>
                    <a:pt x="621369" y="899989"/>
                  </a:lnTo>
                  <a:lnTo>
                    <a:pt x="611394" y="896587"/>
                  </a:lnTo>
                  <a:lnTo>
                    <a:pt x="600740" y="892958"/>
                  </a:lnTo>
                  <a:lnTo>
                    <a:pt x="600740" y="785894"/>
                  </a:lnTo>
                  <a:lnTo>
                    <a:pt x="612755" y="788616"/>
                  </a:lnTo>
                  <a:lnTo>
                    <a:pt x="624543" y="792018"/>
                  </a:lnTo>
                  <a:lnTo>
                    <a:pt x="636331" y="795421"/>
                  </a:lnTo>
                  <a:lnTo>
                    <a:pt x="647892" y="799504"/>
                  </a:lnTo>
                  <a:lnTo>
                    <a:pt x="659227" y="803813"/>
                  </a:lnTo>
                  <a:lnTo>
                    <a:pt x="670562" y="808577"/>
                  </a:lnTo>
                  <a:lnTo>
                    <a:pt x="681443" y="813794"/>
                  </a:lnTo>
                  <a:lnTo>
                    <a:pt x="692324" y="819465"/>
                  </a:lnTo>
                  <a:lnTo>
                    <a:pt x="702752" y="824909"/>
                  </a:lnTo>
                  <a:lnTo>
                    <a:pt x="712727" y="830806"/>
                  </a:lnTo>
                  <a:lnTo>
                    <a:pt x="722475" y="836477"/>
                  </a:lnTo>
                  <a:lnTo>
                    <a:pt x="731542" y="842148"/>
                  </a:lnTo>
                  <a:lnTo>
                    <a:pt x="740157" y="847592"/>
                  </a:lnTo>
                  <a:lnTo>
                    <a:pt x="748318" y="853262"/>
                  </a:lnTo>
                  <a:lnTo>
                    <a:pt x="756025" y="858933"/>
                  </a:lnTo>
                  <a:lnTo>
                    <a:pt x="763280" y="864604"/>
                  </a:lnTo>
                  <a:lnTo>
                    <a:pt x="763280" y="748240"/>
                  </a:lnTo>
                  <a:lnTo>
                    <a:pt x="752625" y="741889"/>
                  </a:lnTo>
                  <a:lnTo>
                    <a:pt x="741744" y="735764"/>
                  </a:lnTo>
                  <a:lnTo>
                    <a:pt x="731316" y="730547"/>
                  </a:lnTo>
                  <a:lnTo>
                    <a:pt x="720888" y="725103"/>
                  </a:lnTo>
                  <a:lnTo>
                    <a:pt x="710913" y="720340"/>
                  </a:lnTo>
                  <a:lnTo>
                    <a:pt x="701165" y="716030"/>
                  </a:lnTo>
                  <a:lnTo>
                    <a:pt x="691644" y="711720"/>
                  </a:lnTo>
                  <a:lnTo>
                    <a:pt x="682123" y="708318"/>
                  </a:lnTo>
                  <a:lnTo>
                    <a:pt x="672602" y="704689"/>
                  </a:lnTo>
                  <a:lnTo>
                    <a:pt x="663081" y="701740"/>
                  </a:lnTo>
                  <a:lnTo>
                    <a:pt x="653106" y="698791"/>
                  </a:lnTo>
                  <a:lnTo>
                    <a:pt x="643132" y="696296"/>
                  </a:lnTo>
                  <a:lnTo>
                    <a:pt x="632930" y="694254"/>
                  </a:lnTo>
                  <a:lnTo>
                    <a:pt x="622276" y="691986"/>
                  </a:lnTo>
                  <a:lnTo>
                    <a:pt x="611848" y="690171"/>
                  </a:lnTo>
                  <a:lnTo>
                    <a:pt x="600740" y="688810"/>
                  </a:lnTo>
                  <a:lnTo>
                    <a:pt x="600740" y="654332"/>
                  </a:lnTo>
                  <a:lnTo>
                    <a:pt x="538626" y="654332"/>
                  </a:lnTo>
                  <a:close/>
                  <a:moveTo>
                    <a:pt x="549280" y="371475"/>
                  </a:moveTo>
                  <a:lnTo>
                    <a:pt x="564015" y="371475"/>
                  </a:lnTo>
                  <a:lnTo>
                    <a:pt x="577844" y="371475"/>
                  </a:lnTo>
                  <a:lnTo>
                    <a:pt x="591219" y="371929"/>
                  </a:lnTo>
                  <a:lnTo>
                    <a:pt x="604594" y="372609"/>
                  </a:lnTo>
                  <a:lnTo>
                    <a:pt x="617515" y="373743"/>
                  </a:lnTo>
                  <a:lnTo>
                    <a:pt x="630210" y="375104"/>
                  </a:lnTo>
                  <a:lnTo>
                    <a:pt x="642905" y="376692"/>
                  </a:lnTo>
                  <a:lnTo>
                    <a:pt x="655373" y="378507"/>
                  </a:lnTo>
                  <a:lnTo>
                    <a:pt x="667388" y="380775"/>
                  </a:lnTo>
                  <a:lnTo>
                    <a:pt x="679403" y="383497"/>
                  </a:lnTo>
                  <a:lnTo>
                    <a:pt x="691191" y="386219"/>
                  </a:lnTo>
                  <a:lnTo>
                    <a:pt x="702752" y="389168"/>
                  </a:lnTo>
                  <a:lnTo>
                    <a:pt x="714314" y="392797"/>
                  </a:lnTo>
                  <a:lnTo>
                    <a:pt x="725422" y="396426"/>
                  </a:lnTo>
                  <a:lnTo>
                    <a:pt x="736530" y="400509"/>
                  </a:lnTo>
                  <a:lnTo>
                    <a:pt x="747184" y="405046"/>
                  </a:lnTo>
                  <a:lnTo>
                    <a:pt x="757839" y="409582"/>
                  </a:lnTo>
                  <a:lnTo>
                    <a:pt x="768267" y="414573"/>
                  </a:lnTo>
                  <a:lnTo>
                    <a:pt x="778468" y="420017"/>
                  </a:lnTo>
                  <a:lnTo>
                    <a:pt x="788669" y="425461"/>
                  </a:lnTo>
                  <a:lnTo>
                    <a:pt x="798644" y="431358"/>
                  </a:lnTo>
                  <a:lnTo>
                    <a:pt x="808392" y="437709"/>
                  </a:lnTo>
                  <a:lnTo>
                    <a:pt x="818140" y="444288"/>
                  </a:lnTo>
                  <a:lnTo>
                    <a:pt x="827434" y="451092"/>
                  </a:lnTo>
                  <a:lnTo>
                    <a:pt x="836729" y="458351"/>
                  </a:lnTo>
                  <a:lnTo>
                    <a:pt x="845796" y="466063"/>
                  </a:lnTo>
                  <a:lnTo>
                    <a:pt x="854864" y="473775"/>
                  </a:lnTo>
                  <a:lnTo>
                    <a:pt x="863705" y="481941"/>
                  </a:lnTo>
                  <a:lnTo>
                    <a:pt x="872319" y="490561"/>
                  </a:lnTo>
                  <a:lnTo>
                    <a:pt x="880934" y="499407"/>
                  </a:lnTo>
                  <a:lnTo>
                    <a:pt x="889095" y="508707"/>
                  </a:lnTo>
                  <a:lnTo>
                    <a:pt x="897483" y="518234"/>
                  </a:lnTo>
                  <a:lnTo>
                    <a:pt x="905417" y="527988"/>
                  </a:lnTo>
                  <a:lnTo>
                    <a:pt x="913351" y="538422"/>
                  </a:lnTo>
                  <a:lnTo>
                    <a:pt x="921512" y="548856"/>
                  </a:lnTo>
                  <a:lnTo>
                    <a:pt x="929220" y="559744"/>
                  </a:lnTo>
                  <a:lnTo>
                    <a:pt x="936701" y="571086"/>
                  </a:lnTo>
                  <a:lnTo>
                    <a:pt x="944182" y="582654"/>
                  </a:lnTo>
                  <a:lnTo>
                    <a:pt x="951436" y="594449"/>
                  </a:lnTo>
                  <a:lnTo>
                    <a:pt x="958690" y="606925"/>
                  </a:lnTo>
                  <a:lnTo>
                    <a:pt x="965944" y="619627"/>
                  </a:lnTo>
                  <a:lnTo>
                    <a:pt x="972745" y="632330"/>
                  </a:lnTo>
                  <a:lnTo>
                    <a:pt x="979546" y="645713"/>
                  </a:lnTo>
                  <a:lnTo>
                    <a:pt x="986347" y="659549"/>
                  </a:lnTo>
                  <a:lnTo>
                    <a:pt x="993148" y="673613"/>
                  </a:lnTo>
                  <a:lnTo>
                    <a:pt x="999722" y="687903"/>
                  </a:lnTo>
                  <a:lnTo>
                    <a:pt x="1006069" y="702647"/>
                  </a:lnTo>
                  <a:lnTo>
                    <a:pt x="1012643" y="717845"/>
                  </a:lnTo>
                  <a:lnTo>
                    <a:pt x="1018991" y="733269"/>
                  </a:lnTo>
                  <a:lnTo>
                    <a:pt x="1025111" y="748920"/>
                  </a:lnTo>
                  <a:lnTo>
                    <a:pt x="1031005" y="765252"/>
                  </a:lnTo>
                  <a:lnTo>
                    <a:pt x="1037126" y="781584"/>
                  </a:lnTo>
                  <a:lnTo>
                    <a:pt x="1043247" y="798823"/>
                  </a:lnTo>
                  <a:lnTo>
                    <a:pt x="1049141" y="816062"/>
                  </a:lnTo>
                  <a:lnTo>
                    <a:pt x="1054808" y="833528"/>
                  </a:lnTo>
                  <a:lnTo>
                    <a:pt x="1060476" y="851674"/>
                  </a:lnTo>
                  <a:lnTo>
                    <a:pt x="1066143" y="870048"/>
                  </a:lnTo>
                  <a:lnTo>
                    <a:pt x="1071810" y="888875"/>
                  </a:lnTo>
                  <a:lnTo>
                    <a:pt x="1077478" y="907928"/>
                  </a:lnTo>
                  <a:lnTo>
                    <a:pt x="1082692" y="927436"/>
                  </a:lnTo>
                  <a:lnTo>
                    <a:pt x="1088132" y="947624"/>
                  </a:lnTo>
                  <a:lnTo>
                    <a:pt x="1093573" y="967812"/>
                  </a:lnTo>
                  <a:lnTo>
                    <a:pt x="1098787" y="988453"/>
                  </a:lnTo>
                  <a:lnTo>
                    <a:pt x="1109215" y="1030870"/>
                  </a:lnTo>
                  <a:lnTo>
                    <a:pt x="1112615" y="1046522"/>
                  </a:lnTo>
                  <a:lnTo>
                    <a:pt x="1115789" y="1061946"/>
                  </a:lnTo>
                  <a:lnTo>
                    <a:pt x="1118056" y="1076917"/>
                  </a:lnTo>
                  <a:lnTo>
                    <a:pt x="1119870" y="1091888"/>
                  </a:lnTo>
                  <a:lnTo>
                    <a:pt x="1121456" y="1106405"/>
                  </a:lnTo>
                  <a:lnTo>
                    <a:pt x="1122136" y="1120922"/>
                  </a:lnTo>
                  <a:lnTo>
                    <a:pt x="1122363" y="1134985"/>
                  </a:lnTo>
                  <a:lnTo>
                    <a:pt x="1122136" y="1148822"/>
                  </a:lnTo>
                  <a:lnTo>
                    <a:pt x="1121456" y="1162659"/>
                  </a:lnTo>
                  <a:lnTo>
                    <a:pt x="1120096" y="1176042"/>
                  </a:lnTo>
                  <a:lnTo>
                    <a:pt x="1118509" y="1188971"/>
                  </a:lnTo>
                  <a:lnTo>
                    <a:pt x="1116469" y="1201900"/>
                  </a:lnTo>
                  <a:lnTo>
                    <a:pt x="1113749" y="1214603"/>
                  </a:lnTo>
                  <a:lnTo>
                    <a:pt x="1110575" y="1227078"/>
                  </a:lnTo>
                  <a:lnTo>
                    <a:pt x="1107175" y="1239100"/>
                  </a:lnTo>
                  <a:lnTo>
                    <a:pt x="1103321" y="1250896"/>
                  </a:lnTo>
                  <a:lnTo>
                    <a:pt x="1098787" y="1262464"/>
                  </a:lnTo>
                  <a:lnTo>
                    <a:pt x="1094026" y="1274032"/>
                  </a:lnTo>
                  <a:lnTo>
                    <a:pt x="1088812" y="1284920"/>
                  </a:lnTo>
                  <a:lnTo>
                    <a:pt x="1083145" y="1296035"/>
                  </a:lnTo>
                  <a:lnTo>
                    <a:pt x="1077251" y="1306469"/>
                  </a:lnTo>
                  <a:lnTo>
                    <a:pt x="1070904" y="1317130"/>
                  </a:lnTo>
                  <a:lnTo>
                    <a:pt x="1064103" y="1327110"/>
                  </a:lnTo>
                  <a:lnTo>
                    <a:pt x="1056849" y="1336864"/>
                  </a:lnTo>
                  <a:lnTo>
                    <a:pt x="1049368" y="1346845"/>
                  </a:lnTo>
                  <a:lnTo>
                    <a:pt x="1041660" y="1356145"/>
                  </a:lnTo>
                  <a:lnTo>
                    <a:pt x="1033499" y="1365218"/>
                  </a:lnTo>
                  <a:lnTo>
                    <a:pt x="1024658" y="1374064"/>
                  </a:lnTo>
                  <a:lnTo>
                    <a:pt x="1015817" y="1382911"/>
                  </a:lnTo>
                  <a:lnTo>
                    <a:pt x="1006749" y="1391303"/>
                  </a:lnTo>
                  <a:lnTo>
                    <a:pt x="997228" y="1399469"/>
                  </a:lnTo>
                  <a:lnTo>
                    <a:pt x="987253" y="1407408"/>
                  </a:lnTo>
                  <a:lnTo>
                    <a:pt x="977279" y="1415121"/>
                  </a:lnTo>
                  <a:lnTo>
                    <a:pt x="967078" y="1422606"/>
                  </a:lnTo>
                  <a:lnTo>
                    <a:pt x="956196" y="1429638"/>
                  </a:lnTo>
                  <a:lnTo>
                    <a:pt x="945315" y="1436669"/>
                  </a:lnTo>
                  <a:lnTo>
                    <a:pt x="934207" y="1443474"/>
                  </a:lnTo>
                  <a:lnTo>
                    <a:pt x="922872" y="1449826"/>
                  </a:lnTo>
                  <a:lnTo>
                    <a:pt x="911084" y="1455950"/>
                  </a:lnTo>
                  <a:lnTo>
                    <a:pt x="899296" y="1461848"/>
                  </a:lnTo>
                  <a:lnTo>
                    <a:pt x="887055" y="1467745"/>
                  </a:lnTo>
                  <a:lnTo>
                    <a:pt x="874586" y="1473189"/>
                  </a:lnTo>
                  <a:lnTo>
                    <a:pt x="862118" y="1478179"/>
                  </a:lnTo>
                  <a:lnTo>
                    <a:pt x="849197" y="1483396"/>
                  </a:lnTo>
                  <a:lnTo>
                    <a:pt x="836275" y="1488160"/>
                  </a:lnTo>
                  <a:lnTo>
                    <a:pt x="823127" y="1492470"/>
                  </a:lnTo>
                  <a:lnTo>
                    <a:pt x="809752" y="1496779"/>
                  </a:lnTo>
                  <a:lnTo>
                    <a:pt x="796377" y="1500862"/>
                  </a:lnTo>
                  <a:lnTo>
                    <a:pt x="782549" y="1504492"/>
                  </a:lnTo>
                  <a:lnTo>
                    <a:pt x="768720" y="1508348"/>
                  </a:lnTo>
                  <a:lnTo>
                    <a:pt x="754892" y="1511523"/>
                  </a:lnTo>
                  <a:lnTo>
                    <a:pt x="740610" y="1514472"/>
                  </a:lnTo>
                  <a:lnTo>
                    <a:pt x="726555" y="1517194"/>
                  </a:lnTo>
                  <a:lnTo>
                    <a:pt x="712047" y="1519689"/>
                  </a:lnTo>
                  <a:lnTo>
                    <a:pt x="697538" y="1521958"/>
                  </a:lnTo>
                  <a:lnTo>
                    <a:pt x="683030" y="1524226"/>
                  </a:lnTo>
                  <a:lnTo>
                    <a:pt x="668521" y="1526040"/>
                  </a:lnTo>
                  <a:lnTo>
                    <a:pt x="653786" y="1527401"/>
                  </a:lnTo>
                  <a:lnTo>
                    <a:pt x="638824" y="1528762"/>
                  </a:lnTo>
                  <a:lnTo>
                    <a:pt x="624089" y="1529897"/>
                  </a:lnTo>
                  <a:lnTo>
                    <a:pt x="609128" y="1530804"/>
                  </a:lnTo>
                  <a:lnTo>
                    <a:pt x="594166" y="1531484"/>
                  </a:lnTo>
                  <a:lnTo>
                    <a:pt x="579204" y="1531938"/>
                  </a:lnTo>
                  <a:lnTo>
                    <a:pt x="564015" y="1531938"/>
                  </a:lnTo>
                  <a:lnTo>
                    <a:pt x="549054" y="1531938"/>
                  </a:lnTo>
                  <a:lnTo>
                    <a:pt x="533865" y="1531484"/>
                  </a:lnTo>
                  <a:lnTo>
                    <a:pt x="518903" y="1530804"/>
                  </a:lnTo>
                  <a:lnTo>
                    <a:pt x="503941" y="1529670"/>
                  </a:lnTo>
                  <a:lnTo>
                    <a:pt x="488980" y="1528309"/>
                  </a:lnTo>
                  <a:lnTo>
                    <a:pt x="474018" y="1526948"/>
                  </a:lnTo>
                  <a:lnTo>
                    <a:pt x="459056" y="1525133"/>
                  </a:lnTo>
                  <a:lnTo>
                    <a:pt x="444321" y="1523319"/>
                  </a:lnTo>
                  <a:lnTo>
                    <a:pt x="429359" y="1520823"/>
                  </a:lnTo>
                  <a:lnTo>
                    <a:pt x="414851" y="1518328"/>
                  </a:lnTo>
                  <a:lnTo>
                    <a:pt x="400115" y="1515606"/>
                  </a:lnTo>
                  <a:lnTo>
                    <a:pt x="385607" y="1512204"/>
                  </a:lnTo>
                  <a:lnTo>
                    <a:pt x="371325" y="1509028"/>
                  </a:lnTo>
                  <a:lnTo>
                    <a:pt x="357044" y="1505172"/>
                  </a:lnTo>
                  <a:lnTo>
                    <a:pt x="342989" y="1501543"/>
                  </a:lnTo>
                  <a:lnTo>
                    <a:pt x="329160" y="1497233"/>
                  </a:lnTo>
                  <a:lnTo>
                    <a:pt x="315332" y="1492696"/>
                  </a:lnTo>
                  <a:lnTo>
                    <a:pt x="301730" y="1488160"/>
                  </a:lnTo>
                  <a:lnTo>
                    <a:pt x="288129" y="1483170"/>
                  </a:lnTo>
                  <a:lnTo>
                    <a:pt x="274754" y="1477952"/>
                  </a:lnTo>
                  <a:lnTo>
                    <a:pt x="261832" y="1472735"/>
                  </a:lnTo>
                  <a:lnTo>
                    <a:pt x="248910" y="1466838"/>
                  </a:lnTo>
                  <a:lnTo>
                    <a:pt x="235988" y="1460940"/>
                  </a:lnTo>
                  <a:lnTo>
                    <a:pt x="223520" y="1454816"/>
                  </a:lnTo>
                  <a:lnTo>
                    <a:pt x="211505" y="1448238"/>
                  </a:lnTo>
                  <a:lnTo>
                    <a:pt x="199264" y="1441660"/>
                  </a:lnTo>
                  <a:lnTo>
                    <a:pt x="187703" y="1434855"/>
                  </a:lnTo>
                  <a:lnTo>
                    <a:pt x="176141" y="1427596"/>
                  </a:lnTo>
                  <a:lnTo>
                    <a:pt x="164806" y="1420111"/>
                  </a:lnTo>
                  <a:lnTo>
                    <a:pt x="153925" y="1412399"/>
                  </a:lnTo>
                  <a:lnTo>
                    <a:pt x="143497" y="1404233"/>
                  </a:lnTo>
                  <a:lnTo>
                    <a:pt x="132843" y="1396067"/>
                  </a:lnTo>
                  <a:lnTo>
                    <a:pt x="122868" y="1387674"/>
                  </a:lnTo>
                  <a:lnTo>
                    <a:pt x="113120" y="1379055"/>
                  </a:lnTo>
                  <a:lnTo>
                    <a:pt x="103826" y="1370208"/>
                  </a:lnTo>
                  <a:lnTo>
                    <a:pt x="94758" y="1361135"/>
                  </a:lnTo>
                  <a:lnTo>
                    <a:pt x="86144" y="1351608"/>
                  </a:lnTo>
                  <a:lnTo>
                    <a:pt x="77756" y="1342081"/>
                  </a:lnTo>
                  <a:lnTo>
                    <a:pt x="69822" y="1332328"/>
                  </a:lnTo>
                  <a:lnTo>
                    <a:pt x="62341" y="1322120"/>
                  </a:lnTo>
                  <a:lnTo>
                    <a:pt x="55086" y="1311913"/>
                  </a:lnTo>
                  <a:lnTo>
                    <a:pt x="48286" y="1301479"/>
                  </a:lnTo>
                  <a:lnTo>
                    <a:pt x="41711" y="1290591"/>
                  </a:lnTo>
                  <a:lnTo>
                    <a:pt x="35817" y="1279703"/>
                  </a:lnTo>
                  <a:lnTo>
                    <a:pt x="30150" y="1268361"/>
                  </a:lnTo>
                  <a:lnTo>
                    <a:pt x="25163" y="1257020"/>
                  </a:lnTo>
                  <a:lnTo>
                    <a:pt x="20402" y="1245225"/>
                  </a:lnTo>
                  <a:lnTo>
                    <a:pt x="16095" y="1233203"/>
                  </a:lnTo>
                  <a:lnTo>
                    <a:pt x="12468" y="1221181"/>
                  </a:lnTo>
                  <a:lnTo>
                    <a:pt x="9068" y="1208932"/>
                  </a:lnTo>
                  <a:lnTo>
                    <a:pt x="6347" y="1196229"/>
                  </a:lnTo>
                  <a:lnTo>
                    <a:pt x="4080" y="1183527"/>
                  </a:lnTo>
                  <a:lnTo>
                    <a:pt x="2493" y="1170371"/>
                  </a:lnTo>
                  <a:lnTo>
                    <a:pt x="907" y="1157215"/>
                  </a:lnTo>
                  <a:lnTo>
                    <a:pt x="226" y="1143605"/>
                  </a:lnTo>
                  <a:lnTo>
                    <a:pt x="0" y="1129995"/>
                  </a:lnTo>
                  <a:lnTo>
                    <a:pt x="453" y="1116158"/>
                  </a:lnTo>
                  <a:lnTo>
                    <a:pt x="1133" y="1102095"/>
                  </a:lnTo>
                  <a:lnTo>
                    <a:pt x="2947" y="1087805"/>
                  </a:lnTo>
                  <a:lnTo>
                    <a:pt x="4760" y="1073288"/>
                  </a:lnTo>
                  <a:lnTo>
                    <a:pt x="7481" y="1058544"/>
                  </a:lnTo>
                  <a:lnTo>
                    <a:pt x="10654" y="1043573"/>
                  </a:lnTo>
                  <a:lnTo>
                    <a:pt x="14508" y="1028375"/>
                  </a:lnTo>
                  <a:lnTo>
                    <a:pt x="19042" y="1012951"/>
                  </a:lnTo>
                  <a:lnTo>
                    <a:pt x="29697" y="978473"/>
                  </a:lnTo>
                  <a:lnTo>
                    <a:pt x="40578" y="944448"/>
                  </a:lnTo>
                  <a:lnTo>
                    <a:pt x="51233" y="911104"/>
                  </a:lnTo>
                  <a:lnTo>
                    <a:pt x="62114" y="878667"/>
                  </a:lnTo>
                  <a:lnTo>
                    <a:pt x="73222" y="846684"/>
                  </a:lnTo>
                  <a:lnTo>
                    <a:pt x="84557" y="815608"/>
                  </a:lnTo>
                  <a:lnTo>
                    <a:pt x="95891" y="785213"/>
                  </a:lnTo>
                  <a:lnTo>
                    <a:pt x="101785" y="770469"/>
                  </a:lnTo>
                  <a:lnTo>
                    <a:pt x="107679" y="755725"/>
                  </a:lnTo>
                  <a:lnTo>
                    <a:pt x="113574" y="741435"/>
                  </a:lnTo>
                  <a:lnTo>
                    <a:pt x="119468" y="727145"/>
                  </a:lnTo>
                  <a:lnTo>
                    <a:pt x="125588" y="713081"/>
                  </a:lnTo>
                  <a:lnTo>
                    <a:pt x="131936" y="699245"/>
                  </a:lnTo>
                  <a:lnTo>
                    <a:pt x="138283" y="685635"/>
                  </a:lnTo>
                  <a:lnTo>
                    <a:pt x="144631" y="672479"/>
                  </a:lnTo>
                  <a:lnTo>
                    <a:pt x="151205" y="659322"/>
                  </a:lnTo>
                  <a:lnTo>
                    <a:pt x="157552" y="646393"/>
                  </a:lnTo>
                  <a:lnTo>
                    <a:pt x="164353" y="633691"/>
                  </a:lnTo>
                  <a:lnTo>
                    <a:pt x="171381" y="621669"/>
                  </a:lnTo>
                  <a:lnTo>
                    <a:pt x="178181" y="609420"/>
                  </a:lnTo>
                  <a:lnTo>
                    <a:pt x="185436" y="597625"/>
                  </a:lnTo>
                  <a:lnTo>
                    <a:pt x="192463" y="585830"/>
                  </a:lnTo>
                  <a:lnTo>
                    <a:pt x="199944" y="574488"/>
                  </a:lnTo>
                  <a:lnTo>
                    <a:pt x="207425" y="563600"/>
                  </a:lnTo>
                  <a:lnTo>
                    <a:pt x="215133" y="552712"/>
                  </a:lnTo>
                  <a:lnTo>
                    <a:pt x="222840" y="542051"/>
                  </a:lnTo>
                  <a:lnTo>
                    <a:pt x="230774" y="531844"/>
                  </a:lnTo>
                  <a:lnTo>
                    <a:pt x="238935" y="521863"/>
                  </a:lnTo>
                  <a:lnTo>
                    <a:pt x="247324" y="512110"/>
                  </a:lnTo>
                  <a:lnTo>
                    <a:pt x="255711" y="502810"/>
                  </a:lnTo>
                  <a:lnTo>
                    <a:pt x="264326" y="493736"/>
                  </a:lnTo>
                  <a:lnTo>
                    <a:pt x="272940" y="484663"/>
                  </a:lnTo>
                  <a:lnTo>
                    <a:pt x="282008" y="476271"/>
                  </a:lnTo>
                  <a:lnTo>
                    <a:pt x="291076" y="468105"/>
                  </a:lnTo>
                  <a:lnTo>
                    <a:pt x="300597" y="460166"/>
                  </a:lnTo>
                  <a:lnTo>
                    <a:pt x="310118" y="452453"/>
                  </a:lnTo>
                  <a:lnTo>
                    <a:pt x="319639" y="445195"/>
                  </a:lnTo>
                  <a:lnTo>
                    <a:pt x="329840" y="438163"/>
                  </a:lnTo>
                  <a:lnTo>
                    <a:pt x="339815" y="431585"/>
                  </a:lnTo>
                  <a:lnTo>
                    <a:pt x="350243" y="425234"/>
                  </a:lnTo>
                  <a:lnTo>
                    <a:pt x="360897" y="419336"/>
                  </a:lnTo>
                  <a:lnTo>
                    <a:pt x="371552" y="413665"/>
                  </a:lnTo>
                  <a:lnTo>
                    <a:pt x="382660" y="408222"/>
                  </a:lnTo>
                  <a:lnTo>
                    <a:pt x="393995" y="403231"/>
                  </a:lnTo>
                  <a:lnTo>
                    <a:pt x="405556" y="398695"/>
                  </a:lnTo>
                  <a:lnTo>
                    <a:pt x="417344" y="394385"/>
                  </a:lnTo>
                  <a:lnTo>
                    <a:pt x="429359" y="390529"/>
                  </a:lnTo>
                  <a:lnTo>
                    <a:pt x="441601" y="386899"/>
                  </a:lnTo>
                  <a:lnTo>
                    <a:pt x="454069" y="383724"/>
                  </a:lnTo>
                  <a:lnTo>
                    <a:pt x="466764" y="380775"/>
                  </a:lnTo>
                  <a:lnTo>
                    <a:pt x="479912" y="378280"/>
                  </a:lnTo>
                  <a:lnTo>
                    <a:pt x="493287" y="376238"/>
                  </a:lnTo>
                  <a:lnTo>
                    <a:pt x="506888" y="374424"/>
                  </a:lnTo>
                  <a:lnTo>
                    <a:pt x="520717" y="373063"/>
                  </a:lnTo>
                  <a:lnTo>
                    <a:pt x="534772" y="372156"/>
                  </a:lnTo>
                  <a:lnTo>
                    <a:pt x="549280" y="371475"/>
                  </a:lnTo>
                  <a:close/>
                  <a:moveTo>
                    <a:pt x="455387" y="0"/>
                  </a:moveTo>
                  <a:lnTo>
                    <a:pt x="463542" y="227"/>
                  </a:lnTo>
                  <a:lnTo>
                    <a:pt x="471471" y="682"/>
                  </a:lnTo>
                  <a:lnTo>
                    <a:pt x="479174" y="1591"/>
                  </a:lnTo>
                  <a:lnTo>
                    <a:pt x="486423" y="2500"/>
                  </a:lnTo>
                  <a:lnTo>
                    <a:pt x="493446" y="3863"/>
                  </a:lnTo>
                  <a:lnTo>
                    <a:pt x="500242" y="5681"/>
                  </a:lnTo>
                  <a:lnTo>
                    <a:pt x="506812" y="7499"/>
                  </a:lnTo>
                  <a:lnTo>
                    <a:pt x="512702" y="9317"/>
                  </a:lnTo>
                  <a:lnTo>
                    <a:pt x="518592" y="11362"/>
                  </a:lnTo>
                  <a:lnTo>
                    <a:pt x="524256" y="13861"/>
                  </a:lnTo>
                  <a:lnTo>
                    <a:pt x="529466" y="16361"/>
                  </a:lnTo>
                  <a:lnTo>
                    <a:pt x="534450" y="18861"/>
                  </a:lnTo>
                  <a:lnTo>
                    <a:pt x="539207" y="21587"/>
                  </a:lnTo>
                  <a:lnTo>
                    <a:pt x="543738" y="24314"/>
                  </a:lnTo>
                  <a:lnTo>
                    <a:pt x="547816" y="27268"/>
                  </a:lnTo>
                  <a:lnTo>
                    <a:pt x="551894" y="29995"/>
                  </a:lnTo>
                  <a:lnTo>
                    <a:pt x="555292" y="32722"/>
                  </a:lnTo>
                  <a:lnTo>
                    <a:pt x="558916" y="35676"/>
                  </a:lnTo>
                  <a:lnTo>
                    <a:pt x="564807" y="40903"/>
                  </a:lnTo>
                  <a:lnTo>
                    <a:pt x="569790" y="45902"/>
                  </a:lnTo>
                  <a:lnTo>
                    <a:pt x="574095" y="50674"/>
                  </a:lnTo>
                  <a:lnTo>
                    <a:pt x="577040" y="54310"/>
                  </a:lnTo>
                  <a:lnTo>
                    <a:pt x="579079" y="57491"/>
                  </a:lnTo>
                  <a:lnTo>
                    <a:pt x="581118" y="59990"/>
                  </a:lnTo>
                  <a:lnTo>
                    <a:pt x="590406" y="51810"/>
                  </a:lnTo>
                  <a:lnTo>
                    <a:pt x="599467" y="44311"/>
                  </a:lnTo>
                  <a:lnTo>
                    <a:pt x="608076" y="37494"/>
                  </a:lnTo>
                  <a:lnTo>
                    <a:pt x="616685" y="31359"/>
                  </a:lnTo>
                  <a:lnTo>
                    <a:pt x="625293" y="25905"/>
                  </a:lnTo>
                  <a:lnTo>
                    <a:pt x="633449" y="21360"/>
                  </a:lnTo>
                  <a:lnTo>
                    <a:pt x="641151" y="17043"/>
                  </a:lnTo>
                  <a:lnTo>
                    <a:pt x="648854" y="13407"/>
                  </a:lnTo>
                  <a:lnTo>
                    <a:pt x="656103" y="10226"/>
                  </a:lnTo>
                  <a:lnTo>
                    <a:pt x="663126" y="7499"/>
                  </a:lnTo>
                  <a:lnTo>
                    <a:pt x="669922" y="5454"/>
                  </a:lnTo>
                  <a:lnTo>
                    <a:pt x="676492" y="3409"/>
                  </a:lnTo>
                  <a:lnTo>
                    <a:pt x="682608" y="2272"/>
                  </a:lnTo>
                  <a:lnTo>
                    <a:pt x="688498" y="1136"/>
                  </a:lnTo>
                  <a:lnTo>
                    <a:pt x="694162" y="454"/>
                  </a:lnTo>
                  <a:lnTo>
                    <a:pt x="699599" y="227"/>
                  </a:lnTo>
                  <a:lnTo>
                    <a:pt x="704583" y="0"/>
                  </a:lnTo>
                  <a:lnTo>
                    <a:pt x="709340" y="227"/>
                  </a:lnTo>
                  <a:lnTo>
                    <a:pt x="713871" y="454"/>
                  </a:lnTo>
                  <a:lnTo>
                    <a:pt x="717949" y="909"/>
                  </a:lnTo>
                  <a:lnTo>
                    <a:pt x="721800" y="1591"/>
                  </a:lnTo>
                  <a:lnTo>
                    <a:pt x="725198" y="2272"/>
                  </a:lnTo>
                  <a:lnTo>
                    <a:pt x="728596" y="3181"/>
                  </a:lnTo>
                  <a:lnTo>
                    <a:pt x="731315" y="3863"/>
                  </a:lnTo>
                  <a:lnTo>
                    <a:pt x="736299" y="5908"/>
                  </a:lnTo>
                  <a:lnTo>
                    <a:pt x="739697" y="7499"/>
                  </a:lnTo>
                  <a:lnTo>
                    <a:pt x="742415" y="8862"/>
                  </a:lnTo>
                  <a:lnTo>
                    <a:pt x="746720" y="13180"/>
                  </a:lnTo>
                  <a:lnTo>
                    <a:pt x="751024" y="17497"/>
                  </a:lnTo>
                  <a:lnTo>
                    <a:pt x="754875" y="22269"/>
                  </a:lnTo>
                  <a:lnTo>
                    <a:pt x="758726" y="27496"/>
                  </a:lnTo>
                  <a:lnTo>
                    <a:pt x="762124" y="32495"/>
                  </a:lnTo>
                  <a:lnTo>
                    <a:pt x="765523" y="37949"/>
                  </a:lnTo>
                  <a:lnTo>
                    <a:pt x="768694" y="43629"/>
                  </a:lnTo>
                  <a:lnTo>
                    <a:pt x="771639" y="49310"/>
                  </a:lnTo>
                  <a:lnTo>
                    <a:pt x="774584" y="54764"/>
                  </a:lnTo>
                  <a:lnTo>
                    <a:pt x="777076" y="60672"/>
                  </a:lnTo>
                  <a:lnTo>
                    <a:pt x="779342" y="66808"/>
                  </a:lnTo>
                  <a:lnTo>
                    <a:pt x="781834" y="72716"/>
                  </a:lnTo>
                  <a:lnTo>
                    <a:pt x="785911" y="84305"/>
                  </a:lnTo>
                  <a:lnTo>
                    <a:pt x="789536" y="95894"/>
                  </a:lnTo>
                  <a:lnTo>
                    <a:pt x="792481" y="106801"/>
                  </a:lnTo>
                  <a:lnTo>
                    <a:pt x="794973" y="117254"/>
                  </a:lnTo>
                  <a:lnTo>
                    <a:pt x="796785" y="126571"/>
                  </a:lnTo>
                  <a:lnTo>
                    <a:pt x="798371" y="134524"/>
                  </a:lnTo>
                  <a:lnTo>
                    <a:pt x="800183" y="146568"/>
                  </a:lnTo>
                  <a:lnTo>
                    <a:pt x="800636" y="150658"/>
                  </a:lnTo>
                  <a:lnTo>
                    <a:pt x="805847" y="149294"/>
                  </a:lnTo>
                  <a:lnTo>
                    <a:pt x="810831" y="147931"/>
                  </a:lnTo>
                  <a:lnTo>
                    <a:pt x="815362" y="146340"/>
                  </a:lnTo>
                  <a:lnTo>
                    <a:pt x="820119" y="144522"/>
                  </a:lnTo>
                  <a:lnTo>
                    <a:pt x="824197" y="142705"/>
                  </a:lnTo>
                  <a:lnTo>
                    <a:pt x="828275" y="140887"/>
                  </a:lnTo>
                  <a:lnTo>
                    <a:pt x="832352" y="139069"/>
                  </a:lnTo>
                  <a:lnTo>
                    <a:pt x="835750" y="136796"/>
                  </a:lnTo>
                  <a:lnTo>
                    <a:pt x="839375" y="134751"/>
                  </a:lnTo>
                  <a:lnTo>
                    <a:pt x="842547" y="132706"/>
                  </a:lnTo>
                  <a:lnTo>
                    <a:pt x="848663" y="128389"/>
                  </a:lnTo>
                  <a:lnTo>
                    <a:pt x="853647" y="124071"/>
                  </a:lnTo>
                  <a:lnTo>
                    <a:pt x="858405" y="119754"/>
                  </a:lnTo>
                  <a:lnTo>
                    <a:pt x="862482" y="115663"/>
                  </a:lnTo>
                  <a:lnTo>
                    <a:pt x="865654" y="111800"/>
                  </a:lnTo>
                  <a:lnTo>
                    <a:pt x="868372" y="108392"/>
                  </a:lnTo>
                  <a:lnTo>
                    <a:pt x="870638" y="105211"/>
                  </a:lnTo>
                  <a:lnTo>
                    <a:pt x="873130" y="100439"/>
                  </a:lnTo>
                  <a:lnTo>
                    <a:pt x="874036" y="98848"/>
                  </a:lnTo>
                  <a:lnTo>
                    <a:pt x="875395" y="106347"/>
                  </a:lnTo>
                  <a:lnTo>
                    <a:pt x="876755" y="113846"/>
                  </a:lnTo>
                  <a:lnTo>
                    <a:pt x="877434" y="121117"/>
                  </a:lnTo>
                  <a:lnTo>
                    <a:pt x="877887" y="128389"/>
                  </a:lnTo>
                  <a:lnTo>
                    <a:pt x="877887" y="135433"/>
                  </a:lnTo>
                  <a:lnTo>
                    <a:pt x="877434" y="142250"/>
                  </a:lnTo>
                  <a:lnTo>
                    <a:pt x="876755" y="149067"/>
                  </a:lnTo>
                  <a:lnTo>
                    <a:pt x="875622" y="155884"/>
                  </a:lnTo>
                  <a:lnTo>
                    <a:pt x="874263" y="162474"/>
                  </a:lnTo>
                  <a:lnTo>
                    <a:pt x="872903" y="168837"/>
                  </a:lnTo>
                  <a:lnTo>
                    <a:pt x="870864" y="175199"/>
                  </a:lnTo>
                  <a:lnTo>
                    <a:pt x="868599" y="181335"/>
                  </a:lnTo>
                  <a:lnTo>
                    <a:pt x="866334" y="187243"/>
                  </a:lnTo>
                  <a:lnTo>
                    <a:pt x="863615" y="193378"/>
                  </a:lnTo>
                  <a:lnTo>
                    <a:pt x="860670" y="199287"/>
                  </a:lnTo>
                  <a:lnTo>
                    <a:pt x="857725" y="204967"/>
                  </a:lnTo>
                  <a:lnTo>
                    <a:pt x="854327" y="210421"/>
                  </a:lnTo>
                  <a:lnTo>
                    <a:pt x="850702" y="215875"/>
                  </a:lnTo>
                  <a:lnTo>
                    <a:pt x="847078" y="221328"/>
                  </a:lnTo>
                  <a:lnTo>
                    <a:pt x="843000" y="226328"/>
                  </a:lnTo>
                  <a:lnTo>
                    <a:pt x="838922" y="231554"/>
                  </a:lnTo>
                  <a:lnTo>
                    <a:pt x="834844" y="236553"/>
                  </a:lnTo>
                  <a:lnTo>
                    <a:pt x="830313" y="241325"/>
                  </a:lnTo>
                  <a:lnTo>
                    <a:pt x="826009" y="246097"/>
                  </a:lnTo>
                  <a:lnTo>
                    <a:pt x="821252" y="250869"/>
                  </a:lnTo>
                  <a:lnTo>
                    <a:pt x="816494" y="255187"/>
                  </a:lnTo>
                  <a:lnTo>
                    <a:pt x="811737" y="259731"/>
                  </a:lnTo>
                  <a:lnTo>
                    <a:pt x="806753" y="264049"/>
                  </a:lnTo>
                  <a:lnTo>
                    <a:pt x="796785" y="272229"/>
                  </a:lnTo>
                  <a:lnTo>
                    <a:pt x="786364" y="279955"/>
                  </a:lnTo>
                  <a:lnTo>
                    <a:pt x="776170" y="287227"/>
                  </a:lnTo>
                  <a:lnTo>
                    <a:pt x="765749" y="294044"/>
                  </a:lnTo>
                  <a:lnTo>
                    <a:pt x="755328" y="300180"/>
                  </a:lnTo>
                  <a:lnTo>
                    <a:pt x="745360" y="305860"/>
                  </a:lnTo>
                  <a:lnTo>
                    <a:pt x="735619" y="311314"/>
                  </a:lnTo>
                  <a:lnTo>
                    <a:pt x="725878" y="316313"/>
                  </a:lnTo>
                  <a:lnTo>
                    <a:pt x="717043" y="320631"/>
                  </a:lnTo>
                  <a:lnTo>
                    <a:pt x="708661" y="324721"/>
                  </a:lnTo>
                  <a:lnTo>
                    <a:pt x="700732" y="327902"/>
                  </a:lnTo>
                  <a:lnTo>
                    <a:pt x="693709" y="331084"/>
                  </a:lnTo>
                  <a:lnTo>
                    <a:pt x="681929" y="335628"/>
                  </a:lnTo>
                  <a:lnTo>
                    <a:pt x="674453" y="338583"/>
                  </a:lnTo>
                  <a:lnTo>
                    <a:pt x="671961" y="339492"/>
                  </a:lnTo>
                  <a:lnTo>
                    <a:pt x="658142" y="336083"/>
                  </a:lnTo>
                  <a:lnTo>
                    <a:pt x="644776" y="333583"/>
                  </a:lnTo>
                  <a:lnTo>
                    <a:pt x="632089" y="331311"/>
                  </a:lnTo>
                  <a:lnTo>
                    <a:pt x="619630" y="329266"/>
                  </a:lnTo>
                  <a:lnTo>
                    <a:pt x="607623" y="327675"/>
                  </a:lnTo>
                  <a:lnTo>
                    <a:pt x="596069" y="326539"/>
                  </a:lnTo>
                  <a:lnTo>
                    <a:pt x="584969" y="325630"/>
                  </a:lnTo>
                  <a:lnTo>
                    <a:pt x="574548" y="324948"/>
                  </a:lnTo>
                  <a:lnTo>
                    <a:pt x="564127" y="324494"/>
                  </a:lnTo>
                  <a:lnTo>
                    <a:pt x="554612" y="324494"/>
                  </a:lnTo>
                  <a:lnTo>
                    <a:pt x="545324" y="324494"/>
                  </a:lnTo>
                  <a:lnTo>
                    <a:pt x="536715" y="324948"/>
                  </a:lnTo>
                  <a:lnTo>
                    <a:pt x="528333" y="325403"/>
                  </a:lnTo>
                  <a:lnTo>
                    <a:pt x="520178" y="326085"/>
                  </a:lnTo>
                  <a:lnTo>
                    <a:pt x="512702" y="326766"/>
                  </a:lnTo>
                  <a:lnTo>
                    <a:pt x="505679" y="327675"/>
                  </a:lnTo>
                  <a:lnTo>
                    <a:pt x="499109" y="328811"/>
                  </a:lnTo>
                  <a:lnTo>
                    <a:pt x="492993" y="329948"/>
                  </a:lnTo>
                  <a:lnTo>
                    <a:pt x="487329" y="331311"/>
                  </a:lnTo>
                  <a:lnTo>
                    <a:pt x="481892" y="332447"/>
                  </a:lnTo>
                  <a:lnTo>
                    <a:pt x="472604" y="334947"/>
                  </a:lnTo>
                  <a:lnTo>
                    <a:pt x="465128" y="337219"/>
                  </a:lnTo>
                  <a:lnTo>
                    <a:pt x="459012" y="339719"/>
                  </a:lnTo>
                  <a:lnTo>
                    <a:pt x="454934" y="341309"/>
                  </a:lnTo>
                  <a:lnTo>
                    <a:pt x="451536" y="342900"/>
                  </a:lnTo>
                  <a:lnTo>
                    <a:pt x="445646" y="337219"/>
                  </a:lnTo>
                  <a:lnTo>
                    <a:pt x="439529" y="331311"/>
                  </a:lnTo>
                  <a:lnTo>
                    <a:pt x="425710" y="318813"/>
                  </a:lnTo>
                  <a:lnTo>
                    <a:pt x="410532" y="305860"/>
                  </a:lnTo>
                  <a:lnTo>
                    <a:pt x="394221" y="292454"/>
                  </a:lnTo>
                  <a:lnTo>
                    <a:pt x="377456" y="279274"/>
                  </a:lnTo>
                  <a:lnTo>
                    <a:pt x="360239" y="266094"/>
                  </a:lnTo>
                  <a:lnTo>
                    <a:pt x="343249" y="252914"/>
                  </a:lnTo>
                  <a:lnTo>
                    <a:pt x="326258" y="240416"/>
                  </a:lnTo>
                  <a:lnTo>
                    <a:pt x="295222" y="217693"/>
                  </a:lnTo>
                  <a:lnTo>
                    <a:pt x="269849" y="199514"/>
                  </a:lnTo>
                  <a:lnTo>
                    <a:pt x="252405" y="187243"/>
                  </a:lnTo>
                  <a:lnTo>
                    <a:pt x="246062" y="183153"/>
                  </a:lnTo>
                  <a:lnTo>
                    <a:pt x="251726" y="176563"/>
                  </a:lnTo>
                  <a:lnTo>
                    <a:pt x="257616" y="170655"/>
                  </a:lnTo>
                  <a:lnTo>
                    <a:pt x="263506" y="165428"/>
                  </a:lnTo>
                  <a:lnTo>
                    <a:pt x="269623" y="160656"/>
                  </a:lnTo>
                  <a:lnTo>
                    <a:pt x="275286" y="156339"/>
                  </a:lnTo>
                  <a:lnTo>
                    <a:pt x="281629" y="152476"/>
                  </a:lnTo>
                  <a:lnTo>
                    <a:pt x="287746" y="149294"/>
                  </a:lnTo>
                  <a:lnTo>
                    <a:pt x="293863" y="146568"/>
                  </a:lnTo>
                  <a:lnTo>
                    <a:pt x="299979" y="144068"/>
                  </a:lnTo>
                  <a:lnTo>
                    <a:pt x="306096" y="142023"/>
                  </a:lnTo>
                  <a:lnTo>
                    <a:pt x="311986" y="140432"/>
                  </a:lnTo>
                  <a:lnTo>
                    <a:pt x="317876" y="139069"/>
                  </a:lnTo>
                  <a:lnTo>
                    <a:pt x="323766" y="138160"/>
                  </a:lnTo>
                  <a:lnTo>
                    <a:pt x="329656" y="137024"/>
                  </a:lnTo>
                  <a:lnTo>
                    <a:pt x="335093" y="136569"/>
                  </a:lnTo>
                  <a:lnTo>
                    <a:pt x="340530" y="136342"/>
                  </a:lnTo>
                  <a:lnTo>
                    <a:pt x="345967" y="136342"/>
                  </a:lnTo>
                  <a:lnTo>
                    <a:pt x="350951" y="136569"/>
                  </a:lnTo>
                  <a:lnTo>
                    <a:pt x="355708" y="136796"/>
                  </a:lnTo>
                  <a:lnTo>
                    <a:pt x="360466" y="137251"/>
                  </a:lnTo>
                  <a:lnTo>
                    <a:pt x="368848" y="138614"/>
                  </a:lnTo>
                  <a:lnTo>
                    <a:pt x="376097" y="139978"/>
                  </a:lnTo>
                  <a:lnTo>
                    <a:pt x="382214" y="141341"/>
                  </a:lnTo>
                  <a:lnTo>
                    <a:pt x="386518" y="142705"/>
                  </a:lnTo>
                  <a:lnTo>
                    <a:pt x="390369" y="143841"/>
                  </a:lnTo>
                  <a:lnTo>
                    <a:pt x="389916" y="135888"/>
                  </a:lnTo>
                  <a:lnTo>
                    <a:pt x="389916" y="127934"/>
                  </a:lnTo>
                  <a:lnTo>
                    <a:pt x="390369" y="120208"/>
                  </a:lnTo>
                  <a:lnTo>
                    <a:pt x="391049" y="112482"/>
                  </a:lnTo>
                  <a:lnTo>
                    <a:pt x="392182" y="105211"/>
                  </a:lnTo>
                  <a:lnTo>
                    <a:pt x="393767" y="98166"/>
                  </a:lnTo>
                  <a:lnTo>
                    <a:pt x="395580" y="91122"/>
                  </a:lnTo>
                  <a:lnTo>
                    <a:pt x="397619" y="84305"/>
                  </a:lnTo>
                  <a:lnTo>
                    <a:pt x="399884" y="77942"/>
                  </a:lnTo>
                  <a:lnTo>
                    <a:pt x="402376" y="71807"/>
                  </a:lnTo>
                  <a:lnTo>
                    <a:pt x="405095" y="65671"/>
                  </a:lnTo>
                  <a:lnTo>
                    <a:pt x="407813" y="59763"/>
                  </a:lnTo>
                  <a:lnTo>
                    <a:pt x="410985" y="54310"/>
                  </a:lnTo>
                  <a:lnTo>
                    <a:pt x="413930" y="49083"/>
                  </a:lnTo>
                  <a:lnTo>
                    <a:pt x="417101" y="43857"/>
                  </a:lnTo>
                  <a:lnTo>
                    <a:pt x="420273" y="39085"/>
                  </a:lnTo>
                  <a:lnTo>
                    <a:pt x="423444" y="34540"/>
                  </a:lnTo>
                  <a:lnTo>
                    <a:pt x="426616" y="30222"/>
                  </a:lnTo>
                  <a:lnTo>
                    <a:pt x="432959" y="22496"/>
                  </a:lnTo>
                  <a:lnTo>
                    <a:pt x="438849" y="15679"/>
                  </a:lnTo>
                  <a:lnTo>
                    <a:pt x="444060" y="10226"/>
                  </a:lnTo>
                  <a:lnTo>
                    <a:pt x="448817" y="5908"/>
                  </a:lnTo>
                  <a:lnTo>
                    <a:pt x="452215" y="2500"/>
                  </a:lnTo>
                  <a:lnTo>
                    <a:pt x="4553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74763" y="4702666"/>
            <a:ext cx="501649" cy="501650"/>
            <a:chOff x="10198100" y="2925763"/>
            <a:chExt cx="1003300" cy="1003300"/>
          </a:xfrm>
        </p:grpSpPr>
        <p:sp>
          <p:nvSpPr>
            <p:cNvPr id="33" name="流程图: 联系 17"/>
            <p:cNvSpPr>
              <a:spLocks noChangeArrowheads="1"/>
            </p:cNvSpPr>
            <p:nvPr/>
          </p:nvSpPr>
          <p:spPr bwMode="auto">
            <a:xfrm>
              <a:off x="10198100" y="2925763"/>
              <a:ext cx="1003300" cy="1003300"/>
            </a:xfrm>
            <a:prstGeom prst="flowChartConnector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4" name="KSO_Shape"/>
            <p:cNvSpPr>
              <a:spLocks noChangeArrowheads="1"/>
            </p:cNvSpPr>
            <p:nvPr/>
          </p:nvSpPr>
          <p:spPr bwMode="auto">
            <a:xfrm>
              <a:off x="10410825" y="3141663"/>
              <a:ext cx="596900" cy="596900"/>
            </a:xfrm>
            <a:custGeom>
              <a:avLst/>
              <a:gdLst>
                <a:gd name="T0" fmla="*/ 59578 w 2298700"/>
                <a:gd name="T1" fmla="*/ 87378 h 2298700"/>
                <a:gd name="T2" fmla="*/ 60662 w 2298700"/>
                <a:gd name="T3" fmla="*/ 123017 h 2298700"/>
                <a:gd name="T4" fmla="*/ 58708 w 2298700"/>
                <a:gd name="T5" fmla="*/ 125942 h 2298700"/>
                <a:gd name="T6" fmla="*/ 31864 w 2298700"/>
                <a:gd name="T7" fmla="*/ 126125 h 2298700"/>
                <a:gd name="T8" fmla="*/ 29620 w 2298700"/>
                <a:gd name="T9" fmla="*/ 123385 h 2298700"/>
                <a:gd name="T10" fmla="*/ 30399 w 2298700"/>
                <a:gd name="T11" fmla="*/ 87653 h 2298700"/>
                <a:gd name="T12" fmla="*/ 78821 w 2298700"/>
                <a:gd name="T13" fmla="*/ 60907 h 2298700"/>
                <a:gd name="T14" fmla="*/ 105315 w 2298700"/>
                <a:gd name="T15" fmla="*/ 62284 h 2298700"/>
                <a:gd name="T16" fmla="*/ 106094 w 2298700"/>
                <a:gd name="T17" fmla="*/ 123385 h 2298700"/>
                <a:gd name="T18" fmla="*/ 103881 w 2298700"/>
                <a:gd name="T19" fmla="*/ 126125 h 2298700"/>
                <a:gd name="T20" fmla="*/ 77020 w 2298700"/>
                <a:gd name="T21" fmla="*/ 125942 h 2298700"/>
                <a:gd name="T22" fmla="*/ 75067 w 2298700"/>
                <a:gd name="T23" fmla="*/ 123018 h 2298700"/>
                <a:gd name="T24" fmla="*/ 76150 w 2298700"/>
                <a:gd name="T25" fmla="*/ 61993 h 2298700"/>
                <a:gd name="T26" fmla="*/ 147798 w 2298700"/>
                <a:gd name="T27" fmla="*/ 30400 h 2298700"/>
                <a:gd name="T28" fmla="*/ 150929 w 2298700"/>
                <a:gd name="T29" fmla="*/ 32068 h 2298700"/>
                <a:gd name="T30" fmla="*/ 151418 w 2298700"/>
                <a:gd name="T31" fmla="*/ 123754 h 2298700"/>
                <a:gd name="T32" fmla="*/ 148928 w 2298700"/>
                <a:gd name="T33" fmla="*/ 126232 h 2298700"/>
                <a:gd name="T34" fmla="*/ 122087 w 2298700"/>
                <a:gd name="T35" fmla="*/ 125774 h 2298700"/>
                <a:gd name="T36" fmla="*/ 120422 w 2298700"/>
                <a:gd name="T37" fmla="*/ 122622 h 2298700"/>
                <a:gd name="T38" fmla="*/ 121797 w 2298700"/>
                <a:gd name="T39" fmla="*/ 31257 h 2298700"/>
                <a:gd name="T40" fmla="*/ 98773 w 2298700"/>
                <a:gd name="T41" fmla="*/ 2569 h 2298700"/>
                <a:gd name="T42" fmla="*/ 100729 w 2298700"/>
                <a:gd name="T43" fmla="*/ 3258 h 2298700"/>
                <a:gd name="T44" fmla="*/ 101951 w 2298700"/>
                <a:gd name="T45" fmla="*/ 4896 h 2298700"/>
                <a:gd name="T46" fmla="*/ 103846 w 2298700"/>
                <a:gd name="T47" fmla="*/ 34334 h 2298700"/>
                <a:gd name="T48" fmla="*/ 101401 w 2298700"/>
                <a:gd name="T49" fmla="*/ 36630 h 2298700"/>
                <a:gd name="T50" fmla="*/ 98391 w 2298700"/>
                <a:gd name="T51" fmla="*/ 36125 h 2298700"/>
                <a:gd name="T52" fmla="*/ 96939 w 2298700"/>
                <a:gd name="T53" fmla="*/ 33967 h 2298700"/>
                <a:gd name="T54" fmla="*/ 90950 w 2298700"/>
                <a:gd name="T55" fmla="*/ 24093 h 2298700"/>
                <a:gd name="T56" fmla="*/ 81889 w 2298700"/>
                <a:gd name="T57" fmla="*/ 34227 h 2298700"/>
                <a:gd name="T58" fmla="*/ 68106 w 2298700"/>
                <a:gd name="T59" fmla="*/ 45157 h 2298700"/>
                <a:gd name="T60" fmla="*/ 56249 w 2298700"/>
                <a:gd name="T61" fmla="*/ 51480 h 2298700"/>
                <a:gd name="T62" fmla="*/ 46027 w 2298700"/>
                <a:gd name="T63" fmla="*/ 55154 h 2298700"/>
                <a:gd name="T64" fmla="*/ 35300 w 2298700"/>
                <a:gd name="T65" fmla="*/ 57511 h 2298700"/>
                <a:gd name="T66" fmla="*/ 27248 w 2298700"/>
                <a:gd name="T67" fmla="*/ 58154 h 2298700"/>
                <a:gd name="T68" fmla="*/ 25231 w 2298700"/>
                <a:gd name="T69" fmla="*/ 56562 h 2298700"/>
                <a:gd name="T70" fmla="*/ 24895 w 2298700"/>
                <a:gd name="T71" fmla="*/ 53607 h 2298700"/>
                <a:gd name="T72" fmla="*/ 27324 w 2298700"/>
                <a:gd name="T73" fmla="*/ 51250 h 2298700"/>
                <a:gd name="T74" fmla="*/ 36125 w 2298700"/>
                <a:gd name="T75" fmla="*/ 50071 h 2298700"/>
                <a:gd name="T76" fmla="*/ 45843 w 2298700"/>
                <a:gd name="T77" fmla="*/ 47668 h 2298700"/>
                <a:gd name="T78" fmla="*/ 55057 w 2298700"/>
                <a:gd name="T79" fmla="*/ 44116 h 2298700"/>
                <a:gd name="T80" fmla="*/ 66731 w 2298700"/>
                <a:gd name="T81" fmla="*/ 37411 h 2298700"/>
                <a:gd name="T82" fmla="*/ 79016 w 2298700"/>
                <a:gd name="T83" fmla="*/ 26894 h 2298700"/>
                <a:gd name="T84" fmla="*/ 86488 w 2298700"/>
                <a:gd name="T85" fmla="*/ 18015 h 2298700"/>
                <a:gd name="T86" fmla="*/ 73301 w 2298700"/>
                <a:gd name="T87" fmla="*/ 19148 h 2298700"/>
                <a:gd name="T88" fmla="*/ 70398 w 2298700"/>
                <a:gd name="T89" fmla="*/ 17464 h 2298700"/>
                <a:gd name="T90" fmla="*/ 70169 w 2298700"/>
                <a:gd name="T91" fmla="*/ 14050 h 2298700"/>
                <a:gd name="T92" fmla="*/ 97520 w 2298700"/>
                <a:gd name="T93" fmla="*/ 2722 h 2298700"/>
                <a:gd name="T94" fmla="*/ 8657 w 2298700"/>
                <a:gd name="T95" fmla="*/ 230 h 2298700"/>
                <a:gd name="T96" fmla="*/ 11578 w 2298700"/>
                <a:gd name="T97" fmla="*/ 1820 h 2298700"/>
                <a:gd name="T98" fmla="*/ 13429 w 2298700"/>
                <a:gd name="T99" fmla="*/ 4558 h 2298700"/>
                <a:gd name="T100" fmla="*/ 148420 w 2298700"/>
                <a:gd name="T101" fmla="*/ 141139 h 2298700"/>
                <a:gd name="T102" fmla="*/ 151662 w 2298700"/>
                <a:gd name="T103" fmla="*/ 142133 h 2298700"/>
                <a:gd name="T104" fmla="*/ 153987 w 2298700"/>
                <a:gd name="T105" fmla="*/ 144458 h 2298700"/>
                <a:gd name="T106" fmla="*/ 154981 w 2298700"/>
                <a:gd name="T107" fmla="*/ 147716 h 2298700"/>
                <a:gd name="T108" fmla="*/ 154323 w 2298700"/>
                <a:gd name="T109" fmla="*/ 151066 h 2298700"/>
                <a:gd name="T110" fmla="*/ 152212 w 2298700"/>
                <a:gd name="T111" fmla="*/ 153604 h 2298700"/>
                <a:gd name="T112" fmla="*/ 149123 w 2298700"/>
                <a:gd name="T113" fmla="*/ 154920 h 2298700"/>
                <a:gd name="T114" fmla="*/ 4864 w 2298700"/>
                <a:gd name="T115" fmla="*/ 154690 h 2298700"/>
                <a:gd name="T116" fmla="*/ 2004 w 2298700"/>
                <a:gd name="T117" fmla="*/ 152962 h 2298700"/>
                <a:gd name="T118" fmla="*/ 306 w 2298700"/>
                <a:gd name="T119" fmla="*/ 150133 h 2298700"/>
                <a:gd name="T120" fmla="*/ 61 w 2298700"/>
                <a:gd name="T121" fmla="*/ 5889 h 2298700"/>
                <a:gd name="T122" fmla="*/ 1361 w 2298700"/>
                <a:gd name="T123" fmla="*/ 2799 h 2298700"/>
                <a:gd name="T124" fmla="*/ 3900 w 2298700"/>
                <a:gd name="T125" fmla="*/ 703 h 229870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298700"/>
                <a:gd name="T190" fmla="*/ 0 h 2298700"/>
                <a:gd name="T191" fmla="*/ 2298700 w 2298700"/>
                <a:gd name="T192" fmla="*/ 2298700 h 229870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298700" h="2298700">
                  <a:moveTo>
                    <a:pt x="494084" y="1279525"/>
                  </a:moveTo>
                  <a:lnTo>
                    <a:pt x="844179" y="1279525"/>
                  </a:lnTo>
                  <a:lnTo>
                    <a:pt x="849841" y="1279752"/>
                  </a:lnTo>
                  <a:lnTo>
                    <a:pt x="855502" y="1280660"/>
                  </a:lnTo>
                  <a:lnTo>
                    <a:pt x="860710" y="1282023"/>
                  </a:lnTo>
                  <a:lnTo>
                    <a:pt x="865692" y="1283839"/>
                  </a:lnTo>
                  <a:lnTo>
                    <a:pt x="870674" y="1286109"/>
                  </a:lnTo>
                  <a:lnTo>
                    <a:pt x="875203" y="1289061"/>
                  </a:lnTo>
                  <a:lnTo>
                    <a:pt x="879732" y="1292467"/>
                  </a:lnTo>
                  <a:lnTo>
                    <a:pt x="883582" y="1295872"/>
                  </a:lnTo>
                  <a:lnTo>
                    <a:pt x="887205" y="1299959"/>
                  </a:lnTo>
                  <a:lnTo>
                    <a:pt x="890602" y="1304273"/>
                  </a:lnTo>
                  <a:lnTo>
                    <a:pt x="893320" y="1308814"/>
                  </a:lnTo>
                  <a:lnTo>
                    <a:pt x="895584" y="1313809"/>
                  </a:lnTo>
                  <a:lnTo>
                    <a:pt x="897396" y="1319031"/>
                  </a:lnTo>
                  <a:lnTo>
                    <a:pt x="898981" y="1324480"/>
                  </a:lnTo>
                  <a:lnTo>
                    <a:pt x="899660" y="1329702"/>
                  </a:lnTo>
                  <a:lnTo>
                    <a:pt x="900113" y="1335378"/>
                  </a:lnTo>
                  <a:lnTo>
                    <a:pt x="900113" y="1818531"/>
                  </a:lnTo>
                  <a:lnTo>
                    <a:pt x="899660" y="1824434"/>
                  </a:lnTo>
                  <a:lnTo>
                    <a:pt x="898981" y="1829883"/>
                  </a:lnTo>
                  <a:lnTo>
                    <a:pt x="897396" y="1835332"/>
                  </a:lnTo>
                  <a:lnTo>
                    <a:pt x="895584" y="1840554"/>
                  </a:lnTo>
                  <a:lnTo>
                    <a:pt x="893320" y="1845322"/>
                  </a:lnTo>
                  <a:lnTo>
                    <a:pt x="890602" y="1850090"/>
                  </a:lnTo>
                  <a:lnTo>
                    <a:pt x="887205" y="1854404"/>
                  </a:lnTo>
                  <a:lnTo>
                    <a:pt x="883582" y="1858264"/>
                  </a:lnTo>
                  <a:lnTo>
                    <a:pt x="879732" y="1861897"/>
                  </a:lnTo>
                  <a:lnTo>
                    <a:pt x="875203" y="1865302"/>
                  </a:lnTo>
                  <a:lnTo>
                    <a:pt x="870674" y="1867800"/>
                  </a:lnTo>
                  <a:lnTo>
                    <a:pt x="865692" y="1870524"/>
                  </a:lnTo>
                  <a:lnTo>
                    <a:pt x="860710" y="1872114"/>
                  </a:lnTo>
                  <a:lnTo>
                    <a:pt x="855502" y="1873476"/>
                  </a:lnTo>
                  <a:lnTo>
                    <a:pt x="849841" y="1874611"/>
                  </a:lnTo>
                  <a:lnTo>
                    <a:pt x="844179" y="1874838"/>
                  </a:lnTo>
                  <a:lnTo>
                    <a:pt x="494084" y="1874838"/>
                  </a:lnTo>
                  <a:lnTo>
                    <a:pt x="488423" y="1874611"/>
                  </a:lnTo>
                  <a:lnTo>
                    <a:pt x="482761" y="1873476"/>
                  </a:lnTo>
                  <a:lnTo>
                    <a:pt x="477326" y="1872114"/>
                  </a:lnTo>
                  <a:lnTo>
                    <a:pt x="472571" y="1870524"/>
                  </a:lnTo>
                  <a:lnTo>
                    <a:pt x="467589" y="1867800"/>
                  </a:lnTo>
                  <a:lnTo>
                    <a:pt x="463060" y="1865302"/>
                  </a:lnTo>
                  <a:lnTo>
                    <a:pt x="458531" y="1861897"/>
                  </a:lnTo>
                  <a:lnTo>
                    <a:pt x="454455" y="1858264"/>
                  </a:lnTo>
                  <a:lnTo>
                    <a:pt x="450831" y="1854404"/>
                  </a:lnTo>
                  <a:lnTo>
                    <a:pt x="447661" y="1850090"/>
                  </a:lnTo>
                  <a:lnTo>
                    <a:pt x="444944" y="1845322"/>
                  </a:lnTo>
                  <a:lnTo>
                    <a:pt x="442679" y="1840554"/>
                  </a:lnTo>
                  <a:lnTo>
                    <a:pt x="440868" y="1835332"/>
                  </a:lnTo>
                  <a:lnTo>
                    <a:pt x="439282" y="1829883"/>
                  </a:lnTo>
                  <a:lnTo>
                    <a:pt x="438603" y="1824434"/>
                  </a:lnTo>
                  <a:lnTo>
                    <a:pt x="438150" y="1818531"/>
                  </a:lnTo>
                  <a:lnTo>
                    <a:pt x="438150" y="1335378"/>
                  </a:lnTo>
                  <a:lnTo>
                    <a:pt x="438603" y="1329702"/>
                  </a:lnTo>
                  <a:lnTo>
                    <a:pt x="439282" y="1324480"/>
                  </a:lnTo>
                  <a:lnTo>
                    <a:pt x="440868" y="1319031"/>
                  </a:lnTo>
                  <a:lnTo>
                    <a:pt x="442679" y="1313809"/>
                  </a:lnTo>
                  <a:lnTo>
                    <a:pt x="444944" y="1308814"/>
                  </a:lnTo>
                  <a:lnTo>
                    <a:pt x="447661" y="1304273"/>
                  </a:lnTo>
                  <a:lnTo>
                    <a:pt x="450831" y="1299959"/>
                  </a:lnTo>
                  <a:lnTo>
                    <a:pt x="454455" y="1295872"/>
                  </a:lnTo>
                  <a:lnTo>
                    <a:pt x="458531" y="1292467"/>
                  </a:lnTo>
                  <a:lnTo>
                    <a:pt x="463060" y="1289061"/>
                  </a:lnTo>
                  <a:lnTo>
                    <a:pt x="467589" y="1286109"/>
                  </a:lnTo>
                  <a:lnTo>
                    <a:pt x="472571" y="1283839"/>
                  </a:lnTo>
                  <a:lnTo>
                    <a:pt x="477326" y="1282023"/>
                  </a:lnTo>
                  <a:lnTo>
                    <a:pt x="482761" y="1280660"/>
                  </a:lnTo>
                  <a:lnTo>
                    <a:pt x="488423" y="1279752"/>
                  </a:lnTo>
                  <a:lnTo>
                    <a:pt x="494084" y="1279525"/>
                  </a:lnTo>
                  <a:close/>
                  <a:moveTo>
                    <a:pt x="1168971" y="903287"/>
                  </a:moveTo>
                  <a:lnTo>
                    <a:pt x="1518668" y="903287"/>
                  </a:lnTo>
                  <a:lnTo>
                    <a:pt x="1524553" y="903514"/>
                  </a:lnTo>
                  <a:lnTo>
                    <a:pt x="1529985" y="904195"/>
                  </a:lnTo>
                  <a:lnTo>
                    <a:pt x="1535418" y="905557"/>
                  </a:lnTo>
                  <a:lnTo>
                    <a:pt x="1540624" y="907600"/>
                  </a:lnTo>
                  <a:lnTo>
                    <a:pt x="1545377" y="909870"/>
                  </a:lnTo>
                  <a:lnTo>
                    <a:pt x="1550130" y="912821"/>
                  </a:lnTo>
                  <a:lnTo>
                    <a:pt x="1554430" y="915999"/>
                  </a:lnTo>
                  <a:lnTo>
                    <a:pt x="1558278" y="919404"/>
                  </a:lnTo>
                  <a:lnTo>
                    <a:pt x="1561900" y="923717"/>
                  </a:lnTo>
                  <a:lnTo>
                    <a:pt x="1565295" y="927803"/>
                  </a:lnTo>
                  <a:lnTo>
                    <a:pt x="1567784" y="932343"/>
                  </a:lnTo>
                  <a:lnTo>
                    <a:pt x="1570274" y="937337"/>
                  </a:lnTo>
                  <a:lnTo>
                    <a:pt x="1572085" y="942558"/>
                  </a:lnTo>
                  <a:lnTo>
                    <a:pt x="1573443" y="948006"/>
                  </a:lnTo>
                  <a:lnTo>
                    <a:pt x="1574575" y="953681"/>
                  </a:lnTo>
                  <a:lnTo>
                    <a:pt x="1574801" y="959355"/>
                  </a:lnTo>
                  <a:lnTo>
                    <a:pt x="1574801" y="1818542"/>
                  </a:lnTo>
                  <a:lnTo>
                    <a:pt x="1574575" y="1824444"/>
                  </a:lnTo>
                  <a:lnTo>
                    <a:pt x="1573443" y="1829892"/>
                  </a:lnTo>
                  <a:lnTo>
                    <a:pt x="1572085" y="1835340"/>
                  </a:lnTo>
                  <a:lnTo>
                    <a:pt x="1570274" y="1840560"/>
                  </a:lnTo>
                  <a:lnTo>
                    <a:pt x="1567784" y="1845327"/>
                  </a:lnTo>
                  <a:lnTo>
                    <a:pt x="1565295" y="1850094"/>
                  </a:lnTo>
                  <a:lnTo>
                    <a:pt x="1561900" y="1854407"/>
                  </a:lnTo>
                  <a:lnTo>
                    <a:pt x="1558278" y="1858266"/>
                  </a:lnTo>
                  <a:lnTo>
                    <a:pt x="1554430" y="1861898"/>
                  </a:lnTo>
                  <a:lnTo>
                    <a:pt x="1550130" y="1865303"/>
                  </a:lnTo>
                  <a:lnTo>
                    <a:pt x="1545377" y="1867800"/>
                  </a:lnTo>
                  <a:lnTo>
                    <a:pt x="1540624" y="1870524"/>
                  </a:lnTo>
                  <a:lnTo>
                    <a:pt x="1535418" y="1872113"/>
                  </a:lnTo>
                  <a:lnTo>
                    <a:pt x="1529985" y="1873475"/>
                  </a:lnTo>
                  <a:lnTo>
                    <a:pt x="1524553" y="1874610"/>
                  </a:lnTo>
                  <a:lnTo>
                    <a:pt x="1518668" y="1874837"/>
                  </a:lnTo>
                  <a:lnTo>
                    <a:pt x="1168971" y="1874837"/>
                  </a:lnTo>
                  <a:lnTo>
                    <a:pt x="1163312" y="1874610"/>
                  </a:lnTo>
                  <a:lnTo>
                    <a:pt x="1157654" y="1873475"/>
                  </a:lnTo>
                  <a:lnTo>
                    <a:pt x="1152221" y="1872113"/>
                  </a:lnTo>
                  <a:lnTo>
                    <a:pt x="1147242" y="1870524"/>
                  </a:lnTo>
                  <a:lnTo>
                    <a:pt x="1142262" y="1867800"/>
                  </a:lnTo>
                  <a:lnTo>
                    <a:pt x="1137736" y="1865303"/>
                  </a:lnTo>
                  <a:lnTo>
                    <a:pt x="1133435" y="1861898"/>
                  </a:lnTo>
                  <a:lnTo>
                    <a:pt x="1129361" y="1858266"/>
                  </a:lnTo>
                  <a:lnTo>
                    <a:pt x="1125740" y="1854407"/>
                  </a:lnTo>
                  <a:lnTo>
                    <a:pt x="1122797" y="1850094"/>
                  </a:lnTo>
                  <a:lnTo>
                    <a:pt x="1119855" y="1845327"/>
                  </a:lnTo>
                  <a:lnTo>
                    <a:pt x="1117365" y="1840560"/>
                  </a:lnTo>
                  <a:lnTo>
                    <a:pt x="1115554" y="1835340"/>
                  </a:lnTo>
                  <a:lnTo>
                    <a:pt x="1114196" y="1829892"/>
                  </a:lnTo>
                  <a:lnTo>
                    <a:pt x="1113291" y="1824444"/>
                  </a:lnTo>
                  <a:lnTo>
                    <a:pt x="1112838" y="1818542"/>
                  </a:lnTo>
                  <a:lnTo>
                    <a:pt x="1112838" y="959355"/>
                  </a:lnTo>
                  <a:lnTo>
                    <a:pt x="1113291" y="953681"/>
                  </a:lnTo>
                  <a:lnTo>
                    <a:pt x="1114196" y="948006"/>
                  </a:lnTo>
                  <a:lnTo>
                    <a:pt x="1115554" y="942558"/>
                  </a:lnTo>
                  <a:lnTo>
                    <a:pt x="1117365" y="937337"/>
                  </a:lnTo>
                  <a:lnTo>
                    <a:pt x="1119855" y="932343"/>
                  </a:lnTo>
                  <a:lnTo>
                    <a:pt x="1122797" y="927803"/>
                  </a:lnTo>
                  <a:lnTo>
                    <a:pt x="1125740" y="923717"/>
                  </a:lnTo>
                  <a:lnTo>
                    <a:pt x="1129361" y="919404"/>
                  </a:lnTo>
                  <a:lnTo>
                    <a:pt x="1133435" y="915999"/>
                  </a:lnTo>
                  <a:lnTo>
                    <a:pt x="1137736" y="912821"/>
                  </a:lnTo>
                  <a:lnTo>
                    <a:pt x="1142262" y="909870"/>
                  </a:lnTo>
                  <a:lnTo>
                    <a:pt x="1147242" y="907600"/>
                  </a:lnTo>
                  <a:lnTo>
                    <a:pt x="1152221" y="905557"/>
                  </a:lnTo>
                  <a:lnTo>
                    <a:pt x="1157654" y="904195"/>
                  </a:lnTo>
                  <a:lnTo>
                    <a:pt x="1163312" y="903514"/>
                  </a:lnTo>
                  <a:lnTo>
                    <a:pt x="1168971" y="903287"/>
                  </a:lnTo>
                  <a:close/>
                  <a:moveTo>
                    <a:pt x="1841899" y="450850"/>
                  </a:moveTo>
                  <a:lnTo>
                    <a:pt x="2191940" y="450850"/>
                  </a:lnTo>
                  <a:lnTo>
                    <a:pt x="2197604" y="451077"/>
                  </a:lnTo>
                  <a:lnTo>
                    <a:pt x="2203268" y="451985"/>
                  </a:lnTo>
                  <a:lnTo>
                    <a:pt x="2208706" y="453573"/>
                  </a:lnTo>
                  <a:lnTo>
                    <a:pt x="2213917" y="455388"/>
                  </a:lnTo>
                  <a:lnTo>
                    <a:pt x="2218674" y="457657"/>
                  </a:lnTo>
                  <a:lnTo>
                    <a:pt x="2223206" y="460380"/>
                  </a:lnTo>
                  <a:lnTo>
                    <a:pt x="2227510" y="463556"/>
                  </a:lnTo>
                  <a:lnTo>
                    <a:pt x="2231589" y="467186"/>
                  </a:lnTo>
                  <a:lnTo>
                    <a:pt x="2235214" y="471271"/>
                  </a:lnTo>
                  <a:lnTo>
                    <a:pt x="2238385" y="475582"/>
                  </a:lnTo>
                  <a:lnTo>
                    <a:pt x="2241104" y="480119"/>
                  </a:lnTo>
                  <a:lnTo>
                    <a:pt x="2243596" y="484884"/>
                  </a:lnTo>
                  <a:lnTo>
                    <a:pt x="2245636" y="490103"/>
                  </a:lnTo>
                  <a:lnTo>
                    <a:pt x="2246768" y="495548"/>
                  </a:lnTo>
                  <a:lnTo>
                    <a:pt x="2247675" y="501221"/>
                  </a:lnTo>
                  <a:lnTo>
                    <a:pt x="2247901" y="506893"/>
                  </a:lnTo>
                  <a:lnTo>
                    <a:pt x="2247901" y="1818568"/>
                  </a:lnTo>
                  <a:lnTo>
                    <a:pt x="2247675" y="1824468"/>
                  </a:lnTo>
                  <a:lnTo>
                    <a:pt x="2246768" y="1829913"/>
                  </a:lnTo>
                  <a:lnTo>
                    <a:pt x="2245636" y="1835358"/>
                  </a:lnTo>
                  <a:lnTo>
                    <a:pt x="2243596" y="1840577"/>
                  </a:lnTo>
                  <a:lnTo>
                    <a:pt x="2241104" y="1845342"/>
                  </a:lnTo>
                  <a:lnTo>
                    <a:pt x="2238385" y="1850107"/>
                  </a:lnTo>
                  <a:lnTo>
                    <a:pt x="2235214" y="1854418"/>
                  </a:lnTo>
                  <a:lnTo>
                    <a:pt x="2231589" y="1858275"/>
                  </a:lnTo>
                  <a:lnTo>
                    <a:pt x="2227510" y="1861905"/>
                  </a:lnTo>
                  <a:lnTo>
                    <a:pt x="2223206" y="1865309"/>
                  </a:lnTo>
                  <a:lnTo>
                    <a:pt x="2218674" y="1867804"/>
                  </a:lnTo>
                  <a:lnTo>
                    <a:pt x="2213917" y="1870527"/>
                  </a:lnTo>
                  <a:lnTo>
                    <a:pt x="2208706" y="1872115"/>
                  </a:lnTo>
                  <a:lnTo>
                    <a:pt x="2203268" y="1873477"/>
                  </a:lnTo>
                  <a:lnTo>
                    <a:pt x="2197604" y="1874611"/>
                  </a:lnTo>
                  <a:lnTo>
                    <a:pt x="2191940" y="1874838"/>
                  </a:lnTo>
                  <a:lnTo>
                    <a:pt x="1841899" y="1874838"/>
                  </a:lnTo>
                  <a:lnTo>
                    <a:pt x="1836235" y="1874611"/>
                  </a:lnTo>
                  <a:lnTo>
                    <a:pt x="1830798" y="1873477"/>
                  </a:lnTo>
                  <a:lnTo>
                    <a:pt x="1825360" y="1872115"/>
                  </a:lnTo>
                  <a:lnTo>
                    <a:pt x="1820149" y="1870527"/>
                  </a:lnTo>
                  <a:lnTo>
                    <a:pt x="1815165" y="1867804"/>
                  </a:lnTo>
                  <a:lnTo>
                    <a:pt x="1810633" y="1865309"/>
                  </a:lnTo>
                  <a:lnTo>
                    <a:pt x="1806329" y="1861905"/>
                  </a:lnTo>
                  <a:lnTo>
                    <a:pt x="1802477" y="1858275"/>
                  </a:lnTo>
                  <a:lnTo>
                    <a:pt x="1798852" y="1854418"/>
                  </a:lnTo>
                  <a:lnTo>
                    <a:pt x="1795454" y="1850107"/>
                  </a:lnTo>
                  <a:lnTo>
                    <a:pt x="1792508" y="1845342"/>
                  </a:lnTo>
                  <a:lnTo>
                    <a:pt x="1790243" y="1840577"/>
                  </a:lnTo>
                  <a:lnTo>
                    <a:pt x="1788430" y="1835358"/>
                  </a:lnTo>
                  <a:lnTo>
                    <a:pt x="1786844" y="1829913"/>
                  </a:lnTo>
                  <a:lnTo>
                    <a:pt x="1786165" y="1824468"/>
                  </a:lnTo>
                  <a:lnTo>
                    <a:pt x="1785938" y="1818568"/>
                  </a:lnTo>
                  <a:lnTo>
                    <a:pt x="1785938" y="506893"/>
                  </a:lnTo>
                  <a:lnTo>
                    <a:pt x="1786165" y="501221"/>
                  </a:lnTo>
                  <a:lnTo>
                    <a:pt x="1786844" y="495548"/>
                  </a:lnTo>
                  <a:lnTo>
                    <a:pt x="1788430" y="490103"/>
                  </a:lnTo>
                  <a:lnTo>
                    <a:pt x="1790243" y="484884"/>
                  </a:lnTo>
                  <a:lnTo>
                    <a:pt x="1792508" y="480119"/>
                  </a:lnTo>
                  <a:lnTo>
                    <a:pt x="1795454" y="475582"/>
                  </a:lnTo>
                  <a:lnTo>
                    <a:pt x="1798852" y="471271"/>
                  </a:lnTo>
                  <a:lnTo>
                    <a:pt x="1802477" y="467186"/>
                  </a:lnTo>
                  <a:lnTo>
                    <a:pt x="1806329" y="463556"/>
                  </a:lnTo>
                  <a:lnTo>
                    <a:pt x="1810633" y="460380"/>
                  </a:lnTo>
                  <a:lnTo>
                    <a:pt x="1815165" y="457657"/>
                  </a:lnTo>
                  <a:lnTo>
                    <a:pt x="1820149" y="455388"/>
                  </a:lnTo>
                  <a:lnTo>
                    <a:pt x="1825360" y="453573"/>
                  </a:lnTo>
                  <a:lnTo>
                    <a:pt x="1830798" y="451985"/>
                  </a:lnTo>
                  <a:lnTo>
                    <a:pt x="1836235" y="451077"/>
                  </a:lnTo>
                  <a:lnTo>
                    <a:pt x="1841899" y="450850"/>
                  </a:lnTo>
                  <a:close/>
                  <a:moveTo>
                    <a:pt x="1458752" y="38100"/>
                  </a:moveTo>
                  <a:lnTo>
                    <a:pt x="1461698" y="38100"/>
                  </a:lnTo>
                  <a:lnTo>
                    <a:pt x="1464870" y="38100"/>
                  </a:lnTo>
                  <a:lnTo>
                    <a:pt x="1468043" y="38327"/>
                  </a:lnTo>
                  <a:lnTo>
                    <a:pt x="1470989" y="38554"/>
                  </a:lnTo>
                  <a:lnTo>
                    <a:pt x="1473935" y="39235"/>
                  </a:lnTo>
                  <a:lnTo>
                    <a:pt x="1477107" y="40143"/>
                  </a:lnTo>
                  <a:lnTo>
                    <a:pt x="1479827" y="40825"/>
                  </a:lnTo>
                  <a:lnTo>
                    <a:pt x="1482773" y="42187"/>
                  </a:lnTo>
                  <a:lnTo>
                    <a:pt x="1485718" y="43322"/>
                  </a:lnTo>
                  <a:lnTo>
                    <a:pt x="1488438" y="44684"/>
                  </a:lnTo>
                  <a:lnTo>
                    <a:pt x="1491157" y="46500"/>
                  </a:lnTo>
                  <a:lnTo>
                    <a:pt x="1493876" y="48317"/>
                  </a:lnTo>
                  <a:lnTo>
                    <a:pt x="1496143" y="50133"/>
                  </a:lnTo>
                  <a:lnTo>
                    <a:pt x="1498409" y="52176"/>
                  </a:lnTo>
                  <a:lnTo>
                    <a:pt x="1500675" y="54447"/>
                  </a:lnTo>
                  <a:lnTo>
                    <a:pt x="1502714" y="56490"/>
                  </a:lnTo>
                  <a:lnTo>
                    <a:pt x="1504754" y="59214"/>
                  </a:lnTo>
                  <a:lnTo>
                    <a:pt x="1506567" y="61485"/>
                  </a:lnTo>
                  <a:lnTo>
                    <a:pt x="1508153" y="64436"/>
                  </a:lnTo>
                  <a:lnTo>
                    <a:pt x="1509739" y="66934"/>
                  </a:lnTo>
                  <a:lnTo>
                    <a:pt x="1511099" y="69658"/>
                  </a:lnTo>
                  <a:lnTo>
                    <a:pt x="1512005" y="72609"/>
                  </a:lnTo>
                  <a:lnTo>
                    <a:pt x="1513138" y="75334"/>
                  </a:lnTo>
                  <a:lnTo>
                    <a:pt x="1514045" y="78512"/>
                  </a:lnTo>
                  <a:lnTo>
                    <a:pt x="1514725" y="81691"/>
                  </a:lnTo>
                  <a:lnTo>
                    <a:pt x="1515178" y="84642"/>
                  </a:lnTo>
                  <a:lnTo>
                    <a:pt x="1515405" y="87821"/>
                  </a:lnTo>
                  <a:lnTo>
                    <a:pt x="1543051" y="488083"/>
                  </a:lnTo>
                  <a:lnTo>
                    <a:pt x="1543051" y="493305"/>
                  </a:lnTo>
                  <a:lnTo>
                    <a:pt x="1542371" y="498754"/>
                  </a:lnTo>
                  <a:lnTo>
                    <a:pt x="1541691" y="503976"/>
                  </a:lnTo>
                  <a:lnTo>
                    <a:pt x="1540105" y="509198"/>
                  </a:lnTo>
                  <a:lnTo>
                    <a:pt x="1538066" y="513965"/>
                  </a:lnTo>
                  <a:lnTo>
                    <a:pt x="1535800" y="518506"/>
                  </a:lnTo>
                  <a:lnTo>
                    <a:pt x="1532854" y="522820"/>
                  </a:lnTo>
                  <a:lnTo>
                    <a:pt x="1529908" y="526906"/>
                  </a:lnTo>
                  <a:lnTo>
                    <a:pt x="1526282" y="530539"/>
                  </a:lnTo>
                  <a:lnTo>
                    <a:pt x="1522429" y="533944"/>
                  </a:lnTo>
                  <a:lnTo>
                    <a:pt x="1518350" y="537123"/>
                  </a:lnTo>
                  <a:lnTo>
                    <a:pt x="1513592" y="539620"/>
                  </a:lnTo>
                  <a:lnTo>
                    <a:pt x="1509059" y="541663"/>
                  </a:lnTo>
                  <a:lnTo>
                    <a:pt x="1503847" y="543253"/>
                  </a:lnTo>
                  <a:lnTo>
                    <a:pt x="1498635" y="544615"/>
                  </a:lnTo>
                  <a:lnTo>
                    <a:pt x="1493197" y="545069"/>
                  </a:lnTo>
                  <a:lnTo>
                    <a:pt x="1488211" y="545296"/>
                  </a:lnTo>
                  <a:lnTo>
                    <a:pt x="1482999" y="544842"/>
                  </a:lnTo>
                  <a:lnTo>
                    <a:pt x="1478014" y="543934"/>
                  </a:lnTo>
                  <a:lnTo>
                    <a:pt x="1473481" y="542799"/>
                  </a:lnTo>
                  <a:lnTo>
                    <a:pt x="1469629" y="541437"/>
                  </a:lnTo>
                  <a:lnTo>
                    <a:pt x="1466003" y="539847"/>
                  </a:lnTo>
                  <a:lnTo>
                    <a:pt x="1462604" y="537804"/>
                  </a:lnTo>
                  <a:lnTo>
                    <a:pt x="1459205" y="535761"/>
                  </a:lnTo>
                  <a:lnTo>
                    <a:pt x="1456032" y="533490"/>
                  </a:lnTo>
                  <a:lnTo>
                    <a:pt x="1453086" y="530766"/>
                  </a:lnTo>
                  <a:lnTo>
                    <a:pt x="1450367" y="528041"/>
                  </a:lnTo>
                  <a:lnTo>
                    <a:pt x="1447874" y="525090"/>
                  </a:lnTo>
                  <a:lnTo>
                    <a:pt x="1445382" y="522139"/>
                  </a:lnTo>
                  <a:lnTo>
                    <a:pt x="1443342" y="518733"/>
                  </a:lnTo>
                  <a:lnTo>
                    <a:pt x="1441529" y="515100"/>
                  </a:lnTo>
                  <a:lnTo>
                    <a:pt x="1439943" y="511468"/>
                  </a:lnTo>
                  <a:lnTo>
                    <a:pt x="1438583" y="507608"/>
                  </a:lnTo>
                  <a:lnTo>
                    <a:pt x="1437677" y="503749"/>
                  </a:lnTo>
                  <a:lnTo>
                    <a:pt x="1436770" y="499662"/>
                  </a:lnTo>
                  <a:lnTo>
                    <a:pt x="1436317" y="495348"/>
                  </a:lnTo>
                  <a:lnTo>
                    <a:pt x="1419775" y="256735"/>
                  </a:lnTo>
                  <a:lnTo>
                    <a:pt x="1404592" y="280119"/>
                  </a:lnTo>
                  <a:lnTo>
                    <a:pt x="1396434" y="292606"/>
                  </a:lnTo>
                  <a:lnTo>
                    <a:pt x="1387596" y="304866"/>
                  </a:lnTo>
                  <a:lnTo>
                    <a:pt x="1378531" y="317580"/>
                  </a:lnTo>
                  <a:lnTo>
                    <a:pt x="1369014" y="330748"/>
                  </a:lnTo>
                  <a:lnTo>
                    <a:pt x="1359270" y="343916"/>
                  </a:lnTo>
                  <a:lnTo>
                    <a:pt x="1348845" y="357311"/>
                  </a:lnTo>
                  <a:lnTo>
                    <a:pt x="1338421" y="370933"/>
                  </a:lnTo>
                  <a:lnTo>
                    <a:pt x="1327317" y="384782"/>
                  </a:lnTo>
                  <a:lnTo>
                    <a:pt x="1315760" y="398632"/>
                  </a:lnTo>
                  <a:lnTo>
                    <a:pt x="1303750" y="412935"/>
                  </a:lnTo>
                  <a:lnTo>
                    <a:pt x="1291513" y="426784"/>
                  </a:lnTo>
                  <a:lnTo>
                    <a:pt x="1278823" y="441314"/>
                  </a:lnTo>
                  <a:lnTo>
                    <a:pt x="1265679" y="455390"/>
                  </a:lnTo>
                  <a:lnTo>
                    <a:pt x="1252082" y="469920"/>
                  </a:lnTo>
                  <a:lnTo>
                    <a:pt x="1233500" y="488991"/>
                  </a:lnTo>
                  <a:lnTo>
                    <a:pt x="1214465" y="507608"/>
                  </a:lnTo>
                  <a:lnTo>
                    <a:pt x="1195430" y="525998"/>
                  </a:lnTo>
                  <a:lnTo>
                    <a:pt x="1175715" y="543707"/>
                  </a:lnTo>
                  <a:lnTo>
                    <a:pt x="1156226" y="560961"/>
                  </a:lnTo>
                  <a:lnTo>
                    <a:pt x="1136058" y="577762"/>
                  </a:lnTo>
                  <a:lnTo>
                    <a:pt x="1115663" y="594336"/>
                  </a:lnTo>
                  <a:lnTo>
                    <a:pt x="1095041" y="610455"/>
                  </a:lnTo>
                  <a:lnTo>
                    <a:pt x="1074193" y="625893"/>
                  </a:lnTo>
                  <a:lnTo>
                    <a:pt x="1053118" y="641105"/>
                  </a:lnTo>
                  <a:lnTo>
                    <a:pt x="1031590" y="655408"/>
                  </a:lnTo>
                  <a:lnTo>
                    <a:pt x="1010062" y="669711"/>
                  </a:lnTo>
                  <a:lnTo>
                    <a:pt x="988081" y="683333"/>
                  </a:lnTo>
                  <a:lnTo>
                    <a:pt x="966099" y="696501"/>
                  </a:lnTo>
                  <a:lnTo>
                    <a:pt x="943891" y="709442"/>
                  </a:lnTo>
                  <a:lnTo>
                    <a:pt x="921004" y="721702"/>
                  </a:lnTo>
                  <a:lnTo>
                    <a:pt x="906954" y="729194"/>
                  </a:lnTo>
                  <a:lnTo>
                    <a:pt x="892451" y="736232"/>
                  </a:lnTo>
                  <a:lnTo>
                    <a:pt x="878174" y="743497"/>
                  </a:lnTo>
                  <a:lnTo>
                    <a:pt x="863671" y="750309"/>
                  </a:lnTo>
                  <a:lnTo>
                    <a:pt x="848941" y="756893"/>
                  </a:lnTo>
                  <a:lnTo>
                    <a:pt x="834212" y="763477"/>
                  </a:lnTo>
                  <a:lnTo>
                    <a:pt x="819482" y="769834"/>
                  </a:lnTo>
                  <a:lnTo>
                    <a:pt x="804526" y="775736"/>
                  </a:lnTo>
                  <a:lnTo>
                    <a:pt x="789569" y="781866"/>
                  </a:lnTo>
                  <a:lnTo>
                    <a:pt x="774613" y="787542"/>
                  </a:lnTo>
                  <a:lnTo>
                    <a:pt x="759430" y="793218"/>
                  </a:lnTo>
                  <a:lnTo>
                    <a:pt x="744247" y="798440"/>
                  </a:lnTo>
                  <a:lnTo>
                    <a:pt x="729064" y="803435"/>
                  </a:lnTo>
                  <a:lnTo>
                    <a:pt x="713655" y="808657"/>
                  </a:lnTo>
                  <a:lnTo>
                    <a:pt x="698472" y="813197"/>
                  </a:lnTo>
                  <a:lnTo>
                    <a:pt x="682609" y="817965"/>
                  </a:lnTo>
                  <a:lnTo>
                    <a:pt x="667199" y="822279"/>
                  </a:lnTo>
                  <a:lnTo>
                    <a:pt x="651563" y="826365"/>
                  </a:lnTo>
                  <a:lnTo>
                    <a:pt x="635701" y="830452"/>
                  </a:lnTo>
                  <a:lnTo>
                    <a:pt x="620064" y="834084"/>
                  </a:lnTo>
                  <a:lnTo>
                    <a:pt x="604202" y="837717"/>
                  </a:lnTo>
                  <a:lnTo>
                    <a:pt x="588112" y="841350"/>
                  </a:lnTo>
                  <a:lnTo>
                    <a:pt x="572249" y="844528"/>
                  </a:lnTo>
                  <a:lnTo>
                    <a:pt x="555933" y="847479"/>
                  </a:lnTo>
                  <a:lnTo>
                    <a:pt x="539618" y="850431"/>
                  </a:lnTo>
                  <a:lnTo>
                    <a:pt x="523528" y="852928"/>
                  </a:lnTo>
                  <a:lnTo>
                    <a:pt x="507212" y="855653"/>
                  </a:lnTo>
                  <a:lnTo>
                    <a:pt x="490896" y="857923"/>
                  </a:lnTo>
                  <a:lnTo>
                    <a:pt x="474353" y="859966"/>
                  </a:lnTo>
                  <a:lnTo>
                    <a:pt x="458037" y="861783"/>
                  </a:lnTo>
                  <a:lnTo>
                    <a:pt x="441268" y="863372"/>
                  </a:lnTo>
                  <a:lnTo>
                    <a:pt x="424726" y="864961"/>
                  </a:lnTo>
                  <a:lnTo>
                    <a:pt x="419287" y="865188"/>
                  </a:lnTo>
                  <a:lnTo>
                    <a:pt x="414075" y="864734"/>
                  </a:lnTo>
                  <a:lnTo>
                    <a:pt x="409089" y="863826"/>
                  </a:lnTo>
                  <a:lnTo>
                    <a:pt x="404104" y="862464"/>
                  </a:lnTo>
                  <a:lnTo>
                    <a:pt x="400252" y="861329"/>
                  </a:lnTo>
                  <a:lnTo>
                    <a:pt x="396626" y="859739"/>
                  </a:lnTo>
                  <a:lnTo>
                    <a:pt x="393227" y="857923"/>
                  </a:lnTo>
                  <a:lnTo>
                    <a:pt x="389827" y="855880"/>
                  </a:lnTo>
                  <a:lnTo>
                    <a:pt x="386882" y="853609"/>
                  </a:lnTo>
                  <a:lnTo>
                    <a:pt x="383936" y="850885"/>
                  </a:lnTo>
                  <a:lnTo>
                    <a:pt x="381216" y="848161"/>
                  </a:lnTo>
                  <a:lnTo>
                    <a:pt x="378497" y="845209"/>
                  </a:lnTo>
                  <a:lnTo>
                    <a:pt x="376231" y="842258"/>
                  </a:lnTo>
                  <a:lnTo>
                    <a:pt x="374191" y="838852"/>
                  </a:lnTo>
                  <a:lnTo>
                    <a:pt x="372378" y="835447"/>
                  </a:lnTo>
                  <a:lnTo>
                    <a:pt x="370566" y="831814"/>
                  </a:lnTo>
                  <a:lnTo>
                    <a:pt x="369206" y="827955"/>
                  </a:lnTo>
                  <a:lnTo>
                    <a:pt x="368299" y="824095"/>
                  </a:lnTo>
                  <a:lnTo>
                    <a:pt x="367620" y="820008"/>
                  </a:lnTo>
                  <a:lnTo>
                    <a:pt x="366940" y="815922"/>
                  </a:lnTo>
                  <a:lnTo>
                    <a:pt x="366713" y="810473"/>
                  </a:lnTo>
                  <a:lnTo>
                    <a:pt x="367167" y="805024"/>
                  </a:lnTo>
                  <a:lnTo>
                    <a:pt x="368073" y="799802"/>
                  </a:lnTo>
                  <a:lnTo>
                    <a:pt x="369206" y="795034"/>
                  </a:lnTo>
                  <a:lnTo>
                    <a:pt x="371472" y="790040"/>
                  </a:lnTo>
                  <a:lnTo>
                    <a:pt x="373738" y="785272"/>
                  </a:lnTo>
                  <a:lnTo>
                    <a:pt x="376231" y="780958"/>
                  </a:lnTo>
                  <a:lnTo>
                    <a:pt x="379403" y="776872"/>
                  </a:lnTo>
                  <a:lnTo>
                    <a:pt x="383029" y="773239"/>
                  </a:lnTo>
                  <a:lnTo>
                    <a:pt x="386882" y="769607"/>
                  </a:lnTo>
                  <a:lnTo>
                    <a:pt x="390961" y="766882"/>
                  </a:lnTo>
                  <a:lnTo>
                    <a:pt x="395266" y="763931"/>
                  </a:lnTo>
                  <a:lnTo>
                    <a:pt x="400252" y="761887"/>
                  </a:lnTo>
                  <a:lnTo>
                    <a:pt x="405237" y="760071"/>
                  </a:lnTo>
                  <a:lnTo>
                    <a:pt x="410222" y="758709"/>
                  </a:lnTo>
                  <a:lnTo>
                    <a:pt x="415661" y="758255"/>
                  </a:lnTo>
                  <a:lnTo>
                    <a:pt x="431071" y="756666"/>
                  </a:lnTo>
                  <a:lnTo>
                    <a:pt x="446027" y="755076"/>
                  </a:lnTo>
                  <a:lnTo>
                    <a:pt x="461210" y="753714"/>
                  </a:lnTo>
                  <a:lnTo>
                    <a:pt x="476166" y="751898"/>
                  </a:lnTo>
                  <a:lnTo>
                    <a:pt x="491123" y="749854"/>
                  </a:lnTo>
                  <a:lnTo>
                    <a:pt x="506079" y="747357"/>
                  </a:lnTo>
                  <a:lnTo>
                    <a:pt x="521035" y="745087"/>
                  </a:lnTo>
                  <a:lnTo>
                    <a:pt x="535765" y="742589"/>
                  </a:lnTo>
                  <a:lnTo>
                    <a:pt x="550495" y="739638"/>
                  </a:lnTo>
                  <a:lnTo>
                    <a:pt x="565224" y="736913"/>
                  </a:lnTo>
                  <a:lnTo>
                    <a:pt x="579728" y="733735"/>
                  </a:lnTo>
                  <a:lnTo>
                    <a:pt x="594231" y="730329"/>
                  </a:lnTo>
                  <a:lnTo>
                    <a:pt x="608734" y="726697"/>
                  </a:lnTo>
                  <a:lnTo>
                    <a:pt x="623010" y="723064"/>
                  </a:lnTo>
                  <a:lnTo>
                    <a:pt x="637287" y="719432"/>
                  </a:lnTo>
                  <a:lnTo>
                    <a:pt x="651563" y="715345"/>
                  </a:lnTo>
                  <a:lnTo>
                    <a:pt x="665613" y="711259"/>
                  </a:lnTo>
                  <a:lnTo>
                    <a:pt x="679890" y="706945"/>
                  </a:lnTo>
                  <a:lnTo>
                    <a:pt x="693713" y="702404"/>
                  </a:lnTo>
                  <a:lnTo>
                    <a:pt x="707763" y="697864"/>
                  </a:lnTo>
                  <a:lnTo>
                    <a:pt x="721586" y="692869"/>
                  </a:lnTo>
                  <a:lnTo>
                    <a:pt x="735183" y="687874"/>
                  </a:lnTo>
                  <a:lnTo>
                    <a:pt x="749233" y="682652"/>
                  </a:lnTo>
                  <a:lnTo>
                    <a:pt x="762603" y="677430"/>
                  </a:lnTo>
                  <a:lnTo>
                    <a:pt x="776199" y="671755"/>
                  </a:lnTo>
                  <a:lnTo>
                    <a:pt x="789569" y="666079"/>
                  </a:lnTo>
                  <a:lnTo>
                    <a:pt x="803166" y="660176"/>
                  </a:lnTo>
                  <a:lnTo>
                    <a:pt x="816536" y="654273"/>
                  </a:lnTo>
                  <a:lnTo>
                    <a:pt x="829679" y="648143"/>
                  </a:lnTo>
                  <a:lnTo>
                    <a:pt x="842823" y="641559"/>
                  </a:lnTo>
                  <a:lnTo>
                    <a:pt x="855966" y="634975"/>
                  </a:lnTo>
                  <a:lnTo>
                    <a:pt x="868883" y="628164"/>
                  </a:lnTo>
                  <a:lnTo>
                    <a:pt x="889505" y="617039"/>
                  </a:lnTo>
                  <a:lnTo>
                    <a:pt x="910126" y="605460"/>
                  </a:lnTo>
                  <a:lnTo>
                    <a:pt x="930068" y="593655"/>
                  </a:lnTo>
                  <a:lnTo>
                    <a:pt x="950237" y="580941"/>
                  </a:lnTo>
                  <a:lnTo>
                    <a:pt x="970178" y="568000"/>
                  </a:lnTo>
                  <a:lnTo>
                    <a:pt x="989667" y="554832"/>
                  </a:lnTo>
                  <a:lnTo>
                    <a:pt x="1008929" y="540982"/>
                  </a:lnTo>
                  <a:lnTo>
                    <a:pt x="1027964" y="526906"/>
                  </a:lnTo>
                  <a:lnTo>
                    <a:pt x="1046773" y="512149"/>
                  </a:lnTo>
                  <a:lnTo>
                    <a:pt x="1065355" y="497165"/>
                  </a:lnTo>
                  <a:lnTo>
                    <a:pt x="1083937" y="481726"/>
                  </a:lnTo>
                  <a:lnTo>
                    <a:pt x="1102066" y="466061"/>
                  </a:lnTo>
                  <a:lnTo>
                    <a:pt x="1119742" y="449714"/>
                  </a:lnTo>
                  <a:lnTo>
                    <a:pt x="1137644" y="433141"/>
                  </a:lnTo>
                  <a:lnTo>
                    <a:pt x="1154866" y="416113"/>
                  </a:lnTo>
                  <a:lnTo>
                    <a:pt x="1171862" y="398859"/>
                  </a:lnTo>
                  <a:lnTo>
                    <a:pt x="1184779" y="385236"/>
                  </a:lnTo>
                  <a:lnTo>
                    <a:pt x="1197469" y="371841"/>
                  </a:lnTo>
                  <a:lnTo>
                    <a:pt x="1209480" y="358219"/>
                  </a:lnTo>
                  <a:lnTo>
                    <a:pt x="1221037" y="344597"/>
                  </a:lnTo>
                  <a:lnTo>
                    <a:pt x="1232367" y="331429"/>
                  </a:lnTo>
                  <a:lnTo>
                    <a:pt x="1243245" y="318261"/>
                  </a:lnTo>
                  <a:lnTo>
                    <a:pt x="1253895" y="305093"/>
                  </a:lnTo>
                  <a:lnTo>
                    <a:pt x="1263866" y="292606"/>
                  </a:lnTo>
                  <a:lnTo>
                    <a:pt x="1273384" y="279665"/>
                  </a:lnTo>
                  <a:lnTo>
                    <a:pt x="1282675" y="267178"/>
                  </a:lnTo>
                  <a:lnTo>
                    <a:pt x="1291739" y="255145"/>
                  </a:lnTo>
                  <a:lnTo>
                    <a:pt x="1300124" y="242886"/>
                  </a:lnTo>
                  <a:lnTo>
                    <a:pt x="1308282" y="231307"/>
                  </a:lnTo>
                  <a:lnTo>
                    <a:pt x="1316213" y="219728"/>
                  </a:lnTo>
                  <a:lnTo>
                    <a:pt x="1330263" y="197706"/>
                  </a:lnTo>
                  <a:lnTo>
                    <a:pt x="1107958" y="281027"/>
                  </a:lnTo>
                  <a:lnTo>
                    <a:pt x="1102746" y="282390"/>
                  </a:lnTo>
                  <a:lnTo>
                    <a:pt x="1097534" y="283525"/>
                  </a:lnTo>
                  <a:lnTo>
                    <a:pt x="1092322" y="283979"/>
                  </a:lnTo>
                  <a:lnTo>
                    <a:pt x="1087110" y="283979"/>
                  </a:lnTo>
                  <a:lnTo>
                    <a:pt x="1081898" y="283752"/>
                  </a:lnTo>
                  <a:lnTo>
                    <a:pt x="1076686" y="282844"/>
                  </a:lnTo>
                  <a:lnTo>
                    <a:pt x="1071927" y="281255"/>
                  </a:lnTo>
                  <a:lnTo>
                    <a:pt x="1067168" y="279438"/>
                  </a:lnTo>
                  <a:lnTo>
                    <a:pt x="1062636" y="277168"/>
                  </a:lnTo>
                  <a:lnTo>
                    <a:pt x="1058103" y="274216"/>
                  </a:lnTo>
                  <a:lnTo>
                    <a:pt x="1054251" y="270811"/>
                  </a:lnTo>
                  <a:lnTo>
                    <a:pt x="1050399" y="267178"/>
                  </a:lnTo>
                  <a:lnTo>
                    <a:pt x="1047226" y="263319"/>
                  </a:lnTo>
                  <a:lnTo>
                    <a:pt x="1044054" y="259005"/>
                  </a:lnTo>
                  <a:lnTo>
                    <a:pt x="1041561" y="254237"/>
                  </a:lnTo>
                  <a:lnTo>
                    <a:pt x="1039295" y="249470"/>
                  </a:lnTo>
                  <a:lnTo>
                    <a:pt x="1037482" y="244021"/>
                  </a:lnTo>
                  <a:lnTo>
                    <a:pt x="1036575" y="238799"/>
                  </a:lnTo>
                  <a:lnTo>
                    <a:pt x="1036122" y="233350"/>
                  </a:lnTo>
                  <a:lnTo>
                    <a:pt x="1036122" y="228355"/>
                  </a:lnTo>
                  <a:lnTo>
                    <a:pt x="1036349" y="223134"/>
                  </a:lnTo>
                  <a:lnTo>
                    <a:pt x="1037255" y="218139"/>
                  </a:lnTo>
                  <a:lnTo>
                    <a:pt x="1038841" y="213144"/>
                  </a:lnTo>
                  <a:lnTo>
                    <a:pt x="1040654" y="208376"/>
                  </a:lnTo>
                  <a:lnTo>
                    <a:pt x="1042920" y="203836"/>
                  </a:lnTo>
                  <a:lnTo>
                    <a:pt x="1045866" y="199295"/>
                  </a:lnTo>
                  <a:lnTo>
                    <a:pt x="1049266" y="195435"/>
                  </a:lnTo>
                  <a:lnTo>
                    <a:pt x="1052891" y="191576"/>
                  </a:lnTo>
                  <a:lnTo>
                    <a:pt x="1056744" y="188170"/>
                  </a:lnTo>
                  <a:lnTo>
                    <a:pt x="1061049" y="185219"/>
                  </a:lnTo>
                  <a:lnTo>
                    <a:pt x="1065582" y="182494"/>
                  </a:lnTo>
                  <a:lnTo>
                    <a:pt x="1070567" y="180451"/>
                  </a:lnTo>
                  <a:lnTo>
                    <a:pt x="1443569" y="41279"/>
                  </a:lnTo>
                  <a:lnTo>
                    <a:pt x="1446288" y="40370"/>
                  </a:lnTo>
                  <a:lnTo>
                    <a:pt x="1449461" y="39462"/>
                  </a:lnTo>
                  <a:lnTo>
                    <a:pt x="1452633" y="38781"/>
                  </a:lnTo>
                  <a:lnTo>
                    <a:pt x="1455579" y="38327"/>
                  </a:lnTo>
                  <a:lnTo>
                    <a:pt x="1458752" y="38100"/>
                  </a:lnTo>
                  <a:close/>
                  <a:moveTo>
                    <a:pt x="102528" y="0"/>
                  </a:moveTo>
                  <a:lnTo>
                    <a:pt x="107971" y="454"/>
                  </a:lnTo>
                  <a:lnTo>
                    <a:pt x="113189" y="681"/>
                  </a:lnTo>
                  <a:lnTo>
                    <a:pt x="118406" y="1361"/>
                  </a:lnTo>
                  <a:lnTo>
                    <a:pt x="123169" y="2268"/>
                  </a:lnTo>
                  <a:lnTo>
                    <a:pt x="128386" y="3403"/>
                  </a:lnTo>
                  <a:lnTo>
                    <a:pt x="133376" y="4764"/>
                  </a:lnTo>
                  <a:lnTo>
                    <a:pt x="137913" y="6578"/>
                  </a:lnTo>
                  <a:lnTo>
                    <a:pt x="142450" y="8393"/>
                  </a:lnTo>
                  <a:lnTo>
                    <a:pt x="147213" y="10434"/>
                  </a:lnTo>
                  <a:lnTo>
                    <a:pt x="151523" y="12476"/>
                  </a:lnTo>
                  <a:lnTo>
                    <a:pt x="156059" y="14971"/>
                  </a:lnTo>
                  <a:lnTo>
                    <a:pt x="160143" y="17693"/>
                  </a:lnTo>
                  <a:lnTo>
                    <a:pt x="164225" y="20642"/>
                  </a:lnTo>
                  <a:lnTo>
                    <a:pt x="168082" y="23590"/>
                  </a:lnTo>
                  <a:lnTo>
                    <a:pt x="171711" y="26993"/>
                  </a:lnTo>
                  <a:lnTo>
                    <a:pt x="175340" y="30169"/>
                  </a:lnTo>
                  <a:lnTo>
                    <a:pt x="178743" y="33798"/>
                  </a:lnTo>
                  <a:lnTo>
                    <a:pt x="181918" y="37427"/>
                  </a:lnTo>
                  <a:lnTo>
                    <a:pt x="185094" y="41510"/>
                  </a:lnTo>
                  <a:lnTo>
                    <a:pt x="188043" y="45593"/>
                  </a:lnTo>
                  <a:lnTo>
                    <a:pt x="190538" y="49676"/>
                  </a:lnTo>
                  <a:lnTo>
                    <a:pt x="193033" y="53986"/>
                  </a:lnTo>
                  <a:lnTo>
                    <a:pt x="195074" y="58296"/>
                  </a:lnTo>
                  <a:lnTo>
                    <a:pt x="197343" y="63059"/>
                  </a:lnTo>
                  <a:lnTo>
                    <a:pt x="199157" y="67596"/>
                  </a:lnTo>
                  <a:lnTo>
                    <a:pt x="200745" y="72359"/>
                  </a:lnTo>
                  <a:lnTo>
                    <a:pt x="202106" y="77122"/>
                  </a:lnTo>
                  <a:lnTo>
                    <a:pt x="203467" y="82340"/>
                  </a:lnTo>
                  <a:lnTo>
                    <a:pt x="204148" y="87330"/>
                  </a:lnTo>
                  <a:lnTo>
                    <a:pt x="205055" y="92320"/>
                  </a:lnTo>
                  <a:lnTo>
                    <a:pt x="205282" y="97537"/>
                  </a:lnTo>
                  <a:lnTo>
                    <a:pt x="205509" y="102981"/>
                  </a:lnTo>
                  <a:lnTo>
                    <a:pt x="205509" y="2092965"/>
                  </a:lnTo>
                  <a:lnTo>
                    <a:pt x="2195719" y="2092965"/>
                  </a:lnTo>
                  <a:lnTo>
                    <a:pt x="2201163" y="2093192"/>
                  </a:lnTo>
                  <a:lnTo>
                    <a:pt x="2206380" y="2093419"/>
                  </a:lnTo>
                  <a:lnTo>
                    <a:pt x="2211597" y="2094326"/>
                  </a:lnTo>
                  <a:lnTo>
                    <a:pt x="2216587" y="2095233"/>
                  </a:lnTo>
                  <a:lnTo>
                    <a:pt x="2221578" y="2096367"/>
                  </a:lnTo>
                  <a:lnTo>
                    <a:pt x="2226568" y="2097501"/>
                  </a:lnTo>
                  <a:lnTo>
                    <a:pt x="2231105" y="2099316"/>
                  </a:lnTo>
                  <a:lnTo>
                    <a:pt x="2235868" y="2101131"/>
                  </a:lnTo>
                  <a:lnTo>
                    <a:pt x="2240405" y="2103172"/>
                  </a:lnTo>
                  <a:lnTo>
                    <a:pt x="2244714" y="2105667"/>
                  </a:lnTo>
                  <a:lnTo>
                    <a:pt x="2249251" y="2107936"/>
                  </a:lnTo>
                  <a:lnTo>
                    <a:pt x="2253334" y="2110658"/>
                  </a:lnTo>
                  <a:lnTo>
                    <a:pt x="2257417" y="2113606"/>
                  </a:lnTo>
                  <a:lnTo>
                    <a:pt x="2261273" y="2116328"/>
                  </a:lnTo>
                  <a:lnTo>
                    <a:pt x="2264902" y="2119731"/>
                  </a:lnTo>
                  <a:lnTo>
                    <a:pt x="2268532" y="2123133"/>
                  </a:lnTo>
                  <a:lnTo>
                    <a:pt x="2271934" y="2126763"/>
                  </a:lnTo>
                  <a:lnTo>
                    <a:pt x="2275337" y="2130619"/>
                  </a:lnTo>
                  <a:lnTo>
                    <a:pt x="2278285" y="2134475"/>
                  </a:lnTo>
                  <a:lnTo>
                    <a:pt x="2281234" y="2138331"/>
                  </a:lnTo>
                  <a:lnTo>
                    <a:pt x="2283729" y="2142414"/>
                  </a:lnTo>
                  <a:lnTo>
                    <a:pt x="2286224" y="2146724"/>
                  </a:lnTo>
                  <a:lnTo>
                    <a:pt x="2288720" y="2151260"/>
                  </a:lnTo>
                  <a:lnTo>
                    <a:pt x="2290761" y="2155797"/>
                  </a:lnTo>
                  <a:lnTo>
                    <a:pt x="2292576" y="2160560"/>
                  </a:lnTo>
                  <a:lnTo>
                    <a:pt x="2294164" y="2165324"/>
                  </a:lnTo>
                  <a:lnTo>
                    <a:pt x="2295298" y="2170087"/>
                  </a:lnTo>
                  <a:lnTo>
                    <a:pt x="2296659" y="2175304"/>
                  </a:lnTo>
                  <a:lnTo>
                    <a:pt x="2297339" y="2180068"/>
                  </a:lnTo>
                  <a:lnTo>
                    <a:pt x="2298246" y="2185285"/>
                  </a:lnTo>
                  <a:lnTo>
                    <a:pt x="2298473" y="2190729"/>
                  </a:lnTo>
                  <a:lnTo>
                    <a:pt x="2298700" y="2195946"/>
                  </a:lnTo>
                  <a:lnTo>
                    <a:pt x="2298473" y="2201163"/>
                  </a:lnTo>
                  <a:lnTo>
                    <a:pt x="2298246" y="2206380"/>
                  </a:lnTo>
                  <a:lnTo>
                    <a:pt x="2297339" y="2211597"/>
                  </a:lnTo>
                  <a:lnTo>
                    <a:pt x="2296659" y="2216361"/>
                  </a:lnTo>
                  <a:lnTo>
                    <a:pt x="2295298" y="2221578"/>
                  </a:lnTo>
                  <a:lnTo>
                    <a:pt x="2294164" y="2226568"/>
                  </a:lnTo>
                  <a:lnTo>
                    <a:pt x="2292576" y="2231105"/>
                  </a:lnTo>
                  <a:lnTo>
                    <a:pt x="2290761" y="2235868"/>
                  </a:lnTo>
                  <a:lnTo>
                    <a:pt x="2288720" y="2240405"/>
                  </a:lnTo>
                  <a:lnTo>
                    <a:pt x="2286224" y="2244941"/>
                  </a:lnTo>
                  <a:lnTo>
                    <a:pt x="2283729" y="2249251"/>
                  </a:lnTo>
                  <a:lnTo>
                    <a:pt x="2281234" y="2253334"/>
                  </a:lnTo>
                  <a:lnTo>
                    <a:pt x="2278285" y="2257417"/>
                  </a:lnTo>
                  <a:lnTo>
                    <a:pt x="2275337" y="2261273"/>
                  </a:lnTo>
                  <a:lnTo>
                    <a:pt x="2271934" y="2264902"/>
                  </a:lnTo>
                  <a:lnTo>
                    <a:pt x="2268532" y="2268532"/>
                  </a:lnTo>
                  <a:lnTo>
                    <a:pt x="2264902" y="2271934"/>
                  </a:lnTo>
                  <a:lnTo>
                    <a:pt x="2261273" y="2275337"/>
                  </a:lnTo>
                  <a:lnTo>
                    <a:pt x="2257417" y="2278059"/>
                  </a:lnTo>
                  <a:lnTo>
                    <a:pt x="2253334" y="2281234"/>
                  </a:lnTo>
                  <a:lnTo>
                    <a:pt x="2249251" y="2283729"/>
                  </a:lnTo>
                  <a:lnTo>
                    <a:pt x="2244714" y="2286451"/>
                  </a:lnTo>
                  <a:lnTo>
                    <a:pt x="2240405" y="2288493"/>
                  </a:lnTo>
                  <a:lnTo>
                    <a:pt x="2235868" y="2290534"/>
                  </a:lnTo>
                  <a:lnTo>
                    <a:pt x="2231105" y="2292349"/>
                  </a:lnTo>
                  <a:lnTo>
                    <a:pt x="2226568" y="2294164"/>
                  </a:lnTo>
                  <a:lnTo>
                    <a:pt x="2221578" y="2295298"/>
                  </a:lnTo>
                  <a:lnTo>
                    <a:pt x="2216587" y="2296659"/>
                  </a:lnTo>
                  <a:lnTo>
                    <a:pt x="2211597" y="2297566"/>
                  </a:lnTo>
                  <a:lnTo>
                    <a:pt x="2206380" y="2298246"/>
                  </a:lnTo>
                  <a:lnTo>
                    <a:pt x="2201163" y="2298473"/>
                  </a:lnTo>
                  <a:lnTo>
                    <a:pt x="2195719" y="2298700"/>
                  </a:lnTo>
                  <a:lnTo>
                    <a:pt x="102528" y="2298700"/>
                  </a:lnTo>
                  <a:lnTo>
                    <a:pt x="97310" y="2298473"/>
                  </a:lnTo>
                  <a:lnTo>
                    <a:pt x="92093" y="2298246"/>
                  </a:lnTo>
                  <a:lnTo>
                    <a:pt x="86876" y="2297566"/>
                  </a:lnTo>
                  <a:lnTo>
                    <a:pt x="81886" y="2296659"/>
                  </a:lnTo>
                  <a:lnTo>
                    <a:pt x="77122" y="2295298"/>
                  </a:lnTo>
                  <a:lnTo>
                    <a:pt x="72132" y="2294164"/>
                  </a:lnTo>
                  <a:lnTo>
                    <a:pt x="67142" y="2292349"/>
                  </a:lnTo>
                  <a:lnTo>
                    <a:pt x="62605" y="2290534"/>
                  </a:lnTo>
                  <a:lnTo>
                    <a:pt x="57842" y="2288493"/>
                  </a:lnTo>
                  <a:lnTo>
                    <a:pt x="53532" y="2286451"/>
                  </a:lnTo>
                  <a:lnTo>
                    <a:pt x="49449" y="2283729"/>
                  </a:lnTo>
                  <a:lnTo>
                    <a:pt x="45139" y="2281234"/>
                  </a:lnTo>
                  <a:lnTo>
                    <a:pt x="41283" y="2278059"/>
                  </a:lnTo>
                  <a:lnTo>
                    <a:pt x="37200" y="2275337"/>
                  </a:lnTo>
                  <a:lnTo>
                    <a:pt x="33344" y="2271934"/>
                  </a:lnTo>
                  <a:lnTo>
                    <a:pt x="29715" y="2268532"/>
                  </a:lnTo>
                  <a:lnTo>
                    <a:pt x="26539" y="2264902"/>
                  </a:lnTo>
                  <a:lnTo>
                    <a:pt x="23364" y="2261273"/>
                  </a:lnTo>
                  <a:lnTo>
                    <a:pt x="20188" y="2257417"/>
                  </a:lnTo>
                  <a:lnTo>
                    <a:pt x="17466" y="2253334"/>
                  </a:lnTo>
                  <a:lnTo>
                    <a:pt x="14517" y="2249251"/>
                  </a:lnTo>
                  <a:lnTo>
                    <a:pt x="12249" y="2244941"/>
                  </a:lnTo>
                  <a:lnTo>
                    <a:pt x="9981" y="2240405"/>
                  </a:lnTo>
                  <a:lnTo>
                    <a:pt x="7939" y="2235868"/>
                  </a:lnTo>
                  <a:lnTo>
                    <a:pt x="6125" y="2231105"/>
                  </a:lnTo>
                  <a:lnTo>
                    <a:pt x="4537" y="2226568"/>
                  </a:lnTo>
                  <a:lnTo>
                    <a:pt x="2949" y="2221578"/>
                  </a:lnTo>
                  <a:lnTo>
                    <a:pt x="2042" y="2216361"/>
                  </a:lnTo>
                  <a:lnTo>
                    <a:pt x="907" y="2211597"/>
                  </a:lnTo>
                  <a:lnTo>
                    <a:pt x="454" y="2206380"/>
                  </a:lnTo>
                  <a:lnTo>
                    <a:pt x="0" y="2201163"/>
                  </a:lnTo>
                  <a:lnTo>
                    <a:pt x="0" y="2195946"/>
                  </a:lnTo>
                  <a:lnTo>
                    <a:pt x="0" y="102981"/>
                  </a:lnTo>
                  <a:lnTo>
                    <a:pt x="0" y="97537"/>
                  </a:lnTo>
                  <a:lnTo>
                    <a:pt x="454" y="92320"/>
                  </a:lnTo>
                  <a:lnTo>
                    <a:pt x="907" y="87330"/>
                  </a:lnTo>
                  <a:lnTo>
                    <a:pt x="2042" y="82340"/>
                  </a:lnTo>
                  <a:lnTo>
                    <a:pt x="2949" y="77122"/>
                  </a:lnTo>
                  <a:lnTo>
                    <a:pt x="4537" y="72359"/>
                  </a:lnTo>
                  <a:lnTo>
                    <a:pt x="6125" y="67596"/>
                  </a:lnTo>
                  <a:lnTo>
                    <a:pt x="7939" y="63059"/>
                  </a:lnTo>
                  <a:lnTo>
                    <a:pt x="9981" y="58296"/>
                  </a:lnTo>
                  <a:lnTo>
                    <a:pt x="12249" y="53986"/>
                  </a:lnTo>
                  <a:lnTo>
                    <a:pt x="14517" y="49676"/>
                  </a:lnTo>
                  <a:lnTo>
                    <a:pt x="17466" y="45593"/>
                  </a:lnTo>
                  <a:lnTo>
                    <a:pt x="20188" y="41510"/>
                  </a:lnTo>
                  <a:lnTo>
                    <a:pt x="23364" y="37427"/>
                  </a:lnTo>
                  <a:lnTo>
                    <a:pt x="26539" y="33798"/>
                  </a:lnTo>
                  <a:lnTo>
                    <a:pt x="29715" y="30169"/>
                  </a:lnTo>
                  <a:lnTo>
                    <a:pt x="33344" y="26993"/>
                  </a:lnTo>
                  <a:lnTo>
                    <a:pt x="37200" y="23590"/>
                  </a:lnTo>
                  <a:lnTo>
                    <a:pt x="41283" y="20642"/>
                  </a:lnTo>
                  <a:lnTo>
                    <a:pt x="45139" y="17693"/>
                  </a:lnTo>
                  <a:lnTo>
                    <a:pt x="49449" y="14971"/>
                  </a:lnTo>
                  <a:lnTo>
                    <a:pt x="53532" y="12476"/>
                  </a:lnTo>
                  <a:lnTo>
                    <a:pt x="57842" y="10434"/>
                  </a:lnTo>
                  <a:lnTo>
                    <a:pt x="62605" y="8393"/>
                  </a:lnTo>
                  <a:lnTo>
                    <a:pt x="67142" y="6578"/>
                  </a:lnTo>
                  <a:lnTo>
                    <a:pt x="72132" y="4764"/>
                  </a:lnTo>
                  <a:lnTo>
                    <a:pt x="77122" y="3403"/>
                  </a:lnTo>
                  <a:lnTo>
                    <a:pt x="81886" y="2268"/>
                  </a:lnTo>
                  <a:lnTo>
                    <a:pt x="86876" y="1361"/>
                  </a:lnTo>
                  <a:lnTo>
                    <a:pt x="92093" y="681"/>
                  </a:lnTo>
                  <a:lnTo>
                    <a:pt x="97310" y="454"/>
                  </a:lnTo>
                  <a:lnTo>
                    <a:pt x="10252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6" name="矩形 20"/>
          <p:cNvSpPr>
            <a:spLocks noChangeArrowheads="1"/>
          </p:cNvSpPr>
          <p:nvPr/>
        </p:nvSpPr>
        <p:spPr bwMode="auto">
          <a:xfrm>
            <a:off x="1860550" y="4781410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推荐最佳方案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7" name="矩形 20"/>
          <p:cNvSpPr>
            <a:spLocks noChangeArrowheads="1"/>
          </p:cNvSpPr>
          <p:nvPr/>
        </p:nvSpPr>
        <p:spPr bwMode="auto">
          <a:xfrm>
            <a:off x="5137562" y="4781410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设计数据库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8" name="矩形 20"/>
          <p:cNvSpPr>
            <a:spLocks noChangeArrowheads="1"/>
          </p:cNvSpPr>
          <p:nvPr/>
        </p:nvSpPr>
        <p:spPr bwMode="auto">
          <a:xfrm>
            <a:off x="5137562" y="3645749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设计软件结构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9" name="矩形 20"/>
          <p:cNvSpPr>
            <a:spLocks noChangeArrowheads="1"/>
          </p:cNvSpPr>
          <p:nvPr/>
        </p:nvSpPr>
        <p:spPr bwMode="auto">
          <a:xfrm>
            <a:off x="5137562" y="2520032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功能分解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972426" y="4610912"/>
            <a:ext cx="554036" cy="539830"/>
            <a:chOff x="10198100" y="4160838"/>
            <a:chExt cx="1003300" cy="1003300"/>
          </a:xfrm>
        </p:grpSpPr>
        <p:sp>
          <p:nvSpPr>
            <p:cNvPr id="40" name="流程图: 联系 18"/>
            <p:cNvSpPr>
              <a:spLocks noChangeArrowheads="1"/>
            </p:cNvSpPr>
            <p:nvPr/>
          </p:nvSpPr>
          <p:spPr bwMode="auto">
            <a:xfrm>
              <a:off x="10198100" y="4160838"/>
              <a:ext cx="1003300" cy="1003300"/>
            </a:xfrm>
            <a:prstGeom prst="flowChartConnector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1" name="KSO_Shape"/>
            <p:cNvSpPr>
              <a:spLocks noChangeArrowheads="1"/>
            </p:cNvSpPr>
            <p:nvPr/>
          </p:nvSpPr>
          <p:spPr bwMode="auto">
            <a:xfrm>
              <a:off x="10353675" y="4325938"/>
              <a:ext cx="693738" cy="674687"/>
            </a:xfrm>
            <a:custGeom>
              <a:avLst/>
              <a:gdLst>
                <a:gd name="T0" fmla="*/ 145091 w 1257300"/>
                <a:gd name="T1" fmla="*/ 514085 h 1223963"/>
                <a:gd name="T2" fmla="*/ 125156 w 1257300"/>
                <a:gd name="T3" fmla="*/ 507380 h 1223963"/>
                <a:gd name="T4" fmla="*/ 109256 w 1257300"/>
                <a:gd name="T5" fmla="*/ 493605 h 1223963"/>
                <a:gd name="T6" fmla="*/ 99839 w 1257300"/>
                <a:gd name="T7" fmla="*/ 474588 h 1223963"/>
                <a:gd name="T8" fmla="*/ 98494 w 1257300"/>
                <a:gd name="T9" fmla="*/ 453621 h 1223963"/>
                <a:gd name="T10" fmla="*/ 105465 w 1257300"/>
                <a:gd name="T11" fmla="*/ 433751 h 1223963"/>
                <a:gd name="T12" fmla="*/ 529056 w 1257300"/>
                <a:gd name="T13" fmla="*/ 377434 h 1223963"/>
                <a:gd name="T14" fmla="*/ 554454 w 1257300"/>
                <a:gd name="T15" fmla="*/ 368908 h 1223963"/>
                <a:gd name="T16" fmla="*/ 574723 w 1257300"/>
                <a:gd name="T17" fmla="*/ 351249 h 1223963"/>
                <a:gd name="T18" fmla="*/ 489860 w 1257300"/>
                <a:gd name="T19" fmla="*/ 497399 h 1223963"/>
                <a:gd name="T20" fmla="*/ 474963 w 1257300"/>
                <a:gd name="T21" fmla="*/ 508360 h 1223963"/>
                <a:gd name="T22" fmla="*/ 457380 w 1257300"/>
                <a:gd name="T23" fmla="*/ 512989 h 1223963"/>
                <a:gd name="T24" fmla="*/ 370319 w 1257300"/>
                <a:gd name="T25" fmla="*/ 542949 h 1223963"/>
                <a:gd name="T26" fmla="*/ 339549 w 1257300"/>
                <a:gd name="T27" fmla="*/ 497764 h 1223963"/>
                <a:gd name="T28" fmla="*/ 324163 w 1257300"/>
                <a:gd name="T29" fmla="*/ 468900 h 1223963"/>
                <a:gd name="T30" fmla="*/ 318058 w 1257300"/>
                <a:gd name="T31" fmla="*/ 448682 h 1223963"/>
                <a:gd name="T32" fmla="*/ 318546 w 1257300"/>
                <a:gd name="T33" fmla="*/ 438451 h 1223963"/>
                <a:gd name="T34" fmla="*/ 328437 w 1257300"/>
                <a:gd name="T35" fmla="*/ 412510 h 1223963"/>
                <a:gd name="T36" fmla="*/ 345653 w 1257300"/>
                <a:gd name="T37" fmla="*/ 383280 h 1223963"/>
                <a:gd name="T38" fmla="*/ 383263 w 1257300"/>
                <a:gd name="T39" fmla="*/ 331031 h 1223963"/>
                <a:gd name="T40" fmla="*/ 102765 w 1257300"/>
                <a:gd name="T41" fmla="*/ 209360 h 1223963"/>
                <a:gd name="T42" fmla="*/ 130226 w 1257300"/>
                <a:gd name="T43" fmla="*/ 213747 h 1223963"/>
                <a:gd name="T44" fmla="*/ 139379 w 1257300"/>
                <a:gd name="T45" fmla="*/ 218255 h 1223963"/>
                <a:gd name="T46" fmla="*/ 153903 w 1257300"/>
                <a:gd name="T47" fmla="*/ 233730 h 1223963"/>
                <a:gd name="T48" fmla="*/ 171356 w 1257300"/>
                <a:gd name="T49" fmla="*/ 261266 h 1223963"/>
                <a:gd name="T50" fmla="*/ 195155 w 1257300"/>
                <a:gd name="T51" fmla="*/ 310613 h 1223963"/>
                <a:gd name="T52" fmla="*/ 92024 w 1257300"/>
                <a:gd name="T53" fmla="*/ 428802 h 1223963"/>
                <a:gd name="T54" fmla="*/ 84823 w 1257300"/>
                <a:gd name="T55" fmla="*/ 454877 h 1223963"/>
                <a:gd name="T56" fmla="*/ 88363 w 1257300"/>
                <a:gd name="T57" fmla="*/ 481438 h 1223963"/>
                <a:gd name="T58" fmla="*/ 6712 w 1257300"/>
                <a:gd name="T59" fmla="*/ 342171 h 1223963"/>
                <a:gd name="T60" fmla="*/ 3295 w 1257300"/>
                <a:gd name="T61" fmla="*/ 323894 h 1223963"/>
                <a:gd name="T62" fmla="*/ 7079 w 1257300"/>
                <a:gd name="T63" fmla="*/ 305983 h 1223963"/>
                <a:gd name="T64" fmla="*/ 17209 w 1257300"/>
                <a:gd name="T65" fmla="*/ 214113 h 1223963"/>
                <a:gd name="T66" fmla="*/ 74571 w 1257300"/>
                <a:gd name="T67" fmla="*/ 209239 h 1223963"/>
                <a:gd name="T68" fmla="*/ 572651 w 1257300"/>
                <a:gd name="T69" fmla="*/ 292910 h 1223963"/>
                <a:gd name="T70" fmla="*/ 575580 w 1257300"/>
                <a:gd name="T71" fmla="*/ 313736 h 1223963"/>
                <a:gd name="T72" fmla="*/ 570210 w 1257300"/>
                <a:gd name="T73" fmla="*/ 333954 h 1223963"/>
                <a:gd name="T74" fmla="*/ 557273 w 1257300"/>
                <a:gd name="T75" fmla="*/ 350761 h 1223963"/>
                <a:gd name="T76" fmla="*/ 539088 w 1257300"/>
                <a:gd name="T77" fmla="*/ 361113 h 1223963"/>
                <a:gd name="T78" fmla="*/ 458658 w 1257300"/>
                <a:gd name="T79" fmla="*/ 363915 h 1223963"/>
                <a:gd name="T80" fmla="*/ 388545 w 1257300"/>
                <a:gd name="T81" fmla="*/ 14859 h 1223963"/>
                <a:gd name="T82" fmla="*/ 407772 w 1257300"/>
                <a:gd name="T83" fmla="*/ 22897 h 1223963"/>
                <a:gd name="T84" fmla="*/ 422617 w 1257300"/>
                <a:gd name="T85" fmla="*/ 37756 h 1223963"/>
                <a:gd name="T86" fmla="*/ 482243 w 1257300"/>
                <a:gd name="T87" fmla="*/ 81114 h 1223963"/>
                <a:gd name="T88" fmla="*/ 458514 w 1257300"/>
                <a:gd name="T89" fmla="*/ 130318 h 1223963"/>
                <a:gd name="T90" fmla="*/ 441235 w 1257300"/>
                <a:gd name="T91" fmla="*/ 157843 h 1223963"/>
                <a:gd name="T92" fmla="*/ 426876 w 1257300"/>
                <a:gd name="T93" fmla="*/ 173311 h 1223963"/>
                <a:gd name="T94" fmla="*/ 417628 w 1257300"/>
                <a:gd name="T95" fmla="*/ 178060 h 1223963"/>
                <a:gd name="T96" fmla="*/ 390370 w 1257300"/>
                <a:gd name="T97" fmla="*/ 182323 h 1223963"/>
                <a:gd name="T98" fmla="*/ 356299 w 1257300"/>
                <a:gd name="T99" fmla="*/ 182202 h 1223963"/>
                <a:gd name="T100" fmla="*/ 292414 w 1257300"/>
                <a:gd name="T101" fmla="*/ 175868 h 1223963"/>
                <a:gd name="T102" fmla="*/ 333422 w 1257300"/>
                <a:gd name="T103" fmla="*/ 38000 h 1223963"/>
                <a:gd name="T104" fmla="*/ 348146 w 1257300"/>
                <a:gd name="T105" fmla="*/ 23019 h 1223963"/>
                <a:gd name="T106" fmla="*/ 367372 w 1257300"/>
                <a:gd name="T107" fmla="*/ 14859 h 1223963"/>
                <a:gd name="T108" fmla="*/ 374072 w 1257300"/>
                <a:gd name="T109" fmla="*/ 121 h 1223963"/>
                <a:gd name="T110" fmla="*/ 348409 w 1257300"/>
                <a:gd name="T111" fmla="*/ 6926 h 1223963"/>
                <a:gd name="T112" fmla="*/ 327634 w 1257300"/>
                <a:gd name="T113" fmla="*/ 22967 h 1223963"/>
                <a:gd name="T114" fmla="*/ 97395 w 1257300"/>
                <a:gd name="T115" fmla="*/ 146426 h 1223963"/>
                <a:gd name="T116" fmla="*/ 170352 w 1257300"/>
                <a:gd name="T117" fmla="*/ 21265 h 1223963"/>
                <a:gd name="T118" fmla="*/ 183185 w 1257300"/>
                <a:gd name="T119" fmla="*/ 8263 h 1223963"/>
                <a:gd name="T120" fmla="*/ 200049 w 1257300"/>
                <a:gd name="T121" fmla="*/ 972 h 12239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257300"/>
                <a:gd name="T184" fmla="*/ 0 h 1223963"/>
                <a:gd name="T185" fmla="*/ 1257300 w 1257300"/>
                <a:gd name="T186" fmla="*/ 1223963 h 122396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257300" h="1223963">
                  <a:moveTo>
                    <a:pt x="297038" y="823913"/>
                  </a:moveTo>
                  <a:lnTo>
                    <a:pt x="593725" y="823913"/>
                  </a:lnTo>
                  <a:lnTo>
                    <a:pt x="593725" y="1117601"/>
                  </a:lnTo>
                  <a:lnTo>
                    <a:pt x="329915" y="1117601"/>
                  </a:lnTo>
                  <a:lnTo>
                    <a:pt x="322226" y="1117601"/>
                  </a:lnTo>
                  <a:lnTo>
                    <a:pt x="314537" y="1116807"/>
                  </a:lnTo>
                  <a:lnTo>
                    <a:pt x="306848" y="1115483"/>
                  </a:lnTo>
                  <a:lnTo>
                    <a:pt x="299425" y="1113894"/>
                  </a:lnTo>
                  <a:lnTo>
                    <a:pt x="292001" y="1111510"/>
                  </a:lnTo>
                  <a:lnTo>
                    <a:pt x="284842" y="1108862"/>
                  </a:lnTo>
                  <a:lnTo>
                    <a:pt x="277949" y="1105949"/>
                  </a:lnTo>
                  <a:lnTo>
                    <a:pt x="271320" y="1102241"/>
                  </a:lnTo>
                  <a:lnTo>
                    <a:pt x="264692" y="1098004"/>
                  </a:lnTo>
                  <a:lnTo>
                    <a:pt x="258328" y="1093767"/>
                  </a:lnTo>
                  <a:lnTo>
                    <a:pt x="252761" y="1089000"/>
                  </a:lnTo>
                  <a:lnTo>
                    <a:pt x="246928" y="1083704"/>
                  </a:lnTo>
                  <a:lnTo>
                    <a:pt x="241890" y="1078143"/>
                  </a:lnTo>
                  <a:lnTo>
                    <a:pt x="236852" y="1072317"/>
                  </a:lnTo>
                  <a:lnTo>
                    <a:pt x="232345" y="1066226"/>
                  </a:lnTo>
                  <a:lnTo>
                    <a:pt x="228103" y="1059605"/>
                  </a:lnTo>
                  <a:lnTo>
                    <a:pt x="224391" y="1052455"/>
                  </a:lnTo>
                  <a:lnTo>
                    <a:pt x="221209" y="1045569"/>
                  </a:lnTo>
                  <a:lnTo>
                    <a:pt x="218558" y="1038154"/>
                  </a:lnTo>
                  <a:lnTo>
                    <a:pt x="216437" y="1031004"/>
                  </a:lnTo>
                  <a:lnTo>
                    <a:pt x="214581" y="1023589"/>
                  </a:lnTo>
                  <a:lnTo>
                    <a:pt x="213521" y="1015909"/>
                  </a:lnTo>
                  <a:lnTo>
                    <a:pt x="212990" y="1008494"/>
                  </a:lnTo>
                  <a:lnTo>
                    <a:pt x="212725" y="1000550"/>
                  </a:lnTo>
                  <a:lnTo>
                    <a:pt x="212990" y="993135"/>
                  </a:lnTo>
                  <a:lnTo>
                    <a:pt x="213521" y="985455"/>
                  </a:lnTo>
                  <a:lnTo>
                    <a:pt x="214846" y="978040"/>
                  </a:lnTo>
                  <a:lnTo>
                    <a:pt x="216702" y="970625"/>
                  </a:lnTo>
                  <a:lnTo>
                    <a:pt x="218823" y="963475"/>
                  </a:lnTo>
                  <a:lnTo>
                    <a:pt x="221475" y="956059"/>
                  </a:lnTo>
                  <a:lnTo>
                    <a:pt x="224921" y="949174"/>
                  </a:lnTo>
                  <a:lnTo>
                    <a:pt x="228633" y="942289"/>
                  </a:lnTo>
                  <a:lnTo>
                    <a:pt x="297038" y="823913"/>
                  </a:lnTo>
                  <a:close/>
                  <a:moveTo>
                    <a:pt x="837211" y="711200"/>
                  </a:moveTo>
                  <a:lnTo>
                    <a:pt x="836946" y="821267"/>
                  </a:lnTo>
                  <a:lnTo>
                    <a:pt x="1126800" y="821267"/>
                  </a:lnTo>
                  <a:lnTo>
                    <a:pt x="1136859" y="820738"/>
                  </a:lnTo>
                  <a:lnTo>
                    <a:pt x="1146918" y="819944"/>
                  </a:lnTo>
                  <a:lnTo>
                    <a:pt x="1156712" y="818356"/>
                  </a:lnTo>
                  <a:lnTo>
                    <a:pt x="1165976" y="815975"/>
                  </a:lnTo>
                  <a:lnTo>
                    <a:pt x="1175506" y="813329"/>
                  </a:lnTo>
                  <a:lnTo>
                    <a:pt x="1184506" y="809890"/>
                  </a:lnTo>
                  <a:lnTo>
                    <a:pt x="1193506" y="805921"/>
                  </a:lnTo>
                  <a:lnTo>
                    <a:pt x="1201976" y="801423"/>
                  </a:lnTo>
                  <a:lnTo>
                    <a:pt x="1210447" y="796396"/>
                  </a:lnTo>
                  <a:lnTo>
                    <a:pt x="1218388" y="790575"/>
                  </a:lnTo>
                  <a:lnTo>
                    <a:pt x="1226065" y="784225"/>
                  </a:lnTo>
                  <a:lnTo>
                    <a:pt x="1233212" y="777611"/>
                  </a:lnTo>
                  <a:lnTo>
                    <a:pt x="1239830" y="770467"/>
                  </a:lnTo>
                  <a:lnTo>
                    <a:pt x="1245918" y="763059"/>
                  </a:lnTo>
                  <a:lnTo>
                    <a:pt x="1252006" y="754856"/>
                  </a:lnTo>
                  <a:lnTo>
                    <a:pt x="1257300" y="746654"/>
                  </a:lnTo>
                  <a:lnTo>
                    <a:pt x="1074388" y="1063625"/>
                  </a:lnTo>
                  <a:lnTo>
                    <a:pt x="1070682" y="1069711"/>
                  </a:lnTo>
                  <a:lnTo>
                    <a:pt x="1066447" y="1075003"/>
                  </a:lnTo>
                  <a:lnTo>
                    <a:pt x="1061947" y="1080559"/>
                  </a:lnTo>
                  <a:lnTo>
                    <a:pt x="1057182" y="1085321"/>
                  </a:lnTo>
                  <a:lnTo>
                    <a:pt x="1052417" y="1089819"/>
                  </a:lnTo>
                  <a:lnTo>
                    <a:pt x="1046858" y="1094053"/>
                  </a:lnTo>
                  <a:lnTo>
                    <a:pt x="1041564" y="1097757"/>
                  </a:lnTo>
                  <a:lnTo>
                    <a:pt x="1035741" y="1101461"/>
                  </a:lnTo>
                  <a:lnTo>
                    <a:pt x="1029652" y="1104371"/>
                  </a:lnTo>
                  <a:lnTo>
                    <a:pt x="1023829" y="1107282"/>
                  </a:lnTo>
                  <a:lnTo>
                    <a:pt x="1017476" y="1109398"/>
                  </a:lnTo>
                  <a:lnTo>
                    <a:pt x="1011123" y="1111251"/>
                  </a:lnTo>
                  <a:lnTo>
                    <a:pt x="1004505" y="1112573"/>
                  </a:lnTo>
                  <a:lnTo>
                    <a:pt x="998152" y="1113896"/>
                  </a:lnTo>
                  <a:lnTo>
                    <a:pt x="991535" y="1114426"/>
                  </a:lnTo>
                  <a:lnTo>
                    <a:pt x="984917" y="1114426"/>
                  </a:lnTo>
                  <a:lnTo>
                    <a:pt x="836946" y="1114426"/>
                  </a:lnTo>
                  <a:lnTo>
                    <a:pt x="837211" y="1223963"/>
                  </a:lnTo>
                  <a:lnTo>
                    <a:pt x="830858" y="1216026"/>
                  </a:lnTo>
                  <a:lnTo>
                    <a:pt x="814181" y="1194330"/>
                  </a:lnTo>
                  <a:lnTo>
                    <a:pt x="802799" y="1179513"/>
                  </a:lnTo>
                  <a:lnTo>
                    <a:pt x="790358" y="1162315"/>
                  </a:lnTo>
                  <a:lnTo>
                    <a:pt x="776858" y="1143530"/>
                  </a:lnTo>
                  <a:lnTo>
                    <a:pt x="763093" y="1123686"/>
                  </a:lnTo>
                  <a:lnTo>
                    <a:pt x="749328" y="1102784"/>
                  </a:lnTo>
                  <a:lnTo>
                    <a:pt x="742711" y="1091936"/>
                  </a:lnTo>
                  <a:lnTo>
                    <a:pt x="736093" y="1081353"/>
                  </a:lnTo>
                  <a:lnTo>
                    <a:pt x="729475" y="1070505"/>
                  </a:lnTo>
                  <a:lnTo>
                    <a:pt x="723387" y="1059921"/>
                  </a:lnTo>
                  <a:lnTo>
                    <a:pt x="717563" y="1049338"/>
                  </a:lnTo>
                  <a:lnTo>
                    <a:pt x="712005" y="1039019"/>
                  </a:lnTo>
                  <a:lnTo>
                    <a:pt x="707240" y="1028700"/>
                  </a:lnTo>
                  <a:lnTo>
                    <a:pt x="702740" y="1018646"/>
                  </a:lnTo>
                  <a:lnTo>
                    <a:pt x="698769" y="1009121"/>
                  </a:lnTo>
                  <a:lnTo>
                    <a:pt x="695593" y="999861"/>
                  </a:lnTo>
                  <a:lnTo>
                    <a:pt x="692681" y="991130"/>
                  </a:lnTo>
                  <a:lnTo>
                    <a:pt x="690563" y="982663"/>
                  </a:lnTo>
                  <a:lnTo>
                    <a:pt x="690034" y="978694"/>
                  </a:lnTo>
                  <a:lnTo>
                    <a:pt x="689505" y="974725"/>
                  </a:lnTo>
                  <a:lnTo>
                    <a:pt x="689240" y="971021"/>
                  </a:lnTo>
                  <a:lnTo>
                    <a:pt x="688975" y="967582"/>
                  </a:lnTo>
                  <a:lnTo>
                    <a:pt x="689240" y="964142"/>
                  </a:lnTo>
                  <a:lnTo>
                    <a:pt x="689505" y="960438"/>
                  </a:lnTo>
                  <a:lnTo>
                    <a:pt x="690034" y="956469"/>
                  </a:lnTo>
                  <a:lnTo>
                    <a:pt x="690563" y="952500"/>
                  </a:lnTo>
                  <a:lnTo>
                    <a:pt x="692681" y="944298"/>
                  </a:lnTo>
                  <a:lnTo>
                    <a:pt x="695593" y="935302"/>
                  </a:lnTo>
                  <a:lnTo>
                    <a:pt x="698769" y="926042"/>
                  </a:lnTo>
                  <a:lnTo>
                    <a:pt x="702740" y="916517"/>
                  </a:lnTo>
                  <a:lnTo>
                    <a:pt x="707240" y="906463"/>
                  </a:lnTo>
                  <a:lnTo>
                    <a:pt x="712005" y="896144"/>
                  </a:lnTo>
                  <a:lnTo>
                    <a:pt x="717563" y="886090"/>
                  </a:lnTo>
                  <a:lnTo>
                    <a:pt x="723387" y="875507"/>
                  </a:lnTo>
                  <a:lnTo>
                    <a:pt x="729475" y="864659"/>
                  </a:lnTo>
                  <a:lnTo>
                    <a:pt x="736093" y="854075"/>
                  </a:lnTo>
                  <a:lnTo>
                    <a:pt x="742711" y="843227"/>
                  </a:lnTo>
                  <a:lnTo>
                    <a:pt x="749328" y="832644"/>
                  </a:lnTo>
                  <a:lnTo>
                    <a:pt x="763093" y="811742"/>
                  </a:lnTo>
                  <a:lnTo>
                    <a:pt x="776858" y="791369"/>
                  </a:lnTo>
                  <a:lnTo>
                    <a:pt x="790358" y="772848"/>
                  </a:lnTo>
                  <a:lnTo>
                    <a:pt x="802799" y="755650"/>
                  </a:lnTo>
                  <a:lnTo>
                    <a:pt x="814181" y="740833"/>
                  </a:lnTo>
                  <a:lnTo>
                    <a:pt x="830858" y="719138"/>
                  </a:lnTo>
                  <a:lnTo>
                    <a:pt x="837211" y="711200"/>
                  </a:lnTo>
                  <a:close/>
                  <a:moveTo>
                    <a:pt x="174360" y="454025"/>
                  </a:moveTo>
                  <a:lnTo>
                    <a:pt x="186796" y="454025"/>
                  </a:lnTo>
                  <a:lnTo>
                    <a:pt x="199231" y="454025"/>
                  </a:lnTo>
                  <a:lnTo>
                    <a:pt x="211137" y="454290"/>
                  </a:lnTo>
                  <a:lnTo>
                    <a:pt x="222779" y="454819"/>
                  </a:lnTo>
                  <a:lnTo>
                    <a:pt x="234156" y="455349"/>
                  </a:lnTo>
                  <a:lnTo>
                    <a:pt x="245004" y="456407"/>
                  </a:lnTo>
                  <a:lnTo>
                    <a:pt x="255323" y="457996"/>
                  </a:lnTo>
                  <a:lnTo>
                    <a:pt x="265113" y="459584"/>
                  </a:lnTo>
                  <a:lnTo>
                    <a:pt x="273844" y="461701"/>
                  </a:lnTo>
                  <a:lnTo>
                    <a:pt x="282311" y="464348"/>
                  </a:lnTo>
                  <a:lnTo>
                    <a:pt x="286279" y="465672"/>
                  </a:lnTo>
                  <a:lnTo>
                    <a:pt x="289719" y="466995"/>
                  </a:lnTo>
                  <a:lnTo>
                    <a:pt x="293158" y="468583"/>
                  </a:lnTo>
                  <a:lnTo>
                    <a:pt x="296333" y="470172"/>
                  </a:lnTo>
                  <a:lnTo>
                    <a:pt x="299508" y="472289"/>
                  </a:lnTo>
                  <a:lnTo>
                    <a:pt x="302154" y="474142"/>
                  </a:lnTo>
                  <a:lnTo>
                    <a:pt x="305329" y="476789"/>
                  </a:lnTo>
                  <a:lnTo>
                    <a:pt x="308504" y="479436"/>
                  </a:lnTo>
                  <a:lnTo>
                    <a:pt x="314854" y="484995"/>
                  </a:lnTo>
                  <a:lnTo>
                    <a:pt x="321204" y="491877"/>
                  </a:lnTo>
                  <a:lnTo>
                    <a:pt x="327290" y="499288"/>
                  </a:lnTo>
                  <a:lnTo>
                    <a:pt x="333640" y="507759"/>
                  </a:lnTo>
                  <a:lnTo>
                    <a:pt x="340254" y="516493"/>
                  </a:lnTo>
                  <a:lnTo>
                    <a:pt x="346604" y="526023"/>
                  </a:lnTo>
                  <a:lnTo>
                    <a:pt x="352690" y="535816"/>
                  </a:lnTo>
                  <a:lnTo>
                    <a:pt x="359040" y="546139"/>
                  </a:lnTo>
                  <a:lnTo>
                    <a:pt x="365125" y="556727"/>
                  </a:lnTo>
                  <a:lnTo>
                    <a:pt x="371475" y="567580"/>
                  </a:lnTo>
                  <a:lnTo>
                    <a:pt x="377296" y="578697"/>
                  </a:lnTo>
                  <a:lnTo>
                    <a:pt x="383117" y="589814"/>
                  </a:lnTo>
                  <a:lnTo>
                    <a:pt x="394494" y="612578"/>
                  </a:lnTo>
                  <a:lnTo>
                    <a:pt x="404813" y="634548"/>
                  </a:lnTo>
                  <a:lnTo>
                    <a:pt x="414338" y="655459"/>
                  </a:lnTo>
                  <a:lnTo>
                    <a:pt x="423069" y="674782"/>
                  </a:lnTo>
                  <a:lnTo>
                    <a:pt x="430213" y="691987"/>
                  </a:lnTo>
                  <a:lnTo>
                    <a:pt x="440796" y="717398"/>
                  </a:lnTo>
                  <a:lnTo>
                    <a:pt x="444500" y="726662"/>
                  </a:lnTo>
                  <a:lnTo>
                    <a:pt x="349250" y="671606"/>
                  </a:lnTo>
                  <a:lnTo>
                    <a:pt x="204258" y="922803"/>
                  </a:lnTo>
                  <a:lnTo>
                    <a:pt x="199496" y="931538"/>
                  </a:lnTo>
                  <a:lnTo>
                    <a:pt x="195527" y="940802"/>
                  </a:lnTo>
                  <a:lnTo>
                    <a:pt x="191823" y="949802"/>
                  </a:lnTo>
                  <a:lnTo>
                    <a:pt x="188912" y="959331"/>
                  </a:lnTo>
                  <a:lnTo>
                    <a:pt x="186796" y="968860"/>
                  </a:lnTo>
                  <a:lnTo>
                    <a:pt x="185208" y="978389"/>
                  </a:lnTo>
                  <a:lnTo>
                    <a:pt x="183885" y="988183"/>
                  </a:lnTo>
                  <a:lnTo>
                    <a:pt x="183621" y="997976"/>
                  </a:lnTo>
                  <a:lnTo>
                    <a:pt x="183885" y="1007505"/>
                  </a:lnTo>
                  <a:lnTo>
                    <a:pt x="184944" y="1017299"/>
                  </a:lnTo>
                  <a:lnTo>
                    <a:pt x="186531" y="1027093"/>
                  </a:lnTo>
                  <a:lnTo>
                    <a:pt x="188648" y="1036357"/>
                  </a:lnTo>
                  <a:lnTo>
                    <a:pt x="191558" y="1045886"/>
                  </a:lnTo>
                  <a:lnTo>
                    <a:pt x="194733" y="1055151"/>
                  </a:lnTo>
                  <a:lnTo>
                    <a:pt x="199231" y="1064150"/>
                  </a:lnTo>
                  <a:lnTo>
                    <a:pt x="203729" y="1073150"/>
                  </a:lnTo>
                  <a:lnTo>
                    <a:pt x="20637" y="756044"/>
                  </a:lnTo>
                  <a:lnTo>
                    <a:pt x="17462" y="749691"/>
                  </a:lnTo>
                  <a:lnTo>
                    <a:pt x="14552" y="743338"/>
                  </a:lnTo>
                  <a:lnTo>
                    <a:pt x="12171" y="736721"/>
                  </a:lnTo>
                  <a:lnTo>
                    <a:pt x="10319" y="730104"/>
                  </a:lnTo>
                  <a:lnTo>
                    <a:pt x="8996" y="723751"/>
                  </a:lnTo>
                  <a:lnTo>
                    <a:pt x="7937" y="717133"/>
                  </a:lnTo>
                  <a:lnTo>
                    <a:pt x="7144" y="710251"/>
                  </a:lnTo>
                  <a:lnTo>
                    <a:pt x="7144" y="703634"/>
                  </a:lnTo>
                  <a:lnTo>
                    <a:pt x="7408" y="697016"/>
                  </a:lnTo>
                  <a:lnTo>
                    <a:pt x="8202" y="690399"/>
                  </a:lnTo>
                  <a:lnTo>
                    <a:pt x="9260" y="684046"/>
                  </a:lnTo>
                  <a:lnTo>
                    <a:pt x="10848" y="677429"/>
                  </a:lnTo>
                  <a:lnTo>
                    <a:pt x="12964" y="671076"/>
                  </a:lnTo>
                  <a:lnTo>
                    <a:pt x="15346" y="664724"/>
                  </a:lnTo>
                  <a:lnTo>
                    <a:pt x="17992" y="658900"/>
                  </a:lnTo>
                  <a:lnTo>
                    <a:pt x="21167" y="653077"/>
                  </a:lnTo>
                  <a:lnTo>
                    <a:pt x="95250" y="524964"/>
                  </a:lnTo>
                  <a:lnTo>
                    <a:pt x="0" y="470172"/>
                  </a:lnTo>
                  <a:lnTo>
                    <a:pt x="10054" y="468848"/>
                  </a:lnTo>
                  <a:lnTo>
                    <a:pt x="37306" y="465142"/>
                  </a:lnTo>
                  <a:lnTo>
                    <a:pt x="55827" y="462760"/>
                  </a:lnTo>
                  <a:lnTo>
                    <a:pt x="76994" y="460378"/>
                  </a:lnTo>
                  <a:lnTo>
                    <a:pt x="99748" y="458260"/>
                  </a:lnTo>
                  <a:lnTo>
                    <a:pt x="124089" y="456407"/>
                  </a:lnTo>
                  <a:lnTo>
                    <a:pt x="149225" y="454819"/>
                  </a:lnTo>
                  <a:lnTo>
                    <a:pt x="161660" y="454555"/>
                  </a:lnTo>
                  <a:lnTo>
                    <a:pt x="174360" y="454025"/>
                  </a:lnTo>
                  <a:close/>
                  <a:moveTo>
                    <a:pt x="1100138" y="387350"/>
                  </a:moveTo>
                  <a:lnTo>
                    <a:pt x="1231901" y="615156"/>
                  </a:lnTo>
                  <a:lnTo>
                    <a:pt x="1235605" y="622036"/>
                  </a:lnTo>
                  <a:lnTo>
                    <a:pt x="1239045" y="629179"/>
                  </a:lnTo>
                  <a:lnTo>
                    <a:pt x="1241426" y="636323"/>
                  </a:lnTo>
                  <a:lnTo>
                    <a:pt x="1243807" y="643731"/>
                  </a:lnTo>
                  <a:lnTo>
                    <a:pt x="1245395" y="651140"/>
                  </a:lnTo>
                  <a:lnTo>
                    <a:pt x="1246982" y="658548"/>
                  </a:lnTo>
                  <a:lnTo>
                    <a:pt x="1247512" y="666221"/>
                  </a:lnTo>
                  <a:lnTo>
                    <a:pt x="1247776" y="673629"/>
                  </a:lnTo>
                  <a:lnTo>
                    <a:pt x="1247776" y="681567"/>
                  </a:lnTo>
                  <a:lnTo>
                    <a:pt x="1246982" y="688975"/>
                  </a:lnTo>
                  <a:lnTo>
                    <a:pt x="1245924" y="696648"/>
                  </a:lnTo>
                  <a:lnTo>
                    <a:pt x="1244072" y="704056"/>
                  </a:lnTo>
                  <a:lnTo>
                    <a:pt x="1241691" y="711200"/>
                  </a:lnTo>
                  <a:lnTo>
                    <a:pt x="1239309" y="718608"/>
                  </a:lnTo>
                  <a:lnTo>
                    <a:pt x="1236134" y="725488"/>
                  </a:lnTo>
                  <a:lnTo>
                    <a:pt x="1232430" y="732367"/>
                  </a:lnTo>
                  <a:lnTo>
                    <a:pt x="1228462" y="739246"/>
                  </a:lnTo>
                  <a:lnTo>
                    <a:pt x="1223699" y="745067"/>
                  </a:lnTo>
                  <a:lnTo>
                    <a:pt x="1218937" y="751152"/>
                  </a:lnTo>
                  <a:lnTo>
                    <a:pt x="1213645" y="756973"/>
                  </a:lnTo>
                  <a:lnTo>
                    <a:pt x="1208089" y="762000"/>
                  </a:lnTo>
                  <a:lnTo>
                    <a:pt x="1202003" y="766763"/>
                  </a:lnTo>
                  <a:lnTo>
                    <a:pt x="1195918" y="770996"/>
                  </a:lnTo>
                  <a:lnTo>
                    <a:pt x="1189303" y="775229"/>
                  </a:lnTo>
                  <a:lnTo>
                    <a:pt x="1182689" y="778933"/>
                  </a:lnTo>
                  <a:lnTo>
                    <a:pt x="1175809" y="781579"/>
                  </a:lnTo>
                  <a:lnTo>
                    <a:pt x="1168666" y="784490"/>
                  </a:lnTo>
                  <a:lnTo>
                    <a:pt x="1161257" y="786606"/>
                  </a:lnTo>
                  <a:lnTo>
                    <a:pt x="1153849" y="788194"/>
                  </a:lnTo>
                  <a:lnTo>
                    <a:pt x="1146176" y="789781"/>
                  </a:lnTo>
                  <a:lnTo>
                    <a:pt x="1138503" y="790311"/>
                  </a:lnTo>
                  <a:lnTo>
                    <a:pt x="1130830" y="790575"/>
                  </a:lnTo>
                  <a:lnTo>
                    <a:pt x="994305" y="790575"/>
                  </a:lnTo>
                  <a:lnTo>
                    <a:pt x="846138" y="534194"/>
                  </a:lnTo>
                  <a:lnTo>
                    <a:pt x="1100138" y="387350"/>
                  </a:lnTo>
                  <a:close/>
                  <a:moveTo>
                    <a:pt x="819361" y="30163"/>
                  </a:moveTo>
                  <a:lnTo>
                    <a:pt x="827011" y="30428"/>
                  </a:lnTo>
                  <a:lnTo>
                    <a:pt x="834661" y="31221"/>
                  </a:lnTo>
                  <a:lnTo>
                    <a:pt x="842311" y="32280"/>
                  </a:lnTo>
                  <a:lnTo>
                    <a:pt x="849961" y="34132"/>
                  </a:lnTo>
                  <a:lnTo>
                    <a:pt x="857084" y="36249"/>
                  </a:lnTo>
                  <a:lnTo>
                    <a:pt x="864206" y="39159"/>
                  </a:lnTo>
                  <a:lnTo>
                    <a:pt x="870801" y="42334"/>
                  </a:lnTo>
                  <a:lnTo>
                    <a:pt x="877660" y="45774"/>
                  </a:lnTo>
                  <a:lnTo>
                    <a:pt x="883991" y="49742"/>
                  </a:lnTo>
                  <a:lnTo>
                    <a:pt x="890322" y="54240"/>
                  </a:lnTo>
                  <a:lnTo>
                    <a:pt x="895862" y="59267"/>
                  </a:lnTo>
                  <a:lnTo>
                    <a:pt x="901665" y="64294"/>
                  </a:lnTo>
                  <a:lnTo>
                    <a:pt x="906677" y="70115"/>
                  </a:lnTo>
                  <a:lnTo>
                    <a:pt x="911689" y="75672"/>
                  </a:lnTo>
                  <a:lnTo>
                    <a:pt x="916174" y="82022"/>
                  </a:lnTo>
                  <a:lnTo>
                    <a:pt x="920395" y="88636"/>
                  </a:lnTo>
                  <a:lnTo>
                    <a:pt x="972362" y="179124"/>
                  </a:lnTo>
                  <a:lnTo>
                    <a:pt x="1066801" y="124355"/>
                  </a:lnTo>
                  <a:lnTo>
                    <a:pt x="1063108" y="133615"/>
                  </a:lnTo>
                  <a:lnTo>
                    <a:pt x="1052556" y="159015"/>
                  </a:lnTo>
                  <a:lnTo>
                    <a:pt x="1045434" y="176213"/>
                  </a:lnTo>
                  <a:lnTo>
                    <a:pt x="1036992" y="195793"/>
                  </a:lnTo>
                  <a:lnTo>
                    <a:pt x="1027496" y="216430"/>
                  </a:lnTo>
                  <a:lnTo>
                    <a:pt x="1016944" y="238391"/>
                  </a:lnTo>
                  <a:lnTo>
                    <a:pt x="1005601" y="260880"/>
                  </a:lnTo>
                  <a:lnTo>
                    <a:pt x="999797" y="272257"/>
                  </a:lnTo>
                  <a:lnTo>
                    <a:pt x="993994" y="283105"/>
                  </a:lnTo>
                  <a:lnTo>
                    <a:pt x="987926" y="294218"/>
                  </a:lnTo>
                  <a:lnTo>
                    <a:pt x="981595" y="304801"/>
                  </a:lnTo>
                  <a:lnTo>
                    <a:pt x="975528" y="315120"/>
                  </a:lnTo>
                  <a:lnTo>
                    <a:pt x="969197" y="324645"/>
                  </a:lnTo>
                  <a:lnTo>
                    <a:pt x="962866" y="334170"/>
                  </a:lnTo>
                  <a:lnTo>
                    <a:pt x="956535" y="342901"/>
                  </a:lnTo>
                  <a:lnTo>
                    <a:pt x="949940" y="351368"/>
                  </a:lnTo>
                  <a:lnTo>
                    <a:pt x="943872" y="359041"/>
                  </a:lnTo>
                  <a:lnTo>
                    <a:pt x="937541" y="365655"/>
                  </a:lnTo>
                  <a:lnTo>
                    <a:pt x="931210" y="371476"/>
                  </a:lnTo>
                  <a:lnTo>
                    <a:pt x="928045" y="374122"/>
                  </a:lnTo>
                  <a:lnTo>
                    <a:pt x="925407" y="376503"/>
                  </a:lnTo>
                  <a:lnTo>
                    <a:pt x="922241" y="378620"/>
                  </a:lnTo>
                  <a:lnTo>
                    <a:pt x="919076" y="380472"/>
                  </a:lnTo>
                  <a:lnTo>
                    <a:pt x="915910" y="382059"/>
                  </a:lnTo>
                  <a:lnTo>
                    <a:pt x="912744" y="383912"/>
                  </a:lnTo>
                  <a:lnTo>
                    <a:pt x="909051" y="385234"/>
                  </a:lnTo>
                  <a:lnTo>
                    <a:pt x="905358" y="386822"/>
                  </a:lnTo>
                  <a:lnTo>
                    <a:pt x="897180" y="388939"/>
                  </a:lnTo>
                  <a:lnTo>
                    <a:pt x="887948" y="391320"/>
                  </a:lnTo>
                  <a:lnTo>
                    <a:pt x="878187" y="392907"/>
                  </a:lnTo>
                  <a:lnTo>
                    <a:pt x="868163" y="394495"/>
                  </a:lnTo>
                  <a:lnTo>
                    <a:pt x="857347" y="395289"/>
                  </a:lnTo>
                  <a:lnTo>
                    <a:pt x="846268" y="396082"/>
                  </a:lnTo>
                  <a:lnTo>
                    <a:pt x="834133" y="396612"/>
                  </a:lnTo>
                  <a:lnTo>
                    <a:pt x="822263" y="396876"/>
                  </a:lnTo>
                  <a:lnTo>
                    <a:pt x="809864" y="396876"/>
                  </a:lnTo>
                  <a:lnTo>
                    <a:pt x="797730" y="396876"/>
                  </a:lnTo>
                  <a:lnTo>
                    <a:pt x="784804" y="396347"/>
                  </a:lnTo>
                  <a:lnTo>
                    <a:pt x="772405" y="395818"/>
                  </a:lnTo>
                  <a:lnTo>
                    <a:pt x="747608" y="394495"/>
                  </a:lnTo>
                  <a:lnTo>
                    <a:pt x="723339" y="392643"/>
                  </a:lnTo>
                  <a:lnTo>
                    <a:pt x="700389" y="390526"/>
                  </a:lnTo>
                  <a:lnTo>
                    <a:pt x="679549" y="388145"/>
                  </a:lnTo>
                  <a:lnTo>
                    <a:pt x="661083" y="385764"/>
                  </a:lnTo>
                  <a:lnTo>
                    <a:pt x="633912" y="382059"/>
                  </a:lnTo>
                  <a:lnTo>
                    <a:pt x="623888" y="380737"/>
                  </a:lnTo>
                  <a:lnTo>
                    <a:pt x="719382" y="326761"/>
                  </a:lnTo>
                  <a:lnTo>
                    <a:pt x="650795" y="207434"/>
                  </a:lnTo>
                  <a:lnTo>
                    <a:pt x="697487" y="125942"/>
                  </a:lnTo>
                  <a:lnTo>
                    <a:pt x="718855" y="89430"/>
                  </a:lnTo>
                  <a:lnTo>
                    <a:pt x="722812" y="82551"/>
                  </a:lnTo>
                  <a:lnTo>
                    <a:pt x="727032" y="76201"/>
                  </a:lnTo>
                  <a:lnTo>
                    <a:pt x="732044" y="70380"/>
                  </a:lnTo>
                  <a:lnTo>
                    <a:pt x="737320" y="64559"/>
                  </a:lnTo>
                  <a:lnTo>
                    <a:pt x="742860" y="59532"/>
                  </a:lnTo>
                  <a:lnTo>
                    <a:pt x="748400" y="54505"/>
                  </a:lnTo>
                  <a:lnTo>
                    <a:pt x="754731" y="50007"/>
                  </a:lnTo>
                  <a:lnTo>
                    <a:pt x="761062" y="46038"/>
                  </a:lnTo>
                  <a:lnTo>
                    <a:pt x="767921" y="42334"/>
                  </a:lnTo>
                  <a:lnTo>
                    <a:pt x="774779" y="39159"/>
                  </a:lnTo>
                  <a:lnTo>
                    <a:pt x="781902" y="36513"/>
                  </a:lnTo>
                  <a:lnTo>
                    <a:pt x="789024" y="34396"/>
                  </a:lnTo>
                  <a:lnTo>
                    <a:pt x="796411" y="32280"/>
                  </a:lnTo>
                  <a:lnTo>
                    <a:pt x="804061" y="31221"/>
                  </a:lnTo>
                  <a:lnTo>
                    <a:pt x="811711" y="30428"/>
                  </a:lnTo>
                  <a:lnTo>
                    <a:pt x="819361" y="30163"/>
                  </a:lnTo>
                  <a:close/>
                  <a:moveTo>
                    <a:pt x="454607" y="0"/>
                  </a:moveTo>
                  <a:lnTo>
                    <a:pt x="820738" y="0"/>
                  </a:lnTo>
                  <a:lnTo>
                    <a:pt x="810936" y="264"/>
                  </a:lnTo>
                  <a:lnTo>
                    <a:pt x="801133" y="1320"/>
                  </a:lnTo>
                  <a:lnTo>
                    <a:pt x="791331" y="2904"/>
                  </a:lnTo>
                  <a:lnTo>
                    <a:pt x="782059" y="5280"/>
                  </a:lnTo>
                  <a:lnTo>
                    <a:pt x="772786" y="7656"/>
                  </a:lnTo>
                  <a:lnTo>
                    <a:pt x="764044" y="11087"/>
                  </a:lnTo>
                  <a:lnTo>
                    <a:pt x="755301" y="15047"/>
                  </a:lnTo>
                  <a:lnTo>
                    <a:pt x="747088" y="19799"/>
                  </a:lnTo>
                  <a:lnTo>
                    <a:pt x="738875" y="24551"/>
                  </a:lnTo>
                  <a:lnTo>
                    <a:pt x="730927" y="30358"/>
                  </a:lnTo>
                  <a:lnTo>
                    <a:pt x="723774" y="36166"/>
                  </a:lnTo>
                  <a:lnTo>
                    <a:pt x="716621" y="42765"/>
                  </a:lnTo>
                  <a:lnTo>
                    <a:pt x="710263" y="49893"/>
                  </a:lnTo>
                  <a:lnTo>
                    <a:pt x="704170" y="57548"/>
                  </a:lnTo>
                  <a:lnTo>
                    <a:pt x="698341" y="65468"/>
                  </a:lnTo>
                  <a:lnTo>
                    <a:pt x="693043" y="73915"/>
                  </a:lnTo>
                  <a:lnTo>
                    <a:pt x="566672" y="291701"/>
                  </a:lnTo>
                  <a:lnTo>
                    <a:pt x="466529" y="465138"/>
                  </a:lnTo>
                  <a:lnTo>
                    <a:pt x="211138" y="318100"/>
                  </a:lnTo>
                  <a:lnTo>
                    <a:pt x="230743" y="283782"/>
                  </a:lnTo>
                  <a:lnTo>
                    <a:pt x="276046" y="204587"/>
                  </a:lnTo>
                  <a:lnTo>
                    <a:pt x="327972" y="115361"/>
                  </a:lnTo>
                  <a:lnTo>
                    <a:pt x="349696" y="78139"/>
                  </a:lnTo>
                  <a:lnTo>
                    <a:pt x="365591" y="51741"/>
                  </a:lnTo>
                  <a:lnTo>
                    <a:pt x="369300" y="46197"/>
                  </a:lnTo>
                  <a:lnTo>
                    <a:pt x="373009" y="40917"/>
                  </a:lnTo>
                  <a:lnTo>
                    <a:pt x="377248" y="35638"/>
                  </a:lnTo>
                  <a:lnTo>
                    <a:pt x="382017" y="30886"/>
                  </a:lnTo>
                  <a:lnTo>
                    <a:pt x="386786" y="26398"/>
                  </a:lnTo>
                  <a:lnTo>
                    <a:pt x="391819" y="21911"/>
                  </a:lnTo>
                  <a:lnTo>
                    <a:pt x="397118" y="17951"/>
                  </a:lnTo>
                  <a:lnTo>
                    <a:pt x="402681" y="14519"/>
                  </a:lnTo>
                  <a:lnTo>
                    <a:pt x="408510" y="11087"/>
                  </a:lnTo>
                  <a:lnTo>
                    <a:pt x="414603" y="8448"/>
                  </a:lnTo>
                  <a:lnTo>
                    <a:pt x="420696" y="6072"/>
                  </a:lnTo>
                  <a:lnTo>
                    <a:pt x="427055" y="3696"/>
                  </a:lnTo>
                  <a:lnTo>
                    <a:pt x="433678" y="2112"/>
                  </a:lnTo>
                  <a:lnTo>
                    <a:pt x="440566" y="792"/>
                  </a:lnTo>
                  <a:lnTo>
                    <a:pt x="447454" y="264"/>
                  </a:lnTo>
                  <a:lnTo>
                    <a:pt x="45460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45" name="矩形 20"/>
          <p:cNvSpPr>
            <a:spLocks noChangeArrowheads="1"/>
          </p:cNvSpPr>
          <p:nvPr/>
        </p:nvSpPr>
        <p:spPr bwMode="auto">
          <a:xfrm>
            <a:off x="8526462" y="3715877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书写文档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46" name="矩形 20"/>
          <p:cNvSpPr>
            <a:spLocks noChangeArrowheads="1"/>
          </p:cNvSpPr>
          <p:nvPr/>
        </p:nvSpPr>
        <p:spPr bwMode="auto">
          <a:xfrm>
            <a:off x="8526462" y="2582402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制定测试计划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47" name="矩形 20"/>
          <p:cNvSpPr>
            <a:spLocks noChangeArrowheads="1"/>
          </p:cNvSpPr>
          <p:nvPr/>
        </p:nvSpPr>
        <p:spPr bwMode="auto">
          <a:xfrm>
            <a:off x="8526462" y="4768825"/>
            <a:ext cx="2178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审查和复审</a:t>
            </a:r>
            <a:endParaRPr lang="zh-CN" altLang="en-US" sz="2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325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2" name="直接连接符 4"/>
          <p:cNvSpPr>
            <a:spLocks noChangeShapeType="1"/>
          </p:cNvSpPr>
          <p:nvPr/>
        </p:nvSpPr>
        <p:spPr bwMode="auto">
          <a:xfrm>
            <a:off x="1274763" y="3971925"/>
            <a:ext cx="9372600" cy="12700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直接连接符 46"/>
          <p:cNvSpPr>
            <a:spLocks noChangeShapeType="1"/>
          </p:cNvSpPr>
          <p:nvPr/>
        </p:nvSpPr>
        <p:spPr bwMode="auto">
          <a:xfrm rot="5400000">
            <a:off x="2540794" y="3964781"/>
            <a:ext cx="3467100" cy="1588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直接连接符 47"/>
          <p:cNvSpPr>
            <a:spLocks noChangeShapeType="1"/>
          </p:cNvSpPr>
          <p:nvPr/>
        </p:nvSpPr>
        <p:spPr bwMode="auto">
          <a:xfrm rot="5400000">
            <a:off x="5923757" y="3964781"/>
            <a:ext cx="3467100" cy="1587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" name="KSO_Shape"/>
          <p:cNvSpPr>
            <a:spLocks noChangeArrowheads="1"/>
          </p:cNvSpPr>
          <p:nvPr/>
        </p:nvSpPr>
        <p:spPr bwMode="auto">
          <a:xfrm>
            <a:off x="1457643" y="947293"/>
            <a:ext cx="538162" cy="454025"/>
          </a:xfrm>
          <a:custGeom>
            <a:avLst/>
            <a:gdLst>
              <a:gd name="T0" fmla="*/ 18159 w 2301876"/>
              <a:gd name="T1" fmla="*/ 77120 h 1941513"/>
              <a:gd name="T2" fmla="*/ 17585 w 2301876"/>
              <a:gd name="T3" fmla="*/ 80412 h 1941513"/>
              <a:gd name="T4" fmla="*/ 20901 w 2301876"/>
              <a:gd name="T5" fmla="*/ 83415 h 1941513"/>
              <a:gd name="T6" fmla="*/ 38069 w 2301876"/>
              <a:gd name="T7" fmla="*/ 82553 h 1941513"/>
              <a:gd name="T8" fmla="*/ 39519 w 2301876"/>
              <a:gd name="T9" fmla="*/ 78989 h 1941513"/>
              <a:gd name="T10" fmla="*/ 36691 w 2301876"/>
              <a:gd name="T11" fmla="*/ 75511 h 1941513"/>
              <a:gd name="T12" fmla="*/ 73728 w 2301876"/>
              <a:gd name="T13" fmla="*/ 68216 h 1941513"/>
              <a:gd name="T14" fmla="*/ 72535 w 2301876"/>
              <a:gd name="T15" fmla="*/ 72210 h 1941513"/>
              <a:gd name="T16" fmla="*/ 87123 w 2301876"/>
              <a:gd name="T17" fmla="*/ 74179 h 1941513"/>
              <a:gd name="T18" fmla="*/ 90069 w 2301876"/>
              <a:gd name="T19" fmla="*/ 71262 h 1941513"/>
              <a:gd name="T20" fmla="*/ 87784 w 2301876"/>
              <a:gd name="T21" fmla="*/ 67800 h 1941513"/>
              <a:gd name="T22" fmla="*/ 83584 w 2301876"/>
              <a:gd name="T23" fmla="*/ 28246 h 1941513"/>
              <a:gd name="T24" fmla="*/ 86634 w 2301876"/>
              <a:gd name="T25" fmla="*/ 31552 h 1941513"/>
              <a:gd name="T26" fmla="*/ 87511 w 2301876"/>
              <a:gd name="T27" fmla="*/ 36511 h 1941513"/>
              <a:gd name="T28" fmla="*/ 89669 w 2301876"/>
              <a:gd name="T29" fmla="*/ 39199 h 1941513"/>
              <a:gd name="T30" fmla="*/ 86533 w 2301876"/>
              <a:gd name="T31" fmla="*/ 45941 h 1941513"/>
              <a:gd name="T32" fmla="*/ 92474 w 2301876"/>
              <a:gd name="T33" fmla="*/ 50137 h 1941513"/>
              <a:gd name="T34" fmla="*/ 67215 w 2301876"/>
              <a:gd name="T35" fmla="*/ 60487 h 1941513"/>
              <a:gd name="T36" fmla="*/ 70207 w 2301876"/>
              <a:gd name="T37" fmla="*/ 49735 h 1941513"/>
              <a:gd name="T38" fmla="*/ 76335 w 2301876"/>
              <a:gd name="T39" fmla="*/ 45753 h 1941513"/>
              <a:gd name="T40" fmla="*/ 72983 w 2301876"/>
              <a:gd name="T41" fmla="*/ 38983 h 1941513"/>
              <a:gd name="T42" fmla="*/ 74896 w 2301876"/>
              <a:gd name="T43" fmla="*/ 36137 h 1941513"/>
              <a:gd name="T44" fmla="*/ 75888 w 2301876"/>
              <a:gd name="T45" fmla="*/ 31250 h 1941513"/>
              <a:gd name="T46" fmla="*/ 79039 w 2301876"/>
              <a:gd name="T47" fmla="*/ 28117 h 1941513"/>
              <a:gd name="T48" fmla="*/ 31168 w 2301876"/>
              <a:gd name="T49" fmla="*/ 26120 h 1941513"/>
              <a:gd name="T50" fmla="*/ 35078 w 2301876"/>
              <a:gd name="T51" fmla="*/ 30026 h 1941513"/>
              <a:gd name="T52" fmla="*/ 36142 w 2301876"/>
              <a:gd name="T53" fmla="*/ 35929 h 1941513"/>
              <a:gd name="T54" fmla="*/ 34603 w 2301876"/>
              <a:gd name="T55" fmla="*/ 40439 h 1941513"/>
              <a:gd name="T56" fmla="*/ 31412 w 2301876"/>
              <a:gd name="T57" fmla="*/ 43355 h 1941513"/>
              <a:gd name="T58" fmla="*/ 38729 w 2301876"/>
              <a:gd name="T59" fmla="*/ 50076 h 1941513"/>
              <a:gd name="T60" fmla="*/ 44565 w 2301876"/>
              <a:gd name="T61" fmla="*/ 56683 h 1941513"/>
              <a:gd name="T62" fmla="*/ 12180 w 2301876"/>
              <a:gd name="T63" fmla="*/ 57272 h 1941513"/>
              <a:gd name="T64" fmla="*/ 17757 w 2301876"/>
              <a:gd name="T65" fmla="*/ 50450 h 1941513"/>
              <a:gd name="T66" fmla="*/ 25864 w 2301876"/>
              <a:gd name="T67" fmla="*/ 43469 h 1941513"/>
              <a:gd name="T68" fmla="*/ 22601 w 2301876"/>
              <a:gd name="T69" fmla="*/ 40712 h 1941513"/>
              <a:gd name="T70" fmla="*/ 20905 w 2301876"/>
              <a:gd name="T71" fmla="*/ 36288 h 1941513"/>
              <a:gd name="T72" fmla="*/ 21753 w 2301876"/>
              <a:gd name="T73" fmla="*/ 30414 h 1941513"/>
              <a:gd name="T74" fmla="*/ 25519 w 2301876"/>
              <a:gd name="T75" fmla="*/ 26292 h 1941513"/>
              <a:gd name="T76" fmla="*/ 7666 w 2301876"/>
              <a:gd name="T77" fmla="*/ 7359 h 1941513"/>
              <a:gd name="T78" fmla="*/ 7307 w 2301876"/>
              <a:gd name="T79" fmla="*/ 66212 h 1941513"/>
              <a:gd name="T80" fmla="*/ 10852 w 2301876"/>
              <a:gd name="T81" fmla="*/ 70581 h 1941513"/>
              <a:gd name="T82" fmla="*/ 49467 w 2301876"/>
              <a:gd name="T83" fmla="*/ 66931 h 1941513"/>
              <a:gd name="T84" fmla="*/ 49525 w 2301876"/>
              <a:gd name="T85" fmla="*/ 7502 h 1941513"/>
              <a:gd name="T86" fmla="*/ 98118 w 2301876"/>
              <a:gd name="T87" fmla="*/ 7155 h 1941513"/>
              <a:gd name="T88" fmla="*/ 102171 w 2301876"/>
              <a:gd name="T89" fmla="*/ 9080 h 1941513"/>
              <a:gd name="T90" fmla="*/ 104082 w 2301876"/>
              <a:gd name="T91" fmla="*/ 13146 h 1941513"/>
              <a:gd name="T92" fmla="*/ 102746 w 2301876"/>
              <a:gd name="T93" fmla="*/ 72742 h 1941513"/>
              <a:gd name="T94" fmla="*/ 96695 w 2301876"/>
              <a:gd name="T95" fmla="*/ 77110 h 1941513"/>
              <a:gd name="T96" fmla="*/ 67663 w 2301876"/>
              <a:gd name="T97" fmla="*/ 77411 h 1941513"/>
              <a:gd name="T98" fmla="*/ 65033 w 2301876"/>
              <a:gd name="T99" fmla="*/ 62311 h 1941513"/>
              <a:gd name="T100" fmla="*/ 96005 w 2301876"/>
              <a:gd name="T101" fmla="*/ 63432 h 1941513"/>
              <a:gd name="T102" fmla="*/ 98376 w 2301876"/>
              <a:gd name="T103" fmla="*/ 59509 h 1941513"/>
              <a:gd name="T104" fmla="*/ 49108 w 2301876"/>
              <a:gd name="T105" fmla="*/ 14 h 1941513"/>
              <a:gd name="T106" fmla="*/ 54276 w 2301876"/>
              <a:gd name="T107" fmla="*/ 2156 h 1941513"/>
              <a:gd name="T108" fmla="*/ 56917 w 2301876"/>
              <a:gd name="T109" fmla="*/ 7071 h 1941513"/>
              <a:gd name="T110" fmla="*/ 55611 w 2301876"/>
              <a:gd name="T111" fmla="*/ 81101 h 1941513"/>
              <a:gd name="T112" fmla="*/ 48534 w 2301876"/>
              <a:gd name="T113" fmla="*/ 86865 h 1941513"/>
              <a:gd name="T114" fmla="*/ 10981 w 2301876"/>
              <a:gd name="T115" fmla="*/ 87468 h 1941513"/>
              <a:gd name="T116" fmla="*/ 2512 w 2301876"/>
              <a:gd name="T117" fmla="*/ 82783 h 1941513"/>
              <a:gd name="T118" fmla="*/ 0 w 2301876"/>
              <a:gd name="T119" fmla="*/ 8336 h 1941513"/>
              <a:gd name="T120" fmla="*/ 1895 w 2301876"/>
              <a:gd name="T121" fmla="*/ 3033 h 1941513"/>
              <a:gd name="T122" fmla="*/ 6646 w 2301876"/>
              <a:gd name="T123" fmla="*/ 158 h 194151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301876"/>
              <a:gd name="T187" fmla="*/ 0 h 1941513"/>
              <a:gd name="T188" fmla="*/ 2301876 w 2301876"/>
              <a:gd name="T189" fmla="*/ 1941513 h 1941513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301876" h="1941513">
                <a:moveTo>
                  <a:pt x="475693" y="1664563"/>
                </a:moveTo>
                <a:lnTo>
                  <a:pt x="471250" y="1664880"/>
                </a:lnTo>
                <a:lnTo>
                  <a:pt x="466490" y="1665198"/>
                </a:lnTo>
                <a:lnTo>
                  <a:pt x="462047" y="1665515"/>
                </a:lnTo>
                <a:lnTo>
                  <a:pt x="457605" y="1666468"/>
                </a:lnTo>
                <a:lnTo>
                  <a:pt x="453162" y="1667421"/>
                </a:lnTo>
                <a:lnTo>
                  <a:pt x="449354" y="1668691"/>
                </a:lnTo>
                <a:lnTo>
                  <a:pt x="440786" y="1671550"/>
                </a:lnTo>
                <a:lnTo>
                  <a:pt x="433170" y="1675679"/>
                </a:lnTo>
                <a:lnTo>
                  <a:pt x="425553" y="1680125"/>
                </a:lnTo>
                <a:lnTo>
                  <a:pt x="418572" y="1685207"/>
                </a:lnTo>
                <a:lnTo>
                  <a:pt x="412542" y="1691241"/>
                </a:lnTo>
                <a:lnTo>
                  <a:pt x="406513" y="1697276"/>
                </a:lnTo>
                <a:lnTo>
                  <a:pt x="401435" y="1704263"/>
                </a:lnTo>
                <a:lnTo>
                  <a:pt x="396993" y="1711886"/>
                </a:lnTo>
                <a:lnTo>
                  <a:pt x="392867" y="1719508"/>
                </a:lnTo>
                <a:lnTo>
                  <a:pt x="390011" y="1728083"/>
                </a:lnTo>
                <a:lnTo>
                  <a:pt x="388742" y="1732212"/>
                </a:lnTo>
                <a:lnTo>
                  <a:pt x="387790" y="1736341"/>
                </a:lnTo>
                <a:lnTo>
                  <a:pt x="386838" y="1740787"/>
                </a:lnTo>
                <a:lnTo>
                  <a:pt x="386203" y="1745552"/>
                </a:lnTo>
                <a:lnTo>
                  <a:pt x="385886" y="1749998"/>
                </a:lnTo>
                <a:lnTo>
                  <a:pt x="385886" y="1754444"/>
                </a:lnTo>
                <a:lnTo>
                  <a:pt x="385886" y="1759209"/>
                </a:lnTo>
                <a:lnTo>
                  <a:pt x="386203" y="1763655"/>
                </a:lnTo>
                <a:lnTo>
                  <a:pt x="386838" y="1768419"/>
                </a:lnTo>
                <a:lnTo>
                  <a:pt x="387790" y="1772865"/>
                </a:lnTo>
                <a:lnTo>
                  <a:pt x="388742" y="1776994"/>
                </a:lnTo>
                <a:lnTo>
                  <a:pt x="390011" y="1781441"/>
                </a:lnTo>
                <a:lnTo>
                  <a:pt x="392867" y="1789698"/>
                </a:lnTo>
                <a:lnTo>
                  <a:pt x="396993" y="1797639"/>
                </a:lnTo>
                <a:lnTo>
                  <a:pt x="401435" y="1804943"/>
                </a:lnTo>
                <a:lnTo>
                  <a:pt x="406513" y="1812248"/>
                </a:lnTo>
                <a:lnTo>
                  <a:pt x="412542" y="1818283"/>
                </a:lnTo>
                <a:lnTo>
                  <a:pt x="418572" y="1824317"/>
                </a:lnTo>
                <a:lnTo>
                  <a:pt x="425553" y="1829399"/>
                </a:lnTo>
                <a:lnTo>
                  <a:pt x="433170" y="1833845"/>
                </a:lnTo>
                <a:lnTo>
                  <a:pt x="440786" y="1837657"/>
                </a:lnTo>
                <a:lnTo>
                  <a:pt x="449354" y="1840515"/>
                </a:lnTo>
                <a:lnTo>
                  <a:pt x="453162" y="1842103"/>
                </a:lnTo>
                <a:lnTo>
                  <a:pt x="457605" y="1842738"/>
                </a:lnTo>
                <a:lnTo>
                  <a:pt x="462047" y="1843374"/>
                </a:lnTo>
                <a:lnTo>
                  <a:pt x="466490" y="1844326"/>
                </a:lnTo>
                <a:lnTo>
                  <a:pt x="471250" y="1844644"/>
                </a:lnTo>
                <a:lnTo>
                  <a:pt x="475693" y="1844644"/>
                </a:lnTo>
                <a:lnTo>
                  <a:pt x="784465" y="1844644"/>
                </a:lnTo>
                <a:lnTo>
                  <a:pt x="788908" y="1844644"/>
                </a:lnTo>
                <a:lnTo>
                  <a:pt x="793668" y="1844326"/>
                </a:lnTo>
                <a:lnTo>
                  <a:pt x="798111" y="1843374"/>
                </a:lnTo>
                <a:lnTo>
                  <a:pt x="802553" y="1842738"/>
                </a:lnTo>
                <a:lnTo>
                  <a:pt x="806996" y="1842103"/>
                </a:lnTo>
                <a:lnTo>
                  <a:pt x="811122" y="1840515"/>
                </a:lnTo>
                <a:lnTo>
                  <a:pt x="819690" y="1837657"/>
                </a:lnTo>
                <a:lnTo>
                  <a:pt x="827306" y="1833845"/>
                </a:lnTo>
                <a:lnTo>
                  <a:pt x="834605" y="1829399"/>
                </a:lnTo>
                <a:lnTo>
                  <a:pt x="841586" y="1824317"/>
                </a:lnTo>
                <a:lnTo>
                  <a:pt x="847933" y="1818283"/>
                </a:lnTo>
                <a:lnTo>
                  <a:pt x="853963" y="1812248"/>
                </a:lnTo>
                <a:lnTo>
                  <a:pt x="859040" y="1804943"/>
                </a:lnTo>
                <a:lnTo>
                  <a:pt x="863483" y="1797639"/>
                </a:lnTo>
                <a:lnTo>
                  <a:pt x="867608" y="1789698"/>
                </a:lnTo>
                <a:lnTo>
                  <a:pt x="870464" y="1781441"/>
                </a:lnTo>
                <a:lnTo>
                  <a:pt x="871734" y="1776994"/>
                </a:lnTo>
                <a:lnTo>
                  <a:pt x="872686" y="1772865"/>
                </a:lnTo>
                <a:lnTo>
                  <a:pt x="873320" y="1768419"/>
                </a:lnTo>
                <a:lnTo>
                  <a:pt x="873638" y="1763655"/>
                </a:lnTo>
                <a:lnTo>
                  <a:pt x="874272" y="1759209"/>
                </a:lnTo>
                <a:lnTo>
                  <a:pt x="874590" y="1754444"/>
                </a:lnTo>
                <a:lnTo>
                  <a:pt x="874272" y="1749998"/>
                </a:lnTo>
                <a:lnTo>
                  <a:pt x="873638" y="1745552"/>
                </a:lnTo>
                <a:lnTo>
                  <a:pt x="873320" y="1740787"/>
                </a:lnTo>
                <a:lnTo>
                  <a:pt x="872686" y="1736341"/>
                </a:lnTo>
                <a:lnTo>
                  <a:pt x="871734" y="1732212"/>
                </a:lnTo>
                <a:lnTo>
                  <a:pt x="870464" y="1728083"/>
                </a:lnTo>
                <a:lnTo>
                  <a:pt x="867608" y="1719508"/>
                </a:lnTo>
                <a:lnTo>
                  <a:pt x="863483" y="1711886"/>
                </a:lnTo>
                <a:lnTo>
                  <a:pt x="859040" y="1704263"/>
                </a:lnTo>
                <a:lnTo>
                  <a:pt x="853963" y="1697276"/>
                </a:lnTo>
                <a:lnTo>
                  <a:pt x="847933" y="1691241"/>
                </a:lnTo>
                <a:lnTo>
                  <a:pt x="841586" y="1685207"/>
                </a:lnTo>
                <a:lnTo>
                  <a:pt x="834605" y="1680125"/>
                </a:lnTo>
                <a:lnTo>
                  <a:pt x="827306" y="1675679"/>
                </a:lnTo>
                <a:lnTo>
                  <a:pt x="819690" y="1671550"/>
                </a:lnTo>
                <a:lnTo>
                  <a:pt x="811122" y="1668691"/>
                </a:lnTo>
                <a:lnTo>
                  <a:pt x="806996" y="1667421"/>
                </a:lnTo>
                <a:lnTo>
                  <a:pt x="802553" y="1666468"/>
                </a:lnTo>
                <a:lnTo>
                  <a:pt x="798111" y="1665515"/>
                </a:lnTo>
                <a:lnTo>
                  <a:pt x="793668" y="1665198"/>
                </a:lnTo>
                <a:lnTo>
                  <a:pt x="788908" y="1664880"/>
                </a:lnTo>
                <a:lnTo>
                  <a:pt x="784465" y="1664563"/>
                </a:lnTo>
                <a:lnTo>
                  <a:pt x="475693" y="1664563"/>
                </a:lnTo>
                <a:close/>
                <a:moveTo>
                  <a:pt x="1670551" y="1495108"/>
                </a:moveTo>
                <a:lnTo>
                  <a:pt x="1662926" y="1495425"/>
                </a:lnTo>
                <a:lnTo>
                  <a:pt x="1655936" y="1496695"/>
                </a:lnTo>
                <a:lnTo>
                  <a:pt x="1648946" y="1498283"/>
                </a:lnTo>
                <a:lnTo>
                  <a:pt x="1642274" y="1500823"/>
                </a:lnTo>
                <a:lnTo>
                  <a:pt x="1636237" y="1503998"/>
                </a:lnTo>
                <a:lnTo>
                  <a:pt x="1629882" y="1507490"/>
                </a:lnTo>
                <a:lnTo>
                  <a:pt x="1624481" y="1511618"/>
                </a:lnTo>
                <a:lnTo>
                  <a:pt x="1619080" y="1516380"/>
                </a:lnTo>
                <a:lnTo>
                  <a:pt x="1614631" y="1521778"/>
                </a:lnTo>
                <a:lnTo>
                  <a:pt x="1610183" y="1527175"/>
                </a:lnTo>
                <a:lnTo>
                  <a:pt x="1606688" y="1533208"/>
                </a:lnTo>
                <a:lnTo>
                  <a:pt x="1603511" y="1539240"/>
                </a:lnTo>
                <a:lnTo>
                  <a:pt x="1601605" y="1545908"/>
                </a:lnTo>
                <a:lnTo>
                  <a:pt x="1599698" y="1552893"/>
                </a:lnTo>
                <a:lnTo>
                  <a:pt x="1598427" y="1559878"/>
                </a:lnTo>
                <a:lnTo>
                  <a:pt x="1598110" y="1567498"/>
                </a:lnTo>
                <a:lnTo>
                  <a:pt x="1598427" y="1574800"/>
                </a:lnTo>
                <a:lnTo>
                  <a:pt x="1599698" y="1582103"/>
                </a:lnTo>
                <a:lnTo>
                  <a:pt x="1601605" y="1589088"/>
                </a:lnTo>
                <a:lnTo>
                  <a:pt x="1603511" y="1595755"/>
                </a:lnTo>
                <a:lnTo>
                  <a:pt x="1606688" y="1602105"/>
                </a:lnTo>
                <a:lnTo>
                  <a:pt x="1610183" y="1607820"/>
                </a:lnTo>
                <a:lnTo>
                  <a:pt x="1614631" y="1613535"/>
                </a:lnTo>
                <a:lnTo>
                  <a:pt x="1619080" y="1618615"/>
                </a:lnTo>
                <a:lnTo>
                  <a:pt x="1624481" y="1623378"/>
                </a:lnTo>
                <a:lnTo>
                  <a:pt x="1629882" y="1627505"/>
                </a:lnTo>
                <a:lnTo>
                  <a:pt x="1636237" y="1630998"/>
                </a:lnTo>
                <a:lnTo>
                  <a:pt x="1642274" y="1634173"/>
                </a:lnTo>
                <a:lnTo>
                  <a:pt x="1648946" y="1636713"/>
                </a:lnTo>
                <a:lnTo>
                  <a:pt x="1655936" y="1638300"/>
                </a:lnTo>
                <a:lnTo>
                  <a:pt x="1662926" y="1639253"/>
                </a:lnTo>
                <a:lnTo>
                  <a:pt x="1670551" y="1639570"/>
                </a:lnTo>
                <a:lnTo>
                  <a:pt x="1918697" y="1639570"/>
                </a:lnTo>
                <a:lnTo>
                  <a:pt x="1926004" y="1639253"/>
                </a:lnTo>
                <a:lnTo>
                  <a:pt x="1933630" y="1638300"/>
                </a:lnTo>
                <a:lnTo>
                  <a:pt x="1940620" y="1636713"/>
                </a:lnTo>
                <a:lnTo>
                  <a:pt x="1947292" y="1634173"/>
                </a:lnTo>
                <a:lnTo>
                  <a:pt x="1953329" y="1630998"/>
                </a:lnTo>
                <a:lnTo>
                  <a:pt x="1959366" y="1627505"/>
                </a:lnTo>
                <a:lnTo>
                  <a:pt x="1964767" y="1623378"/>
                </a:lnTo>
                <a:lnTo>
                  <a:pt x="1970168" y="1618615"/>
                </a:lnTo>
                <a:lnTo>
                  <a:pt x="1974934" y="1613535"/>
                </a:lnTo>
                <a:lnTo>
                  <a:pt x="1979065" y="1607820"/>
                </a:lnTo>
                <a:lnTo>
                  <a:pt x="1982560" y="1602105"/>
                </a:lnTo>
                <a:lnTo>
                  <a:pt x="1985419" y="1595755"/>
                </a:lnTo>
                <a:lnTo>
                  <a:pt x="1988279" y="1589088"/>
                </a:lnTo>
                <a:lnTo>
                  <a:pt x="1989868" y="1582103"/>
                </a:lnTo>
                <a:lnTo>
                  <a:pt x="1991138" y="1574800"/>
                </a:lnTo>
                <a:lnTo>
                  <a:pt x="1991456" y="1567498"/>
                </a:lnTo>
                <a:lnTo>
                  <a:pt x="1991138" y="1559878"/>
                </a:lnTo>
                <a:lnTo>
                  <a:pt x="1989868" y="1552893"/>
                </a:lnTo>
                <a:lnTo>
                  <a:pt x="1988279" y="1545908"/>
                </a:lnTo>
                <a:lnTo>
                  <a:pt x="1985419" y="1539240"/>
                </a:lnTo>
                <a:lnTo>
                  <a:pt x="1982560" y="1533208"/>
                </a:lnTo>
                <a:lnTo>
                  <a:pt x="1979065" y="1527175"/>
                </a:lnTo>
                <a:lnTo>
                  <a:pt x="1974934" y="1521778"/>
                </a:lnTo>
                <a:lnTo>
                  <a:pt x="1970168" y="1516380"/>
                </a:lnTo>
                <a:lnTo>
                  <a:pt x="1964767" y="1511618"/>
                </a:lnTo>
                <a:lnTo>
                  <a:pt x="1959366" y="1507490"/>
                </a:lnTo>
                <a:lnTo>
                  <a:pt x="1953329" y="1503998"/>
                </a:lnTo>
                <a:lnTo>
                  <a:pt x="1947292" y="1500823"/>
                </a:lnTo>
                <a:lnTo>
                  <a:pt x="1940620" y="1498283"/>
                </a:lnTo>
                <a:lnTo>
                  <a:pt x="1933630" y="1496695"/>
                </a:lnTo>
                <a:lnTo>
                  <a:pt x="1926004" y="1495425"/>
                </a:lnTo>
                <a:lnTo>
                  <a:pt x="1918697" y="1495108"/>
                </a:lnTo>
                <a:lnTo>
                  <a:pt x="1670551" y="1495108"/>
                </a:lnTo>
                <a:close/>
                <a:moveTo>
                  <a:pt x="1787673" y="611187"/>
                </a:moveTo>
                <a:lnTo>
                  <a:pt x="1794669" y="611187"/>
                </a:lnTo>
                <a:lnTo>
                  <a:pt x="1801665" y="611187"/>
                </a:lnTo>
                <a:lnTo>
                  <a:pt x="1808661" y="612140"/>
                </a:lnTo>
                <a:lnTo>
                  <a:pt x="1815338" y="613093"/>
                </a:lnTo>
                <a:lnTo>
                  <a:pt x="1822016" y="614681"/>
                </a:lnTo>
                <a:lnTo>
                  <a:pt x="1828694" y="616587"/>
                </a:lnTo>
                <a:lnTo>
                  <a:pt x="1835372" y="618810"/>
                </a:lnTo>
                <a:lnTo>
                  <a:pt x="1841732" y="621352"/>
                </a:lnTo>
                <a:lnTo>
                  <a:pt x="1847773" y="624210"/>
                </a:lnTo>
                <a:lnTo>
                  <a:pt x="1853815" y="627387"/>
                </a:lnTo>
                <a:lnTo>
                  <a:pt x="1859539" y="631198"/>
                </a:lnTo>
                <a:lnTo>
                  <a:pt x="1865581" y="635010"/>
                </a:lnTo>
                <a:lnTo>
                  <a:pt x="1870987" y="639457"/>
                </a:lnTo>
                <a:lnTo>
                  <a:pt x="1876393" y="643904"/>
                </a:lnTo>
                <a:lnTo>
                  <a:pt x="1881480" y="648986"/>
                </a:lnTo>
                <a:lnTo>
                  <a:pt x="1886568" y="654068"/>
                </a:lnTo>
                <a:lnTo>
                  <a:pt x="1891338" y="659151"/>
                </a:lnTo>
                <a:lnTo>
                  <a:pt x="1895790" y="665186"/>
                </a:lnTo>
                <a:lnTo>
                  <a:pt x="1900242" y="670903"/>
                </a:lnTo>
                <a:lnTo>
                  <a:pt x="1904376" y="677256"/>
                </a:lnTo>
                <a:lnTo>
                  <a:pt x="1908192" y="683609"/>
                </a:lnTo>
                <a:lnTo>
                  <a:pt x="1911690" y="690597"/>
                </a:lnTo>
                <a:lnTo>
                  <a:pt x="1915188" y="697267"/>
                </a:lnTo>
                <a:lnTo>
                  <a:pt x="1918049" y="704255"/>
                </a:lnTo>
                <a:lnTo>
                  <a:pt x="1920593" y="711561"/>
                </a:lnTo>
                <a:lnTo>
                  <a:pt x="1923137" y="718867"/>
                </a:lnTo>
                <a:lnTo>
                  <a:pt x="1925363" y="726808"/>
                </a:lnTo>
                <a:lnTo>
                  <a:pt x="1927271" y="734431"/>
                </a:lnTo>
                <a:lnTo>
                  <a:pt x="1928861" y="742690"/>
                </a:lnTo>
                <a:lnTo>
                  <a:pt x="1929815" y="750631"/>
                </a:lnTo>
                <a:lnTo>
                  <a:pt x="1930451" y="758889"/>
                </a:lnTo>
                <a:lnTo>
                  <a:pt x="1931405" y="767466"/>
                </a:lnTo>
                <a:lnTo>
                  <a:pt x="1931405" y="775724"/>
                </a:lnTo>
                <a:lnTo>
                  <a:pt x="1931723" y="784301"/>
                </a:lnTo>
                <a:lnTo>
                  <a:pt x="1932359" y="791924"/>
                </a:lnTo>
                <a:lnTo>
                  <a:pt x="1933313" y="799865"/>
                </a:lnTo>
                <a:lnTo>
                  <a:pt x="1934585" y="806853"/>
                </a:lnTo>
                <a:lnTo>
                  <a:pt x="1936175" y="813206"/>
                </a:lnTo>
                <a:lnTo>
                  <a:pt x="1938401" y="819241"/>
                </a:lnTo>
                <a:lnTo>
                  <a:pt x="1940627" y="824958"/>
                </a:lnTo>
                <a:lnTo>
                  <a:pt x="1943171" y="830041"/>
                </a:lnTo>
                <a:lnTo>
                  <a:pt x="1945715" y="834805"/>
                </a:lnTo>
                <a:lnTo>
                  <a:pt x="1948576" y="839252"/>
                </a:lnTo>
                <a:lnTo>
                  <a:pt x="1951756" y="843381"/>
                </a:lnTo>
                <a:lnTo>
                  <a:pt x="1954936" y="846875"/>
                </a:lnTo>
                <a:lnTo>
                  <a:pt x="1958116" y="850687"/>
                </a:lnTo>
                <a:lnTo>
                  <a:pt x="1961614" y="853546"/>
                </a:lnTo>
                <a:lnTo>
                  <a:pt x="1965430" y="856087"/>
                </a:lnTo>
                <a:lnTo>
                  <a:pt x="1968610" y="858946"/>
                </a:lnTo>
                <a:lnTo>
                  <a:pt x="1975606" y="862757"/>
                </a:lnTo>
                <a:lnTo>
                  <a:pt x="1982284" y="866251"/>
                </a:lnTo>
                <a:lnTo>
                  <a:pt x="1988643" y="868475"/>
                </a:lnTo>
                <a:lnTo>
                  <a:pt x="1994049" y="869745"/>
                </a:lnTo>
                <a:lnTo>
                  <a:pt x="1998819" y="871016"/>
                </a:lnTo>
                <a:lnTo>
                  <a:pt x="2002635" y="871334"/>
                </a:lnTo>
                <a:lnTo>
                  <a:pt x="2005815" y="871651"/>
                </a:lnTo>
                <a:lnTo>
                  <a:pt x="2005815" y="932320"/>
                </a:lnTo>
                <a:lnTo>
                  <a:pt x="1841096" y="932320"/>
                </a:lnTo>
                <a:lnTo>
                  <a:pt x="1841096" y="997119"/>
                </a:lnTo>
                <a:lnTo>
                  <a:pt x="1853815" y="999025"/>
                </a:lnTo>
                <a:lnTo>
                  <a:pt x="1865899" y="1001566"/>
                </a:lnTo>
                <a:lnTo>
                  <a:pt x="1877983" y="1004107"/>
                </a:lnTo>
                <a:lnTo>
                  <a:pt x="1890066" y="1007601"/>
                </a:lnTo>
                <a:lnTo>
                  <a:pt x="1901514" y="1011095"/>
                </a:lnTo>
                <a:lnTo>
                  <a:pt x="1912962" y="1015224"/>
                </a:lnTo>
                <a:lnTo>
                  <a:pt x="1923773" y="1019354"/>
                </a:lnTo>
                <a:lnTo>
                  <a:pt x="1934903" y="1024118"/>
                </a:lnTo>
                <a:lnTo>
                  <a:pt x="1945715" y="1029200"/>
                </a:lnTo>
                <a:lnTo>
                  <a:pt x="1956208" y="1034918"/>
                </a:lnTo>
                <a:lnTo>
                  <a:pt x="1966384" y="1040635"/>
                </a:lnTo>
                <a:lnTo>
                  <a:pt x="1976242" y="1046988"/>
                </a:lnTo>
                <a:lnTo>
                  <a:pt x="1986099" y="1053659"/>
                </a:lnTo>
                <a:lnTo>
                  <a:pt x="1995321" y="1060329"/>
                </a:lnTo>
                <a:lnTo>
                  <a:pt x="2003907" y="1067635"/>
                </a:lnTo>
                <a:lnTo>
                  <a:pt x="2012811" y="1074940"/>
                </a:lnTo>
                <a:lnTo>
                  <a:pt x="2021396" y="1082881"/>
                </a:lnTo>
                <a:lnTo>
                  <a:pt x="2029028" y="1090822"/>
                </a:lnTo>
                <a:lnTo>
                  <a:pt x="2036978" y="1099081"/>
                </a:lnTo>
                <a:lnTo>
                  <a:pt x="2044292" y="1107975"/>
                </a:lnTo>
                <a:lnTo>
                  <a:pt x="2051288" y="1116551"/>
                </a:lnTo>
                <a:lnTo>
                  <a:pt x="2057965" y="1125445"/>
                </a:lnTo>
                <a:lnTo>
                  <a:pt x="2064325" y="1135292"/>
                </a:lnTo>
                <a:lnTo>
                  <a:pt x="2069731" y="1144821"/>
                </a:lnTo>
                <a:lnTo>
                  <a:pt x="2075455" y="1154350"/>
                </a:lnTo>
                <a:lnTo>
                  <a:pt x="2080225" y="1164515"/>
                </a:lnTo>
                <a:lnTo>
                  <a:pt x="2084995" y="1174679"/>
                </a:lnTo>
                <a:lnTo>
                  <a:pt x="2089128" y="1185161"/>
                </a:lnTo>
                <a:lnTo>
                  <a:pt x="2092626" y="1195643"/>
                </a:lnTo>
                <a:lnTo>
                  <a:pt x="2095488" y="1206761"/>
                </a:lnTo>
                <a:lnTo>
                  <a:pt x="2098668" y="1217560"/>
                </a:lnTo>
                <a:lnTo>
                  <a:pt x="2100894" y="1228995"/>
                </a:lnTo>
                <a:lnTo>
                  <a:pt x="2103438" y="1336675"/>
                </a:lnTo>
                <a:lnTo>
                  <a:pt x="1485900" y="1336675"/>
                </a:lnTo>
                <a:lnTo>
                  <a:pt x="1488444" y="1228995"/>
                </a:lnTo>
                <a:lnTo>
                  <a:pt x="1490670" y="1217560"/>
                </a:lnTo>
                <a:lnTo>
                  <a:pt x="1493214" y="1206761"/>
                </a:lnTo>
                <a:lnTo>
                  <a:pt x="1496712" y="1195643"/>
                </a:lnTo>
                <a:lnTo>
                  <a:pt x="1500210" y="1185161"/>
                </a:lnTo>
                <a:lnTo>
                  <a:pt x="1504343" y="1174679"/>
                </a:lnTo>
                <a:lnTo>
                  <a:pt x="1508795" y="1164515"/>
                </a:lnTo>
                <a:lnTo>
                  <a:pt x="1513565" y="1154350"/>
                </a:lnTo>
                <a:lnTo>
                  <a:pt x="1519289" y="1144821"/>
                </a:lnTo>
                <a:lnTo>
                  <a:pt x="1525013" y="1135292"/>
                </a:lnTo>
                <a:lnTo>
                  <a:pt x="1531055" y="1125763"/>
                </a:lnTo>
                <a:lnTo>
                  <a:pt x="1537732" y="1116551"/>
                </a:lnTo>
                <a:lnTo>
                  <a:pt x="1544728" y="1107975"/>
                </a:lnTo>
                <a:lnTo>
                  <a:pt x="1552042" y="1099081"/>
                </a:lnTo>
                <a:lnTo>
                  <a:pt x="1559674" y="1090822"/>
                </a:lnTo>
                <a:lnTo>
                  <a:pt x="1567942" y="1082881"/>
                </a:lnTo>
                <a:lnTo>
                  <a:pt x="1576209" y="1074940"/>
                </a:lnTo>
                <a:lnTo>
                  <a:pt x="1584795" y="1067635"/>
                </a:lnTo>
                <a:lnTo>
                  <a:pt x="1593699" y="1060329"/>
                </a:lnTo>
                <a:lnTo>
                  <a:pt x="1603239" y="1053659"/>
                </a:lnTo>
                <a:lnTo>
                  <a:pt x="1613096" y="1046988"/>
                </a:lnTo>
                <a:lnTo>
                  <a:pt x="1622954" y="1040635"/>
                </a:lnTo>
                <a:lnTo>
                  <a:pt x="1632812" y="1034918"/>
                </a:lnTo>
                <a:lnTo>
                  <a:pt x="1643305" y="1029200"/>
                </a:lnTo>
                <a:lnTo>
                  <a:pt x="1654117" y="1024118"/>
                </a:lnTo>
                <a:lnTo>
                  <a:pt x="1664929" y="1019671"/>
                </a:lnTo>
                <a:lnTo>
                  <a:pt x="1676058" y="1015224"/>
                </a:lnTo>
                <a:lnTo>
                  <a:pt x="1687506" y="1011095"/>
                </a:lnTo>
                <a:lnTo>
                  <a:pt x="1699272" y="1007601"/>
                </a:lnTo>
                <a:lnTo>
                  <a:pt x="1711355" y="1004107"/>
                </a:lnTo>
                <a:lnTo>
                  <a:pt x="1723439" y="1001566"/>
                </a:lnTo>
                <a:lnTo>
                  <a:pt x="1735523" y="999025"/>
                </a:lnTo>
                <a:lnTo>
                  <a:pt x="1747924" y="997119"/>
                </a:lnTo>
                <a:lnTo>
                  <a:pt x="1747924" y="932320"/>
                </a:lnTo>
                <a:lnTo>
                  <a:pt x="1583205" y="932320"/>
                </a:lnTo>
                <a:lnTo>
                  <a:pt x="1583205" y="871651"/>
                </a:lnTo>
                <a:lnTo>
                  <a:pt x="1586385" y="871334"/>
                </a:lnTo>
                <a:lnTo>
                  <a:pt x="1590201" y="870698"/>
                </a:lnTo>
                <a:lnTo>
                  <a:pt x="1594971" y="869110"/>
                </a:lnTo>
                <a:lnTo>
                  <a:pt x="1600377" y="867204"/>
                </a:lnTo>
                <a:lnTo>
                  <a:pt x="1606736" y="864663"/>
                </a:lnTo>
                <a:lnTo>
                  <a:pt x="1613414" y="861487"/>
                </a:lnTo>
                <a:lnTo>
                  <a:pt x="1620410" y="857358"/>
                </a:lnTo>
                <a:lnTo>
                  <a:pt x="1624226" y="854816"/>
                </a:lnTo>
                <a:lnTo>
                  <a:pt x="1627406" y="851958"/>
                </a:lnTo>
                <a:lnTo>
                  <a:pt x="1630586" y="848464"/>
                </a:lnTo>
                <a:lnTo>
                  <a:pt x="1634084" y="845287"/>
                </a:lnTo>
                <a:lnTo>
                  <a:pt x="1637264" y="841476"/>
                </a:lnTo>
                <a:lnTo>
                  <a:pt x="1640444" y="837346"/>
                </a:lnTo>
                <a:lnTo>
                  <a:pt x="1643305" y="832899"/>
                </a:lnTo>
                <a:lnTo>
                  <a:pt x="1646167" y="828135"/>
                </a:lnTo>
                <a:lnTo>
                  <a:pt x="1648393" y="823052"/>
                </a:lnTo>
                <a:lnTo>
                  <a:pt x="1650619" y="817653"/>
                </a:lnTo>
                <a:lnTo>
                  <a:pt x="1652845" y="811617"/>
                </a:lnTo>
                <a:lnTo>
                  <a:pt x="1654435" y="805265"/>
                </a:lnTo>
                <a:lnTo>
                  <a:pt x="1655707" y="798594"/>
                </a:lnTo>
                <a:lnTo>
                  <a:pt x="1656979" y="791289"/>
                </a:lnTo>
                <a:lnTo>
                  <a:pt x="1657297" y="783983"/>
                </a:lnTo>
                <a:lnTo>
                  <a:pt x="1657615" y="775724"/>
                </a:lnTo>
                <a:lnTo>
                  <a:pt x="1657933" y="767466"/>
                </a:lnTo>
                <a:lnTo>
                  <a:pt x="1658569" y="758889"/>
                </a:lnTo>
                <a:lnTo>
                  <a:pt x="1659205" y="750631"/>
                </a:lnTo>
                <a:lnTo>
                  <a:pt x="1660477" y="742690"/>
                </a:lnTo>
                <a:lnTo>
                  <a:pt x="1662067" y="734431"/>
                </a:lnTo>
                <a:lnTo>
                  <a:pt x="1663975" y="726808"/>
                </a:lnTo>
                <a:lnTo>
                  <a:pt x="1666201" y="718867"/>
                </a:lnTo>
                <a:lnTo>
                  <a:pt x="1668427" y="711561"/>
                </a:lnTo>
                <a:lnTo>
                  <a:pt x="1671289" y="704255"/>
                </a:lnTo>
                <a:lnTo>
                  <a:pt x="1674151" y="697267"/>
                </a:lnTo>
                <a:lnTo>
                  <a:pt x="1677648" y="690597"/>
                </a:lnTo>
                <a:lnTo>
                  <a:pt x="1680828" y="683609"/>
                </a:lnTo>
                <a:lnTo>
                  <a:pt x="1684962" y="677256"/>
                </a:lnTo>
                <a:lnTo>
                  <a:pt x="1689096" y="670903"/>
                </a:lnTo>
                <a:lnTo>
                  <a:pt x="1693230" y="665186"/>
                </a:lnTo>
                <a:lnTo>
                  <a:pt x="1698000" y="659151"/>
                </a:lnTo>
                <a:lnTo>
                  <a:pt x="1702770" y="654068"/>
                </a:lnTo>
                <a:lnTo>
                  <a:pt x="1707540" y="648986"/>
                </a:lnTo>
                <a:lnTo>
                  <a:pt x="1712627" y="643904"/>
                </a:lnTo>
                <a:lnTo>
                  <a:pt x="1718351" y="639457"/>
                </a:lnTo>
                <a:lnTo>
                  <a:pt x="1723757" y="635010"/>
                </a:lnTo>
                <a:lnTo>
                  <a:pt x="1729163" y="631198"/>
                </a:lnTo>
                <a:lnTo>
                  <a:pt x="1735205" y="627387"/>
                </a:lnTo>
                <a:lnTo>
                  <a:pt x="1741565" y="624210"/>
                </a:lnTo>
                <a:lnTo>
                  <a:pt x="1747288" y="621352"/>
                </a:lnTo>
                <a:lnTo>
                  <a:pt x="1753966" y="618810"/>
                </a:lnTo>
                <a:lnTo>
                  <a:pt x="1760326" y="616587"/>
                </a:lnTo>
                <a:lnTo>
                  <a:pt x="1767004" y="614681"/>
                </a:lnTo>
                <a:lnTo>
                  <a:pt x="1773682" y="613093"/>
                </a:lnTo>
                <a:lnTo>
                  <a:pt x="1780677" y="612140"/>
                </a:lnTo>
                <a:lnTo>
                  <a:pt x="1787673" y="611187"/>
                </a:lnTo>
                <a:close/>
                <a:moveTo>
                  <a:pt x="630238" y="565150"/>
                </a:moveTo>
                <a:lnTo>
                  <a:pt x="639136" y="565468"/>
                </a:lnTo>
                <a:lnTo>
                  <a:pt x="647397" y="566420"/>
                </a:lnTo>
                <a:lnTo>
                  <a:pt x="655977" y="567372"/>
                </a:lnTo>
                <a:lnTo>
                  <a:pt x="664557" y="569276"/>
                </a:lnTo>
                <a:lnTo>
                  <a:pt x="672501" y="571498"/>
                </a:lnTo>
                <a:lnTo>
                  <a:pt x="680762" y="574354"/>
                </a:lnTo>
                <a:lnTo>
                  <a:pt x="689024" y="577211"/>
                </a:lnTo>
                <a:lnTo>
                  <a:pt x="696333" y="581020"/>
                </a:lnTo>
                <a:lnTo>
                  <a:pt x="703959" y="585463"/>
                </a:lnTo>
                <a:lnTo>
                  <a:pt x="711268" y="589907"/>
                </a:lnTo>
                <a:lnTo>
                  <a:pt x="718258" y="594667"/>
                </a:lnTo>
                <a:lnTo>
                  <a:pt x="725249" y="600063"/>
                </a:lnTo>
                <a:lnTo>
                  <a:pt x="731922" y="605776"/>
                </a:lnTo>
                <a:lnTo>
                  <a:pt x="738278" y="611489"/>
                </a:lnTo>
                <a:lnTo>
                  <a:pt x="744633" y="618154"/>
                </a:lnTo>
                <a:lnTo>
                  <a:pt x="750353" y="624820"/>
                </a:lnTo>
                <a:lnTo>
                  <a:pt x="756072" y="632437"/>
                </a:lnTo>
                <a:lnTo>
                  <a:pt x="761474" y="639737"/>
                </a:lnTo>
                <a:lnTo>
                  <a:pt x="766241" y="647354"/>
                </a:lnTo>
                <a:lnTo>
                  <a:pt x="771007" y="655289"/>
                </a:lnTo>
                <a:lnTo>
                  <a:pt x="775456" y="663541"/>
                </a:lnTo>
                <a:lnTo>
                  <a:pt x="779587" y="672111"/>
                </a:lnTo>
                <a:lnTo>
                  <a:pt x="783400" y="680998"/>
                </a:lnTo>
                <a:lnTo>
                  <a:pt x="786895" y="690202"/>
                </a:lnTo>
                <a:lnTo>
                  <a:pt x="790073" y="699406"/>
                </a:lnTo>
                <a:lnTo>
                  <a:pt x="792615" y="708611"/>
                </a:lnTo>
                <a:lnTo>
                  <a:pt x="794839" y="718450"/>
                </a:lnTo>
                <a:lnTo>
                  <a:pt x="796746" y="728606"/>
                </a:lnTo>
                <a:lnTo>
                  <a:pt x="798017" y="738445"/>
                </a:lnTo>
                <a:lnTo>
                  <a:pt x="799288" y="748919"/>
                </a:lnTo>
                <a:lnTo>
                  <a:pt x="799923" y="759076"/>
                </a:lnTo>
                <a:lnTo>
                  <a:pt x="800241" y="769550"/>
                </a:lnTo>
                <a:lnTo>
                  <a:pt x="799923" y="777802"/>
                </a:lnTo>
                <a:lnTo>
                  <a:pt x="799606" y="786054"/>
                </a:lnTo>
                <a:lnTo>
                  <a:pt x="798970" y="793989"/>
                </a:lnTo>
                <a:lnTo>
                  <a:pt x="798017" y="801923"/>
                </a:lnTo>
                <a:lnTo>
                  <a:pt x="797064" y="809541"/>
                </a:lnTo>
                <a:lnTo>
                  <a:pt x="795475" y="817476"/>
                </a:lnTo>
                <a:lnTo>
                  <a:pt x="793568" y="825093"/>
                </a:lnTo>
                <a:lnTo>
                  <a:pt x="791979" y="832710"/>
                </a:lnTo>
                <a:lnTo>
                  <a:pt x="789755" y="840328"/>
                </a:lnTo>
                <a:lnTo>
                  <a:pt x="787531" y="847310"/>
                </a:lnTo>
                <a:lnTo>
                  <a:pt x="784671" y="854293"/>
                </a:lnTo>
                <a:lnTo>
                  <a:pt x="781811" y="861276"/>
                </a:lnTo>
                <a:lnTo>
                  <a:pt x="778951" y="868258"/>
                </a:lnTo>
                <a:lnTo>
                  <a:pt x="775456" y="874923"/>
                </a:lnTo>
                <a:lnTo>
                  <a:pt x="772278" y="880954"/>
                </a:lnTo>
                <a:lnTo>
                  <a:pt x="768465" y="887619"/>
                </a:lnTo>
                <a:lnTo>
                  <a:pt x="764970" y="893649"/>
                </a:lnTo>
                <a:lnTo>
                  <a:pt x="760839" y="899680"/>
                </a:lnTo>
                <a:lnTo>
                  <a:pt x="756708" y="905393"/>
                </a:lnTo>
                <a:lnTo>
                  <a:pt x="752259" y="911106"/>
                </a:lnTo>
                <a:lnTo>
                  <a:pt x="747810" y="916501"/>
                </a:lnTo>
                <a:lnTo>
                  <a:pt x="743044" y="921580"/>
                </a:lnTo>
                <a:lnTo>
                  <a:pt x="738278" y="926341"/>
                </a:lnTo>
                <a:lnTo>
                  <a:pt x="733193" y="931101"/>
                </a:lnTo>
                <a:lnTo>
                  <a:pt x="728109" y="936180"/>
                </a:lnTo>
                <a:lnTo>
                  <a:pt x="722707" y="939988"/>
                </a:lnTo>
                <a:lnTo>
                  <a:pt x="717305" y="944114"/>
                </a:lnTo>
                <a:lnTo>
                  <a:pt x="711903" y="948241"/>
                </a:lnTo>
                <a:lnTo>
                  <a:pt x="706183" y="951414"/>
                </a:lnTo>
                <a:lnTo>
                  <a:pt x="700464" y="954906"/>
                </a:lnTo>
                <a:lnTo>
                  <a:pt x="694426" y="958080"/>
                </a:lnTo>
                <a:lnTo>
                  <a:pt x="688071" y="960619"/>
                </a:lnTo>
                <a:lnTo>
                  <a:pt x="688071" y="1044727"/>
                </a:lnTo>
                <a:lnTo>
                  <a:pt x="703641" y="1047266"/>
                </a:lnTo>
                <a:lnTo>
                  <a:pt x="718894" y="1050440"/>
                </a:lnTo>
                <a:lnTo>
                  <a:pt x="733829" y="1053614"/>
                </a:lnTo>
                <a:lnTo>
                  <a:pt x="748764" y="1057740"/>
                </a:lnTo>
                <a:lnTo>
                  <a:pt x="763063" y="1062184"/>
                </a:lnTo>
                <a:lnTo>
                  <a:pt x="777045" y="1066945"/>
                </a:lnTo>
                <a:lnTo>
                  <a:pt x="791026" y="1072340"/>
                </a:lnTo>
                <a:lnTo>
                  <a:pt x="804690" y="1078371"/>
                </a:lnTo>
                <a:lnTo>
                  <a:pt x="818036" y="1085036"/>
                </a:lnTo>
                <a:lnTo>
                  <a:pt x="831064" y="1091701"/>
                </a:lnTo>
                <a:lnTo>
                  <a:pt x="843775" y="1099001"/>
                </a:lnTo>
                <a:lnTo>
                  <a:pt x="856167" y="1106618"/>
                </a:lnTo>
                <a:lnTo>
                  <a:pt x="867925" y="1114871"/>
                </a:lnTo>
                <a:lnTo>
                  <a:pt x="879682" y="1123440"/>
                </a:lnTo>
                <a:lnTo>
                  <a:pt x="890804" y="1132010"/>
                </a:lnTo>
                <a:lnTo>
                  <a:pt x="901925" y="1141214"/>
                </a:lnTo>
                <a:lnTo>
                  <a:pt x="912094" y="1151370"/>
                </a:lnTo>
                <a:lnTo>
                  <a:pt x="921944" y="1161210"/>
                </a:lnTo>
                <a:lnTo>
                  <a:pt x="931795" y="1171683"/>
                </a:lnTo>
                <a:lnTo>
                  <a:pt x="940692" y="1182157"/>
                </a:lnTo>
                <a:lnTo>
                  <a:pt x="949272" y="1193266"/>
                </a:lnTo>
                <a:lnTo>
                  <a:pt x="957534" y="1204692"/>
                </a:lnTo>
                <a:lnTo>
                  <a:pt x="965160" y="1216118"/>
                </a:lnTo>
                <a:lnTo>
                  <a:pt x="972151" y="1227862"/>
                </a:lnTo>
                <a:lnTo>
                  <a:pt x="979142" y="1240557"/>
                </a:lnTo>
                <a:lnTo>
                  <a:pt x="985179" y="1252618"/>
                </a:lnTo>
                <a:lnTo>
                  <a:pt x="991217" y="1265631"/>
                </a:lnTo>
                <a:lnTo>
                  <a:pt x="995983" y="1278327"/>
                </a:lnTo>
                <a:lnTo>
                  <a:pt x="1000749" y="1291657"/>
                </a:lnTo>
                <a:lnTo>
                  <a:pt x="1004880" y="1304988"/>
                </a:lnTo>
                <a:lnTo>
                  <a:pt x="1008058" y="1318635"/>
                </a:lnTo>
                <a:lnTo>
                  <a:pt x="1010600" y="1332600"/>
                </a:lnTo>
                <a:lnTo>
                  <a:pt x="1014413" y="1484313"/>
                </a:lnTo>
                <a:lnTo>
                  <a:pt x="246063" y="1484313"/>
                </a:lnTo>
                <a:lnTo>
                  <a:pt x="249876" y="1332600"/>
                </a:lnTo>
                <a:lnTo>
                  <a:pt x="252419" y="1318635"/>
                </a:lnTo>
                <a:lnTo>
                  <a:pt x="255596" y="1304988"/>
                </a:lnTo>
                <a:lnTo>
                  <a:pt x="259727" y="1291657"/>
                </a:lnTo>
                <a:lnTo>
                  <a:pt x="264176" y="1278327"/>
                </a:lnTo>
                <a:lnTo>
                  <a:pt x="269260" y="1265631"/>
                </a:lnTo>
                <a:lnTo>
                  <a:pt x="275297" y="1252618"/>
                </a:lnTo>
                <a:lnTo>
                  <a:pt x="281017" y="1240557"/>
                </a:lnTo>
                <a:lnTo>
                  <a:pt x="288008" y="1227862"/>
                </a:lnTo>
                <a:lnTo>
                  <a:pt x="294999" y="1216118"/>
                </a:lnTo>
                <a:lnTo>
                  <a:pt x="302943" y="1204692"/>
                </a:lnTo>
                <a:lnTo>
                  <a:pt x="310887" y="1193266"/>
                </a:lnTo>
                <a:lnTo>
                  <a:pt x="319784" y="1182157"/>
                </a:lnTo>
                <a:lnTo>
                  <a:pt x="328682" y="1171683"/>
                </a:lnTo>
                <a:lnTo>
                  <a:pt x="338214" y="1161210"/>
                </a:lnTo>
                <a:lnTo>
                  <a:pt x="348383" y="1151370"/>
                </a:lnTo>
                <a:lnTo>
                  <a:pt x="358869" y="1141214"/>
                </a:lnTo>
                <a:lnTo>
                  <a:pt x="369673" y="1132010"/>
                </a:lnTo>
                <a:lnTo>
                  <a:pt x="380795" y="1123440"/>
                </a:lnTo>
                <a:lnTo>
                  <a:pt x="392552" y="1114871"/>
                </a:lnTo>
                <a:lnTo>
                  <a:pt x="404309" y="1106618"/>
                </a:lnTo>
                <a:lnTo>
                  <a:pt x="417020" y="1099001"/>
                </a:lnTo>
                <a:lnTo>
                  <a:pt x="429412" y="1091701"/>
                </a:lnTo>
                <a:lnTo>
                  <a:pt x="442441" y="1085036"/>
                </a:lnTo>
                <a:lnTo>
                  <a:pt x="455787" y="1078371"/>
                </a:lnTo>
                <a:lnTo>
                  <a:pt x="469450" y="1072340"/>
                </a:lnTo>
                <a:lnTo>
                  <a:pt x="483432" y="1066945"/>
                </a:lnTo>
                <a:lnTo>
                  <a:pt x="497413" y="1062184"/>
                </a:lnTo>
                <a:lnTo>
                  <a:pt x="511713" y="1057740"/>
                </a:lnTo>
                <a:lnTo>
                  <a:pt x="526648" y="1053614"/>
                </a:lnTo>
                <a:lnTo>
                  <a:pt x="541582" y="1050440"/>
                </a:lnTo>
                <a:lnTo>
                  <a:pt x="556835" y="1047266"/>
                </a:lnTo>
                <a:lnTo>
                  <a:pt x="571770" y="1044727"/>
                </a:lnTo>
                <a:lnTo>
                  <a:pt x="571770" y="960619"/>
                </a:lnTo>
                <a:lnTo>
                  <a:pt x="566050" y="958080"/>
                </a:lnTo>
                <a:lnTo>
                  <a:pt x="560013" y="954906"/>
                </a:lnTo>
                <a:lnTo>
                  <a:pt x="554293" y="951414"/>
                </a:lnTo>
                <a:lnTo>
                  <a:pt x="548573" y="948241"/>
                </a:lnTo>
                <a:lnTo>
                  <a:pt x="543171" y="944114"/>
                </a:lnTo>
                <a:lnTo>
                  <a:pt x="537452" y="939988"/>
                </a:lnTo>
                <a:lnTo>
                  <a:pt x="532367" y="935545"/>
                </a:lnTo>
                <a:lnTo>
                  <a:pt x="527283" y="931101"/>
                </a:lnTo>
                <a:lnTo>
                  <a:pt x="522199" y="926341"/>
                </a:lnTo>
                <a:lnTo>
                  <a:pt x="517433" y="921580"/>
                </a:lnTo>
                <a:lnTo>
                  <a:pt x="512348" y="916501"/>
                </a:lnTo>
                <a:lnTo>
                  <a:pt x="507900" y="911106"/>
                </a:lnTo>
                <a:lnTo>
                  <a:pt x="503769" y="905393"/>
                </a:lnTo>
                <a:lnTo>
                  <a:pt x="499638" y="899680"/>
                </a:lnTo>
                <a:lnTo>
                  <a:pt x="495507" y="893649"/>
                </a:lnTo>
                <a:lnTo>
                  <a:pt x="491694" y="887302"/>
                </a:lnTo>
                <a:lnTo>
                  <a:pt x="488198" y="880954"/>
                </a:lnTo>
                <a:lnTo>
                  <a:pt x="484385" y="874923"/>
                </a:lnTo>
                <a:lnTo>
                  <a:pt x="481525" y="868258"/>
                </a:lnTo>
                <a:lnTo>
                  <a:pt x="478665" y="861276"/>
                </a:lnTo>
                <a:lnTo>
                  <a:pt x="475488" y="854293"/>
                </a:lnTo>
                <a:lnTo>
                  <a:pt x="472946" y="847310"/>
                </a:lnTo>
                <a:lnTo>
                  <a:pt x="470404" y="839693"/>
                </a:lnTo>
                <a:lnTo>
                  <a:pt x="468497" y="832393"/>
                </a:lnTo>
                <a:lnTo>
                  <a:pt x="466273" y="825093"/>
                </a:lnTo>
                <a:lnTo>
                  <a:pt x="465002" y="817476"/>
                </a:lnTo>
                <a:lnTo>
                  <a:pt x="463413" y="809541"/>
                </a:lnTo>
                <a:lnTo>
                  <a:pt x="462142" y="801923"/>
                </a:lnTo>
                <a:lnTo>
                  <a:pt x="461189" y="793989"/>
                </a:lnTo>
                <a:lnTo>
                  <a:pt x="460871" y="786054"/>
                </a:lnTo>
                <a:lnTo>
                  <a:pt x="460235" y="777802"/>
                </a:lnTo>
                <a:lnTo>
                  <a:pt x="460235" y="769550"/>
                </a:lnTo>
                <a:lnTo>
                  <a:pt x="460553" y="759076"/>
                </a:lnTo>
                <a:lnTo>
                  <a:pt x="460871" y="748919"/>
                </a:lnTo>
                <a:lnTo>
                  <a:pt x="461824" y="738445"/>
                </a:lnTo>
                <a:lnTo>
                  <a:pt x="463413" y="728606"/>
                </a:lnTo>
                <a:lnTo>
                  <a:pt x="465637" y="718450"/>
                </a:lnTo>
                <a:lnTo>
                  <a:pt x="467862" y="708611"/>
                </a:lnTo>
                <a:lnTo>
                  <a:pt x="470404" y="699406"/>
                </a:lnTo>
                <a:lnTo>
                  <a:pt x="473264" y="690202"/>
                </a:lnTo>
                <a:lnTo>
                  <a:pt x="477077" y="680998"/>
                </a:lnTo>
                <a:lnTo>
                  <a:pt x="480890" y="672111"/>
                </a:lnTo>
                <a:lnTo>
                  <a:pt x="484703" y="663541"/>
                </a:lnTo>
                <a:lnTo>
                  <a:pt x="489152" y="655289"/>
                </a:lnTo>
                <a:lnTo>
                  <a:pt x="493918" y="647354"/>
                </a:lnTo>
                <a:lnTo>
                  <a:pt x="498685" y="639737"/>
                </a:lnTo>
                <a:lnTo>
                  <a:pt x="504404" y="632437"/>
                </a:lnTo>
                <a:lnTo>
                  <a:pt x="509806" y="624820"/>
                </a:lnTo>
                <a:lnTo>
                  <a:pt x="515844" y="618154"/>
                </a:lnTo>
                <a:lnTo>
                  <a:pt x="522199" y="611489"/>
                </a:lnTo>
                <a:lnTo>
                  <a:pt x="528236" y="605776"/>
                </a:lnTo>
                <a:lnTo>
                  <a:pt x="534909" y="600063"/>
                </a:lnTo>
                <a:lnTo>
                  <a:pt x="541900" y="594667"/>
                </a:lnTo>
                <a:lnTo>
                  <a:pt x="548891" y="589907"/>
                </a:lnTo>
                <a:lnTo>
                  <a:pt x="556517" y="585463"/>
                </a:lnTo>
                <a:lnTo>
                  <a:pt x="564144" y="581020"/>
                </a:lnTo>
                <a:lnTo>
                  <a:pt x="571770" y="577211"/>
                </a:lnTo>
                <a:lnTo>
                  <a:pt x="579714" y="574354"/>
                </a:lnTo>
                <a:lnTo>
                  <a:pt x="587658" y="571498"/>
                </a:lnTo>
                <a:lnTo>
                  <a:pt x="595920" y="569276"/>
                </a:lnTo>
                <a:lnTo>
                  <a:pt x="604499" y="567372"/>
                </a:lnTo>
                <a:lnTo>
                  <a:pt x="612761" y="566420"/>
                </a:lnTo>
                <a:lnTo>
                  <a:pt x="621659" y="565468"/>
                </a:lnTo>
                <a:lnTo>
                  <a:pt x="630238" y="565150"/>
                </a:lnTo>
                <a:close/>
                <a:moveTo>
                  <a:pt x="181836" y="158167"/>
                </a:moveTo>
                <a:lnTo>
                  <a:pt x="178980" y="158484"/>
                </a:lnTo>
                <a:lnTo>
                  <a:pt x="176441" y="159119"/>
                </a:lnTo>
                <a:lnTo>
                  <a:pt x="173902" y="160390"/>
                </a:lnTo>
                <a:lnTo>
                  <a:pt x="171681" y="161343"/>
                </a:lnTo>
                <a:lnTo>
                  <a:pt x="169459" y="162613"/>
                </a:lnTo>
                <a:lnTo>
                  <a:pt x="167238" y="163884"/>
                </a:lnTo>
                <a:lnTo>
                  <a:pt x="165651" y="165789"/>
                </a:lnTo>
                <a:lnTo>
                  <a:pt x="164065" y="167695"/>
                </a:lnTo>
                <a:lnTo>
                  <a:pt x="162478" y="169918"/>
                </a:lnTo>
                <a:lnTo>
                  <a:pt x="161209" y="171824"/>
                </a:lnTo>
                <a:lnTo>
                  <a:pt x="159939" y="174364"/>
                </a:lnTo>
                <a:lnTo>
                  <a:pt x="159305" y="176588"/>
                </a:lnTo>
                <a:lnTo>
                  <a:pt x="158352" y="179128"/>
                </a:lnTo>
                <a:lnTo>
                  <a:pt x="158035" y="181669"/>
                </a:lnTo>
                <a:lnTo>
                  <a:pt x="157718" y="184210"/>
                </a:lnTo>
                <a:lnTo>
                  <a:pt x="157718" y="1440334"/>
                </a:lnTo>
                <a:lnTo>
                  <a:pt x="158352" y="1447639"/>
                </a:lnTo>
                <a:lnTo>
                  <a:pt x="159622" y="1454944"/>
                </a:lnTo>
                <a:lnTo>
                  <a:pt x="161526" y="1463202"/>
                </a:lnTo>
                <a:lnTo>
                  <a:pt x="164065" y="1471142"/>
                </a:lnTo>
                <a:lnTo>
                  <a:pt x="167238" y="1479717"/>
                </a:lnTo>
                <a:lnTo>
                  <a:pt x="171363" y="1488610"/>
                </a:lnTo>
                <a:lnTo>
                  <a:pt x="175806" y="1497185"/>
                </a:lnTo>
                <a:lnTo>
                  <a:pt x="181201" y="1506078"/>
                </a:lnTo>
                <a:lnTo>
                  <a:pt x="187230" y="1514336"/>
                </a:lnTo>
                <a:lnTo>
                  <a:pt x="193577" y="1522594"/>
                </a:lnTo>
                <a:lnTo>
                  <a:pt x="200876" y="1530534"/>
                </a:lnTo>
                <a:lnTo>
                  <a:pt x="208492" y="1538156"/>
                </a:lnTo>
                <a:lnTo>
                  <a:pt x="216743" y="1545143"/>
                </a:lnTo>
                <a:lnTo>
                  <a:pt x="225629" y="1551178"/>
                </a:lnTo>
                <a:lnTo>
                  <a:pt x="230389" y="1554354"/>
                </a:lnTo>
                <a:lnTo>
                  <a:pt x="235149" y="1557212"/>
                </a:lnTo>
                <a:lnTo>
                  <a:pt x="239909" y="1559753"/>
                </a:lnTo>
                <a:lnTo>
                  <a:pt x="244669" y="1561976"/>
                </a:lnTo>
                <a:lnTo>
                  <a:pt x="1018979" y="1561976"/>
                </a:lnTo>
                <a:lnTo>
                  <a:pt x="1018979" y="1559436"/>
                </a:lnTo>
                <a:lnTo>
                  <a:pt x="1028182" y="1554354"/>
                </a:lnTo>
                <a:lnTo>
                  <a:pt x="1037068" y="1548637"/>
                </a:lnTo>
                <a:lnTo>
                  <a:pt x="1045636" y="1542603"/>
                </a:lnTo>
                <a:lnTo>
                  <a:pt x="1053252" y="1535298"/>
                </a:lnTo>
                <a:lnTo>
                  <a:pt x="1060551" y="1527993"/>
                </a:lnTo>
                <a:lnTo>
                  <a:pt x="1067532" y="1520370"/>
                </a:lnTo>
                <a:lnTo>
                  <a:pt x="1073879" y="1512113"/>
                </a:lnTo>
                <a:lnTo>
                  <a:pt x="1079908" y="1504173"/>
                </a:lnTo>
                <a:lnTo>
                  <a:pt x="1084986" y="1495597"/>
                </a:lnTo>
                <a:lnTo>
                  <a:pt x="1089429" y="1487022"/>
                </a:lnTo>
                <a:lnTo>
                  <a:pt x="1093554" y="1479082"/>
                </a:lnTo>
                <a:lnTo>
                  <a:pt x="1096728" y="1470507"/>
                </a:lnTo>
                <a:lnTo>
                  <a:pt x="1099266" y="1462884"/>
                </a:lnTo>
                <a:lnTo>
                  <a:pt x="1101170" y="1454626"/>
                </a:lnTo>
                <a:lnTo>
                  <a:pt x="1102122" y="1447321"/>
                </a:lnTo>
                <a:lnTo>
                  <a:pt x="1102757" y="1440334"/>
                </a:lnTo>
                <a:lnTo>
                  <a:pt x="1102757" y="184210"/>
                </a:lnTo>
                <a:lnTo>
                  <a:pt x="1102122" y="181669"/>
                </a:lnTo>
                <a:lnTo>
                  <a:pt x="1101805" y="179128"/>
                </a:lnTo>
                <a:lnTo>
                  <a:pt x="1101170" y="176588"/>
                </a:lnTo>
                <a:lnTo>
                  <a:pt x="1100536" y="174364"/>
                </a:lnTo>
                <a:lnTo>
                  <a:pt x="1099266" y="171824"/>
                </a:lnTo>
                <a:lnTo>
                  <a:pt x="1097997" y="169918"/>
                </a:lnTo>
                <a:lnTo>
                  <a:pt x="1096410" y="167695"/>
                </a:lnTo>
                <a:lnTo>
                  <a:pt x="1094824" y="165789"/>
                </a:lnTo>
                <a:lnTo>
                  <a:pt x="1092919" y="163884"/>
                </a:lnTo>
                <a:lnTo>
                  <a:pt x="1090698" y="162613"/>
                </a:lnTo>
                <a:lnTo>
                  <a:pt x="1088794" y="161343"/>
                </a:lnTo>
                <a:lnTo>
                  <a:pt x="1086573" y="160390"/>
                </a:lnTo>
                <a:lnTo>
                  <a:pt x="1083716" y="159119"/>
                </a:lnTo>
                <a:lnTo>
                  <a:pt x="1081178" y="158484"/>
                </a:lnTo>
                <a:lnTo>
                  <a:pt x="1078639" y="158167"/>
                </a:lnTo>
                <a:lnTo>
                  <a:pt x="1076100" y="158167"/>
                </a:lnTo>
                <a:lnTo>
                  <a:pt x="184374" y="158167"/>
                </a:lnTo>
                <a:lnTo>
                  <a:pt x="181836" y="158167"/>
                </a:lnTo>
                <a:close/>
                <a:moveTo>
                  <a:pt x="1414463" y="157162"/>
                </a:moveTo>
                <a:lnTo>
                  <a:pt x="2153497" y="157162"/>
                </a:lnTo>
                <a:lnTo>
                  <a:pt x="2161123" y="157162"/>
                </a:lnTo>
                <a:lnTo>
                  <a:pt x="2169066" y="158114"/>
                </a:lnTo>
                <a:lnTo>
                  <a:pt x="2176374" y="158749"/>
                </a:lnTo>
                <a:lnTo>
                  <a:pt x="2183364" y="160337"/>
                </a:lnTo>
                <a:lnTo>
                  <a:pt x="2190671" y="161924"/>
                </a:lnTo>
                <a:lnTo>
                  <a:pt x="2197661" y="163829"/>
                </a:lnTo>
                <a:lnTo>
                  <a:pt x="2204651" y="166052"/>
                </a:lnTo>
                <a:lnTo>
                  <a:pt x="2211324" y="168909"/>
                </a:lnTo>
                <a:lnTo>
                  <a:pt x="2217996" y="172084"/>
                </a:lnTo>
                <a:lnTo>
                  <a:pt x="2224350" y="174942"/>
                </a:lnTo>
                <a:lnTo>
                  <a:pt x="2230387" y="178752"/>
                </a:lnTo>
                <a:lnTo>
                  <a:pt x="2236424" y="182562"/>
                </a:lnTo>
                <a:lnTo>
                  <a:pt x="2242461" y="186689"/>
                </a:lnTo>
                <a:lnTo>
                  <a:pt x="2247862" y="191134"/>
                </a:lnTo>
                <a:lnTo>
                  <a:pt x="2253264" y="195579"/>
                </a:lnTo>
                <a:lnTo>
                  <a:pt x="2258665" y="200659"/>
                </a:lnTo>
                <a:lnTo>
                  <a:pt x="2263431" y="206057"/>
                </a:lnTo>
                <a:lnTo>
                  <a:pt x="2268197" y="211137"/>
                </a:lnTo>
                <a:lnTo>
                  <a:pt x="2272645" y="216852"/>
                </a:lnTo>
                <a:lnTo>
                  <a:pt x="2276776" y="222567"/>
                </a:lnTo>
                <a:lnTo>
                  <a:pt x="2280270" y="228917"/>
                </a:lnTo>
                <a:lnTo>
                  <a:pt x="2284083" y="234949"/>
                </a:lnTo>
                <a:lnTo>
                  <a:pt x="2287261" y="241299"/>
                </a:lnTo>
                <a:lnTo>
                  <a:pt x="2290438" y="247967"/>
                </a:lnTo>
                <a:lnTo>
                  <a:pt x="2292980" y="254634"/>
                </a:lnTo>
                <a:lnTo>
                  <a:pt x="2295204" y="261619"/>
                </a:lnTo>
                <a:lnTo>
                  <a:pt x="2297428" y="268604"/>
                </a:lnTo>
                <a:lnTo>
                  <a:pt x="2298699" y="275589"/>
                </a:lnTo>
                <a:lnTo>
                  <a:pt x="2300287" y="282892"/>
                </a:lnTo>
                <a:lnTo>
                  <a:pt x="2300923" y="290512"/>
                </a:lnTo>
                <a:lnTo>
                  <a:pt x="2301876" y="297814"/>
                </a:lnTo>
                <a:lnTo>
                  <a:pt x="2301876" y="305434"/>
                </a:lnTo>
                <a:lnTo>
                  <a:pt x="2301876" y="1484630"/>
                </a:lnTo>
                <a:lnTo>
                  <a:pt x="2301876" y="1497013"/>
                </a:lnTo>
                <a:lnTo>
                  <a:pt x="2300923" y="1509078"/>
                </a:lnTo>
                <a:lnTo>
                  <a:pt x="2299652" y="1521143"/>
                </a:lnTo>
                <a:lnTo>
                  <a:pt x="2298063" y="1533208"/>
                </a:lnTo>
                <a:lnTo>
                  <a:pt x="2295839" y="1544638"/>
                </a:lnTo>
                <a:lnTo>
                  <a:pt x="2292980" y="1555433"/>
                </a:lnTo>
                <a:lnTo>
                  <a:pt x="2289802" y="1566545"/>
                </a:lnTo>
                <a:lnTo>
                  <a:pt x="2285990" y="1577340"/>
                </a:lnTo>
                <a:lnTo>
                  <a:pt x="2281859" y="1587500"/>
                </a:lnTo>
                <a:lnTo>
                  <a:pt x="2277093" y="1597660"/>
                </a:lnTo>
                <a:lnTo>
                  <a:pt x="2271374" y="1607503"/>
                </a:lnTo>
                <a:lnTo>
                  <a:pt x="2265655" y="1616710"/>
                </a:lnTo>
                <a:lnTo>
                  <a:pt x="2259300" y="1625918"/>
                </a:lnTo>
                <a:lnTo>
                  <a:pt x="2252310" y="1634808"/>
                </a:lnTo>
                <a:lnTo>
                  <a:pt x="2244685" y="1643063"/>
                </a:lnTo>
                <a:lnTo>
                  <a:pt x="2236424" y="1651000"/>
                </a:lnTo>
                <a:lnTo>
                  <a:pt x="2227846" y="1658938"/>
                </a:lnTo>
                <a:lnTo>
                  <a:pt x="2218631" y="1665923"/>
                </a:lnTo>
                <a:lnTo>
                  <a:pt x="2208782" y="1672908"/>
                </a:lnTo>
                <a:lnTo>
                  <a:pt x="2198297" y="1678940"/>
                </a:lnTo>
                <a:lnTo>
                  <a:pt x="2187494" y="1684973"/>
                </a:lnTo>
                <a:lnTo>
                  <a:pt x="2176056" y="1690370"/>
                </a:lnTo>
                <a:lnTo>
                  <a:pt x="2163664" y="1695450"/>
                </a:lnTo>
                <a:lnTo>
                  <a:pt x="2150955" y="1700213"/>
                </a:lnTo>
                <a:lnTo>
                  <a:pt x="2137611" y="1704023"/>
                </a:lnTo>
                <a:lnTo>
                  <a:pt x="2123631" y="1707515"/>
                </a:lnTo>
                <a:lnTo>
                  <a:pt x="2108698" y="1710373"/>
                </a:lnTo>
                <a:lnTo>
                  <a:pt x="2093764" y="1712913"/>
                </a:lnTo>
                <a:lnTo>
                  <a:pt x="2077878" y="1715135"/>
                </a:lnTo>
                <a:lnTo>
                  <a:pt x="2061038" y="1716405"/>
                </a:lnTo>
                <a:lnTo>
                  <a:pt x="2044199" y="1717358"/>
                </a:lnTo>
                <a:lnTo>
                  <a:pt x="2026406" y="1717675"/>
                </a:lnTo>
                <a:lnTo>
                  <a:pt x="1563159" y="1717675"/>
                </a:lnTo>
                <a:lnTo>
                  <a:pt x="1551721" y="1717358"/>
                </a:lnTo>
                <a:lnTo>
                  <a:pt x="1540601" y="1716723"/>
                </a:lnTo>
                <a:lnTo>
                  <a:pt x="1529163" y="1715453"/>
                </a:lnTo>
                <a:lnTo>
                  <a:pt x="1518042" y="1714500"/>
                </a:lnTo>
                <a:lnTo>
                  <a:pt x="1506922" y="1712913"/>
                </a:lnTo>
                <a:lnTo>
                  <a:pt x="1495801" y="1710690"/>
                </a:lnTo>
                <a:lnTo>
                  <a:pt x="1485634" y="1709103"/>
                </a:lnTo>
                <a:lnTo>
                  <a:pt x="1475149" y="1706880"/>
                </a:lnTo>
                <a:lnTo>
                  <a:pt x="1456085" y="1701800"/>
                </a:lnTo>
                <a:lnTo>
                  <a:pt x="1439246" y="1697038"/>
                </a:lnTo>
                <a:lnTo>
                  <a:pt x="1424948" y="1692593"/>
                </a:lnTo>
                <a:lnTo>
                  <a:pt x="1414463" y="1688783"/>
                </a:lnTo>
                <a:lnTo>
                  <a:pt x="1414463" y="1342708"/>
                </a:lnTo>
                <a:lnTo>
                  <a:pt x="1416687" y="1347470"/>
                </a:lnTo>
                <a:lnTo>
                  <a:pt x="1419229" y="1352233"/>
                </a:lnTo>
                <a:lnTo>
                  <a:pt x="1422088" y="1357630"/>
                </a:lnTo>
                <a:lnTo>
                  <a:pt x="1425583" y="1362393"/>
                </a:lnTo>
                <a:lnTo>
                  <a:pt x="1429078" y="1367473"/>
                </a:lnTo>
                <a:lnTo>
                  <a:pt x="1433209" y="1372235"/>
                </a:lnTo>
                <a:lnTo>
                  <a:pt x="1437657" y="1376998"/>
                </a:lnTo>
                <a:lnTo>
                  <a:pt x="1442105" y="1381760"/>
                </a:lnTo>
                <a:lnTo>
                  <a:pt x="1446871" y="1386523"/>
                </a:lnTo>
                <a:lnTo>
                  <a:pt x="1451637" y="1390968"/>
                </a:lnTo>
                <a:lnTo>
                  <a:pt x="1456721" y="1395413"/>
                </a:lnTo>
                <a:lnTo>
                  <a:pt x="1462440" y="1399540"/>
                </a:lnTo>
                <a:lnTo>
                  <a:pt x="1467523" y="1403350"/>
                </a:lnTo>
                <a:lnTo>
                  <a:pt x="1472925" y="1406525"/>
                </a:lnTo>
                <a:lnTo>
                  <a:pt x="1478644" y="1410018"/>
                </a:lnTo>
                <a:lnTo>
                  <a:pt x="1484045" y="1412558"/>
                </a:lnTo>
                <a:lnTo>
                  <a:pt x="1484045" y="1413510"/>
                </a:lnTo>
                <a:lnTo>
                  <a:pt x="2108062" y="1413510"/>
                </a:lnTo>
                <a:lnTo>
                  <a:pt x="2108062" y="1410335"/>
                </a:lnTo>
                <a:lnTo>
                  <a:pt x="2115370" y="1406208"/>
                </a:lnTo>
                <a:lnTo>
                  <a:pt x="2122360" y="1401763"/>
                </a:lnTo>
                <a:lnTo>
                  <a:pt x="2129032" y="1396683"/>
                </a:lnTo>
                <a:lnTo>
                  <a:pt x="2135387" y="1390968"/>
                </a:lnTo>
                <a:lnTo>
                  <a:pt x="2141106" y="1385253"/>
                </a:lnTo>
                <a:lnTo>
                  <a:pt x="2146825" y="1378903"/>
                </a:lnTo>
                <a:lnTo>
                  <a:pt x="2151909" y="1372235"/>
                </a:lnTo>
                <a:lnTo>
                  <a:pt x="2156357" y="1365568"/>
                </a:lnTo>
                <a:lnTo>
                  <a:pt x="2160805" y="1358900"/>
                </a:lnTo>
                <a:lnTo>
                  <a:pt x="2163982" y="1352233"/>
                </a:lnTo>
                <a:lnTo>
                  <a:pt x="2167477" y="1345883"/>
                </a:lnTo>
                <a:lnTo>
                  <a:pt x="2170019" y="1339215"/>
                </a:lnTo>
                <a:lnTo>
                  <a:pt x="2172243" y="1332865"/>
                </a:lnTo>
                <a:lnTo>
                  <a:pt x="2173832" y="1326515"/>
                </a:lnTo>
                <a:lnTo>
                  <a:pt x="2174467" y="1320800"/>
                </a:lnTo>
                <a:lnTo>
                  <a:pt x="2174785" y="1315085"/>
                </a:lnTo>
                <a:lnTo>
                  <a:pt x="2174785" y="305434"/>
                </a:lnTo>
                <a:lnTo>
                  <a:pt x="2174467" y="301307"/>
                </a:lnTo>
                <a:lnTo>
                  <a:pt x="2172879" y="297497"/>
                </a:lnTo>
                <a:lnTo>
                  <a:pt x="2171290" y="293687"/>
                </a:lnTo>
                <a:lnTo>
                  <a:pt x="2168430" y="290829"/>
                </a:lnTo>
                <a:lnTo>
                  <a:pt x="2165571" y="288289"/>
                </a:lnTo>
                <a:lnTo>
                  <a:pt x="2162076" y="286067"/>
                </a:lnTo>
                <a:lnTo>
                  <a:pt x="2157945" y="284797"/>
                </a:lnTo>
                <a:lnTo>
                  <a:pt x="2153497" y="284479"/>
                </a:lnTo>
                <a:lnTo>
                  <a:pt x="1414463" y="284479"/>
                </a:lnTo>
                <a:lnTo>
                  <a:pt x="1414463" y="157162"/>
                </a:lnTo>
                <a:close/>
                <a:moveTo>
                  <a:pt x="184374" y="0"/>
                </a:moveTo>
                <a:lnTo>
                  <a:pt x="1076100" y="0"/>
                </a:lnTo>
                <a:lnTo>
                  <a:pt x="1085621" y="317"/>
                </a:lnTo>
                <a:lnTo>
                  <a:pt x="1094824" y="953"/>
                </a:lnTo>
                <a:lnTo>
                  <a:pt x="1104026" y="1905"/>
                </a:lnTo>
                <a:lnTo>
                  <a:pt x="1113229" y="3494"/>
                </a:lnTo>
                <a:lnTo>
                  <a:pt x="1122115" y="5717"/>
                </a:lnTo>
                <a:lnTo>
                  <a:pt x="1131000" y="8258"/>
                </a:lnTo>
                <a:lnTo>
                  <a:pt x="1139568" y="11434"/>
                </a:lnTo>
                <a:lnTo>
                  <a:pt x="1147502" y="14610"/>
                </a:lnTo>
                <a:lnTo>
                  <a:pt x="1156070" y="18421"/>
                </a:lnTo>
                <a:lnTo>
                  <a:pt x="1163686" y="22232"/>
                </a:lnTo>
                <a:lnTo>
                  <a:pt x="1171620" y="26679"/>
                </a:lnTo>
                <a:lnTo>
                  <a:pt x="1178919" y="31443"/>
                </a:lnTo>
                <a:lnTo>
                  <a:pt x="1186217" y="36842"/>
                </a:lnTo>
                <a:lnTo>
                  <a:pt x="1193199" y="42241"/>
                </a:lnTo>
                <a:lnTo>
                  <a:pt x="1199863" y="47640"/>
                </a:lnTo>
                <a:lnTo>
                  <a:pt x="1206210" y="53993"/>
                </a:lnTo>
                <a:lnTo>
                  <a:pt x="1212557" y="60345"/>
                </a:lnTo>
                <a:lnTo>
                  <a:pt x="1218269" y="67014"/>
                </a:lnTo>
                <a:lnTo>
                  <a:pt x="1223981" y="74002"/>
                </a:lnTo>
                <a:lnTo>
                  <a:pt x="1229058" y="81306"/>
                </a:lnTo>
                <a:lnTo>
                  <a:pt x="1233818" y="88611"/>
                </a:lnTo>
                <a:lnTo>
                  <a:pt x="1238261" y="96551"/>
                </a:lnTo>
                <a:lnTo>
                  <a:pt x="1242387" y="104492"/>
                </a:lnTo>
                <a:lnTo>
                  <a:pt x="1245877" y="112749"/>
                </a:lnTo>
                <a:lnTo>
                  <a:pt x="1249368" y="121325"/>
                </a:lnTo>
                <a:lnTo>
                  <a:pt x="1252224" y="129582"/>
                </a:lnTo>
                <a:lnTo>
                  <a:pt x="1254446" y="138475"/>
                </a:lnTo>
                <a:lnTo>
                  <a:pt x="1256667" y="147368"/>
                </a:lnTo>
                <a:lnTo>
                  <a:pt x="1258254" y="156261"/>
                </a:lnTo>
                <a:lnTo>
                  <a:pt x="1259523" y="165472"/>
                </a:lnTo>
                <a:lnTo>
                  <a:pt x="1259840" y="175000"/>
                </a:lnTo>
                <a:lnTo>
                  <a:pt x="1260475" y="184210"/>
                </a:lnTo>
                <a:lnTo>
                  <a:pt x="1260475" y="1651541"/>
                </a:lnTo>
                <a:lnTo>
                  <a:pt x="1259840" y="1667103"/>
                </a:lnTo>
                <a:lnTo>
                  <a:pt x="1259206" y="1682348"/>
                </a:lnTo>
                <a:lnTo>
                  <a:pt x="1257936" y="1696958"/>
                </a:lnTo>
                <a:lnTo>
                  <a:pt x="1255715" y="1711886"/>
                </a:lnTo>
                <a:lnTo>
                  <a:pt x="1252542" y="1725860"/>
                </a:lnTo>
                <a:lnTo>
                  <a:pt x="1249368" y="1739835"/>
                </a:lnTo>
                <a:lnTo>
                  <a:pt x="1245243" y="1753492"/>
                </a:lnTo>
                <a:lnTo>
                  <a:pt x="1240483" y="1766831"/>
                </a:lnTo>
                <a:lnTo>
                  <a:pt x="1235405" y="1779535"/>
                </a:lnTo>
                <a:lnTo>
                  <a:pt x="1229376" y="1792239"/>
                </a:lnTo>
                <a:lnTo>
                  <a:pt x="1222712" y="1804308"/>
                </a:lnTo>
                <a:lnTo>
                  <a:pt x="1215413" y="1816060"/>
                </a:lnTo>
                <a:lnTo>
                  <a:pt x="1207162" y="1827493"/>
                </a:lnTo>
                <a:lnTo>
                  <a:pt x="1198594" y="1838292"/>
                </a:lnTo>
                <a:lnTo>
                  <a:pt x="1189391" y="1848773"/>
                </a:lnTo>
                <a:lnTo>
                  <a:pt x="1179236" y="1858619"/>
                </a:lnTo>
                <a:lnTo>
                  <a:pt x="1168129" y="1868147"/>
                </a:lnTo>
                <a:lnTo>
                  <a:pt x="1156705" y="1877040"/>
                </a:lnTo>
                <a:lnTo>
                  <a:pt x="1144646" y="1885615"/>
                </a:lnTo>
                <a:lnTo>
                  <a:pt x="1131635" y="1893555"/>
                </a:lnTo>
                <a:lnTo>
                  <a:pt x="1117989" y="1900860"/>
                </a:lnTo>
                <a:lnTo>
                  <a:pt x="1103709" y="1907530"/>
                </a:lnTo>
                <a:lnTo>
                  <a:pt x="1088794" y="1913882"/>
                </a:lnTo>
                <a:lnTo>
                  <a:pt x="1072927" y="1919599"/>
                </a:lnTo>
                <a:lnTo>
                  <a:pt x="1056108" y="1924680"/>
                </a:lnTo>
                <a:lnTo>
                  <a:pt x="1038654" y="1929127"/>
                </a:lnTo>
                <a:lnTo>
                  <a:pt x="1020566" y="1932620"/>
                </a:lnTo>
                <a:lnTo>
                  <a:pt x="1001526" y="1936114"/>
                </a:lnTo>
                <a:lnTo>
                  <a:pt x="981851" y="1938337"/>
                </a:lnTo>
                <a:lnTo>
                  <a:pt x="961541" y="1940243"/>
                </a:lnTo>
                <a:lnTo>
                  <a:pt x="940279" y="1941196"/>
                </a:lnTo>
                <a:lnTo>
                  <a:pt x="918065" y="1941513"/>
                </a:lnTo>
                <a:lnTo>
                  <a:pt x="342410" y="1941513"/>
                </a:lnTo>
                <a:lnTo>
                  <a:pt x="321148" y="1941196"/>
                </a:lnTo>
                <a:lnTo>
                  <a:pt x="300839" y="1940243"/>
                </a:lnTo>
                <a:lnTo>
                  <a:pt x="280846" y="1938337"/>
                </a:lnTo>
                <a:lnTo>
                  <a:pt x="261806" y="1936114"/>
                </a:lnTo>
                <a:lnTo>
                  <a:pt x="242765" y="1932938"/>
                </a:lnTo>
                <a:lnTo>
                  <a:pt x="225311" y="1929444"/>
                </a:lnTo>
                <a:lnTo>
                  <a:pt x="208175" y="1924998"/>
                </a:lnTo>
                <a:lnTo>
                  <a:pt x="191673" y="1920234"/>
                </a:lnTo>
                <a:lnTo>
                  <a:pt x="175806" y="1914517"/>
                </a:lnTo>
                <a:lnTo>
                  <a:pt x="160574" y="1908800"/>
                </a:lnTo>
                <a:lnTo>
                  <a:pt x="146294" y="1902130"/>
                </a:lnTo>
                <a:lnTo>
                  <a:pt x="132648" y="1894825"/>
                </a:lnTo>
                <a:lnTo>
                  <a:pt x="119954" y="1886885"/>
                </a:lnTo>
                <a:lnTo>
                  <a:pt x="107261" y="1878628"/>
                </a:lnTo>
                <a:lnTo>
                  <a:pt x="95836" y="1869735"/>
                </a:lnTo>
                <a:lnTo>
                  <a:pt x="84730" y="1860524"/>
                </a:lnTo>
                <a:lnTo>
                  <a:pt x="74575" y="1850361"/>
                </a:lnTo>
                <a:lnTo>
                  <a:pt x="64737" y="1840198"/>
                </a:lnTo>
                <a:lnTo>
                  <a:pt x="55534" y="1829399"/>
                </a:lnTo>
                <a:lnTo>
                  <a:pt x="47601" y="1817965"/>
                </a:lnTo>
                <a:lnTo>
                  <a:pt x="39985" y="1806532"/>
                </a:lnTo>
                <a:lnTo>
                  <a:pt x="32686" y="1794463"/>
                </a:lnTo>
                <a:lnTo>
                  <a:pt x="26656" y="1781758"/>
                </a:lnTo>
                <a:lnTo>
                  <a:pt x="20944" y="1768419"/>
                </a:lnTo>
                <a:lnTo>
                  <a:pt x="16184" y="1755397"/>
                </a:lnTo>
                <a:lnTo>
                  <a:pt x="11741" y="1741740"/>
                </a:lnTo>
                <a:lnTo>
                  <a:pt x="8251" y="1727131"/>
                </a:lnTo>
                <a:lnTo>
                  <a:pt x="5077" y="1712838"/>
                </a:lnTo>
                <a:lnTo>
                  <a:pt x="2856" y="1698229"/>
                </a:lnTo>
                <a:lnTo>
                  <a:pt x="1269" y="1682984"/>
                </a:lnTo>
                <a:lnTo>
                  <a:pt x="317" y="1667421"/>
                </a:lnTo>
                <a:lnTo>
                  <a:pt x="0" y="1651541"/>
                </a:lnTo>
                <a:lnTo>
                  <a:pt x="0" y="184210"/>
                </a:lnTo>
                <a:lnTo>
                  <a:pt x="0" y="175000"/>
                </a:lnTo>
                <a:lnTo>
                  <a:pt x="634" y="165472"/>
                </a:lnTo>
                <a:lnTo>
                  <a:pt x="1904" y="156261"/>
                </a:lnTo>
                <a:lnTo>
                  <a:pt x="3808" y="147368"/>
                </a:lnTo>
                <a:lnTo>
                  <a:pt x="6029" y="138475"/>
                </a:lnTo>
                <a:lnTo>
                  <a:pt x="8251" y="129582"/>
                </a:lnTo>
                <a:lnTo>
                  <a:pt x="11107" y="121325"/>
                </a:lnTo>
                <a:lnTo>
                  <a:pt x="14280" y="112749"/>
                </a:lnTo>
                <a:lnTo>
                  <a:pt x="18088" y="104492"/>
                </a:lnTo>
                <a:lnTo>
                  <a:pt x="22214" y="96551"/>
                </a:lnTo>
                <a:lnTo>
                  <a:pt x="26656" y="88611"/>
                </a:lnTo>
                <a:lnTo>
                  <a:pt x="31416" y="81306"/>
                </a:lnTo>
                <a:lnTo>
                  <a:pt x="36494" y="74002"/>
                </a:lnTo>
                <a:lnTo>
                  <a:pt x="41889" y="67014"/>
                </a:lnTo>
                <a:lnTo>
                  <a:pt x="47918" y="60345"/>
                </a:lnTo>
                <a:lnTo>
                  <a:pt x="53948" y="53993"/>
                </a:lnTo>
                <a:lnTo>
                  <a:pt x="60612" y="47640"/>
                </a:lnTo>
                <a:lnTo>
                  <a:pt x="66959" y="42241"/>
                </a:lnTo>
                <a:lnTo>
                  <a:pt x="74257" y="36842"/>
                </a:lnTo>
                <a:lnTo>
                  <a:pt x="81556" y="31443"/>
                </a:lnTo>
                <a:lnTo>
                  <a:pt x="88855" y="26679"/>
                </a:lnTo>
                <a:lnTo>
                  <a:pt x="96471" y="22232"/>
                </a:lnTo>
                <a:lnTo>
                  <a:pt x="104405" y="18421"/>
                </a:lnTo>
                <a:lnTo>
                  <a:pt x="112338" y="14610"/>
                </a:lnTo>
                <a:lnTo>
                  <a:pt x="120906" y="11434"/>
                </a:lnTo>
                <a:lnTo>
                  <a:pt x="129475" y="8258"/>
                </a:lnTo>
                <a:lnTo>
                  <a:pt x="138360" y="5717"/>
                </a:lnTo>
                <a:lnTo>
                  <a:pt x="146928" y="3494"/>
                </a:lnTo>
                <a:lnTo>
                  <a:pt x="156131" y="1905"/>
                </a:lnTo>
                <a:lnTo>
                  <a:pt x="165651" y="953"/>
                </a:lnTo>
                <a:lnTo>
                  <a:pt x="174854" y="317"/>
                </a:lnTo>
                <a:lnTo>
                  <a:pt x="184374" y="0"/>
                </a:lnTo>
                <a:close/>
              </a:path>
            </a:pathLst>
          </a:cu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2400"/>
          </a:p>
        </p:txBody>
      </p:sp>
      <p:sp>
        <p:nvSpPr>
          <p:cNvPr id="8208" name="KSO_Shape"/>
          <p:cNvSpPr>
            <a:spLocks noChangeArrowheads="1"/>
          </p:cNvSpPr>
          <p:nvPr/>
        </p:nvSpPr>
        <p:spPr bwMode="auto">
          <a:xfrm>
            <a:off x="1457643" y="2428875"/>
            <a:ext cx="539750" cy="387350"/>
          </a:xfrm>
          <a:custGeom>
            <a:avLst/>
            <a:gdLst>
              <a:gd name="T0" fmla="*/ 2147483647 w 5832"/>
              <a:gd name="T1" fmla="*/ 1492712214 h 4173"/>
              <a:gd name="T2" fmla="*/ 2147483647 w 5832"/>
              <a:gd name="T3" fmla="*/ 2027831830 h 4173"/>
              <a:gd name="T4" fmla="*/ 2147483647 w 5832"/>
              <a:gd name="T5" fmla="*/ 2147483647 h 4173"/>
              <a:gd name="T6" fmla="*/ 2147483647 w 5832"/>
              <a:gd name="T7" fmla="*/ 2147483647 h 4173"/>
              <a:gd name="T8" fmla="*/ 1035211902 w 5832"/>
              <a:gd name="T9" fmla="*/ 2147483647 h 4173"/>
              <a:gd name="T10" fmla="*/ 414088204 w 5832"/>
              <a:gd name="T11" fmla="*/ 2147483647 h 4173"/>
              <a:gd name="T12" fmla="*/ 30775653 w 5832"/>
              <a:gd name="T13" fmla="*/ 2147483647 h 4173"/>
              <a:gd name="T14" fmla="*/ 61551306 w 5832"/>
              <a:gd name="T15" fmla="*/ 2027831830 h 4173"/>
              <a:gd name="T16" fmla="*/ 498021087 w 5832"/>
              <a:gd name="T17" fmla="*/ 1492712214 h 4173"/>
              <a:gd name="T18" fmla="*/ 2147483647 w 5832"/>
              <a:gd name="T19" fmla="*/ 0 h 4173"/>
              <a:gd name="T20" fmla="*/ 2147483647 w 5832"/>
              <a:gd name="T21" fmla="*/ 2147483647 h 4173"/>
              <a:gd name="T22" fmla="*/ 2147483647 w 5832"/>
              <a:gd name="T23" fmla="*/ 2147483647 h 4173"/>
              <a:gd name="T24" fmla="*/ 2147483647 w 5832"/>
              <a:gd name="T25" fmla="*/ 2147483647 h 4173"/>
              <a:gd name="T26" fmla="*/ 2147483647 w 5832"/>
              <a:gd name="T27" fmla="*/ 2147483647 h 4173"/>
              <a:gd name="T28" fmla="*/ 2147483647 w 5832"/>
              <a:gd name="T29" fmla="*/ 2147483647 h 4173"/>
              <a:gd name="T30" fmla="*/ 2147483647 w 5832"/>
              <a:gd name="T31" fmla="*/ 2147483647 h 4173"/>
              <a:gd name="T32" fmla="*/ 2147483647 w 5832"/>
              <a:gd name="T33" fmla="*/ 2147483647 h 4173"/>
              <a:gd name="T34" fmla="*/ 2147483647 w 5832"/>
              <a:gd name="T35" fmla="*/ 2147483647 h 4173"/>
              <a:gd name="T36" fmla="*/ 2147483647 w 5832"/>
              <a:gd name="T37" fmla="*/ 2147483647 h 4173"/>
              <a:gd name="T38" fmla="*/ 2147483647 w 5832"/>
              <a:gd name="T39" fmla="*/ 2147483647 h 4173"/>
              <a:gd name="T40" fmla="*/ 2147483647 w 5832"/>
              <a:gd name="T41" fmla="*/ 2147483647 h 4173"/>
              <a:gd name="T42" fmla="*/ 2147483647 w 5832"/>
              <a:gd name="T43" fmla="*/ 2147483647 h 4173"/>
              <a:gd name="T44" fmla="*/ 2147483647 w 5832"/>
              <a:gd name="T45" fmla="*/ 2147483647 h 4173"/>
              <a:gd name="T46" fmla="*/ 2147483647 w 5832"/>
              <a:gd name="T47" fmla="*/ 2147483647 h 4173"/>
              <a:gd name="T48" fmla="*/ 2147483647 w 5832"/>
              <a:gd name="T49" fmla="*/ 2147483647 h 4173"/>
              <a:gd name="T50" fmla="*/ 2147483647 w 5832"/>
              <a:gd name="T51" fmla="*/ 2147483647 h 4173"/>
              <a:gd name="T52" fmla="*/ 2147483647 w 5832"/>
              <a:gd name="T53" fmla="*/ 2147483647 h 4173"/>
              <a:gd name="T54" fmla="*/ 2147483647 w 5832"/>
              <a:gd name="T55" fmla="*/ 2147483647 h 4173"/>
              <a:gd name="T56" fmla="*/ 2147483647 w 5832"/>
              <a:gd name="T57" fmla="*/ 2147483647 h 4173"/>
              <a:gd name="T58" fmla="*/ 2147483647 w 5832"/>
              <a:gd name="T59" fmla="*/ 2147483647 h 4173"/>
              <a:gd name="T60" fmla="*/ 2147483647 w 5832"/>
              <a:gd name="T61" fmla="*/ 2147483647 h 4173"/>
              <a:gd name="T62" fmla="*/ 2147483647 w 5832"/>
              <a:gd name="T63" fmla="*/ 2147483647 h 4173"/>
              <a:gd name="T64" fmla="*/ 2147483647 w 5832"/>
              <a:gd name="T65" fmla="*/ 2147483647 h 4173"/>
              <a:gd name="T66" fmla="*/ 2147483647 w 5832"/>
              <a:gd name="T67" fmla="*/ 2147483647 h 4173"/>
              <a:gd name="T68" fmla="*/ 2147483647 w 5832"/>
              <a:gd name="T69" fmla="*/ 2147483647 h 4173"/>
              <a:gd name="T70" fmla="*/ 2147483647 w 5832"/>
              <a:gd name="T71" fmla="*/ 2147483647 h 4173"/>
              <a:gd name="T72" fmla="*/ 2147483647 w 5832"/>
              <a:gd name="T73" fmla="*/ 2147483647 h 4173"/>
              <a:gd name="T74" fmla="*/ 2147483647 w 5832"/>
              <a:gd name="T75" fmla="*/ 2147483647 h 4173"/>
              <a:gd name="T76" fmla="*/ 2147483647 w 5832"/>
              <a:gd name="T77" fmla="*/ 2147483647 h 4173"/>
              <a:gd name="T78" fmla="*/ 2147483647 w 5832"/>
              <a:gd name="T79" fmla="*/ 2147483647 h 4173"/>
              <a:gd name="T80" fmla="*/ 2147483647 w 5832"/>
              <a:gd name="T81" fmla="*/ 2147483647 h 4173"/>
              <a:gd name="T82" fmla="*/ 2147483647 w 5832"/>
              <a:gd name="T83" fmla="*/ 2147483647 h 4173"/>
              <a:gd name="T84" fmla="*/ 2147483647 w 5832"/>
              <a:gd name="T85" fmla="*/ 2147483647 h 4173"/>
              <a:gd name="T86" fmla="*/ 2147483647 w 5832"/>
              <a:gd name="T87" fmla="*/ 2147483647 h 4173"/>
              <a:gd name="T88" fmla="*/ 2147483647 w 5832"/>
              <a:gd name="T89" fmla="*/ 2147483647 h 4173"/>
              <a:gd name="T90" fmla="*/ 2147483647 w 5832"/>
              <a:gd name="T91" fmla="*/ 2147483647 h 4173"/>
              <a:gd name="T92" fmla="*/ 2147483647 w 5832"/>
              <a:gd name="T93" fmla="*/ 2147483647 h 4173"/>
              <a:gd name="T94" fmla="*/ 2147483647 w 5832"/>
              <a:gd name="T95" fmla="*/ 2147483647 h 4173"/>
              <a:gd name="T96" fmla="*/ 2147483647 w 5832"/>
              <a:gd name="T97" fmla="*/ 2147483647 h 4173"/>
              <a:gd name="T98" fmla="*/ 2147483647 w 5832"/>
              <a:gd name="T99" fmla="*/ 2147483647 h 4173"/>
              <a:gd name="T100" fmla="*/ 2147483647 w 5832"/>
              <a:gd name="T101" fmla="*/ 2147483647 h 4173"/>
              <a:gd name="T102" fmla="*/ 2147483647 w 5832"/>
              <a:gd name="T103" fmla="*/ 2147483647 h 4173"/>
              <a:gd name="T104" fmla="*/ 2147483647 w 5832"/>
              <a:gd name="T105" fmla="*/ 2147483647 h 4173"/>
              <a:gd name="T106" fmla="*/ 2147483647 w 5832"/>
              <a:gd name="T107" fmla="*/ 2147483647 h 4173"/>
              <a:gd name="T108" fmla="*/ 2147483647 w 5832"/>
              <a:gd name="T109" fmla="*/ 2147483647 h 4173"/>
              <a:gd name="T110" fmla="*/ 2147483647 w 5832"/>
              <a:gd name="T111" fmla="*/ 2147483647 h 4173"/>
              <a:gd name="T112" fmla="*/ 2147483647 w 5832"/>
              <a:gd name="T113" fmla="*/ 2147483647 h 4173"/>
              <a:gd name="T114" fmla="*/ 2147483647 w 5832"/>
              <a:gd name="T115" fmla="*/ 2147483647 h 4173"/>
              <a:gd name="T116" fmla="*/ 2147483647 w 5832"/>
              <a:gd name="T117" fmla="*/ 2147483647 h 4173"/>
              <a:gd name="T118" fmla="*/ 2147483647 w 5832"/>
              <a:gd name="T119" fmla="*/ 2147483647 h 4173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5832"/>
              <a:gd name="T181" fmla="*/ 0 h 4173"/>
              <a:gd name="T182" fmla="*/ 5832 w 5832"/>
              <a:gd name="T183" fmla="*/ 4173 h 4173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5832" h="4173">
                <a:moveTo>
                  <a:pt x="370" y="477"/>
                </a:moveTo>
                <a:lnTo>
                  <a:pt x="5462" y="477"/>
                </a:lnTo>
                <a:lnTo>
                  <a:pt x="5481" y="477"/>
                </a:lnTo>
                <a:lnTo>
                  <a:pt x="5500" y="478"/>
                </a:lnTo>
                <a:lnTo>
                  <a:pt x="5518" y="480"/>
                </a:lnTo>
                <a:lnTo>
                  <a:pt x="5537" y="484"/>
                </a:lnTo>
                <a:lnTo>
                  <a:pt x="5554" y="488"/>
                </a:lnTo>
                <a:lnTo>
                  <a:pt x="5571" y="494"/>
                </a:lnTo>
                <a:lnTo>
                  <a:pt x="5589" y="499"/>
                </a:lnTo>
                <a:lnTo>
                  <a:pt x="5606" y="506"/>
                </a:lnTo>
                <a:lnTo>
                  <a:pt x="5622" y="513"/>
                </a:lnTo>
                <a:lnTo>
                  <a:pt x="5638" y="521"/>
                </a:lnTo>
                <a:lnTo>
                  <a:pt x="5654" y="530"/>
                </a:lnTo>
                <a:lnTo>
                  <a:pt x="5668" y="539"/>
                </a:lnTo>
                <a:lnTo>
                  <a:pt x="5683" y="550"/>
                </a:lnTo>
                <a:lnTo>
                  <a:pt x="5697" y="562"/>
                </a:lnTo>
                <a:lnTo>
                  <a:pt x="5710" y="573"/>
                </a:lnTo>
                <a:lnTo>
                  <a:pt x="5723" y="585"/>
                </a:lnTo>
                <a:lnTo>
                  <a:pt x="5735" y="598"/>
                </a:lnTo>
                <a:lnTo>
                  <a:pt x="5747" y="612"/>
                </a:lnTo>
                <a:lnTo>
                  <a:pt x="5758" y="625"/>
                </a:lnTo>
                <a:lnTo>
                  <a:pt x="5768" y="640"/>
                </a:lnTo>
                <a:lnTo>
                  <a:pt x="5778" y="655"/>
                </a:lnTo>
                <a:lnTo>
                  <a:pt x="5787" y="670"/>
                </a:lnTo>
                <a:lnTo>
                  <a:pt x="5795" y="686"/>
                </a:lnTo>
                <a:lnTo>
                  <a:pt x="5803" y="702"/>
                </a:lnTo>
                <a:lnTo>
                  <a:pt x="5810" y="720"/>
                </a:lnTo>
                <a:lnTo>
                  <a:pt x="5815" y="737"/>
                </a:lnTo>
                <a:lnTo>
                  <a:pt x="5820" y="754"/>
                </a:lnTo>
                <a:lnTo>
                  <a:pt x="5824" y="772"/>
                </a:lnTo>
                <a:lnTo>
                  <a:pt x="5828" y="790"/>
                </a:lnTo>
                <a:lnTo>
                  <a:pt x="5830" y="808"/>
                </a:lnTo>
                <a:lnTo>
                  <a:pt x="5831" y="827"/>
                </a:lnTo>
                <a:lnTo>
                  <a:pt x="5832" y="846"/>
                </a:lnTo>
                <a:lnTo>
                  <a:pt x="5832" y="3803"/>
                </a:lnTo>
                <a:lnTo>
                  <a:pt x="5831" y="3822"/>
                </a:lnTo>
                <a:lnTo>
                  <a:pt x="5830" y="3841"/>
                </a:lnTo>
                <a:lnTo>
                  <a:pt x="5828" y="3858"/>
                </a:lnTo>
                <a:lnTo>
                  <a:pt x="5824" y="3877"/>
                </a:lnTo>
                <a:lnTo>
                  <a:pt x="5820" y="3895"/>
                </a:lnTo>
                <a:lnTo>
                  <a:pt x="5815" y="3912"/>
                </a:lnTo>
                <a:lnTo>
                  <a:pt x="5810" y="3930"/>
                </a:lnTo>
                <a:lnTo>
                  <a:pt x="5803" y="3947"/>
                </a:lnTo>
                <a:lnTo>
                  <a:pt x="5795" y="3962"/>
                </a:lnTo>
                <a:lnTo>
                  <a:pt x="5787" y="3979"/>
                </a:lnTo>
                <a:lnTo>
                  <a:pt x="5778" y="3994"/>
                </a:lnTo>
                <a:lnTo>
                  <a:pt x="5768" y="4009"/>
                </a:lnTo>
                <a:lnTo>
                  <a:pt x="5758" y="4023"/>
                </a:lnTo>
                <a:lnTo>
                  <a:pt x="5747" y="4038"/>
                </a:lnTo>
                <a:lnTo>
                  <a:pt x="5735" y="4051"/>
                </a:lnTo>
                <a:lnTo>
                  <a:pt x="5723" y="4064"/>
                </a:lnTo>
                <a:lnTo>
                  <a:pt x="5710" y="4076"/>
                </a:lnTo>
                <a:lnTo>
                  <a:pt x="5697" y="4088"/>
                </a:lnTo>
                <a:lnTo>
                  <a:pt x="5683" y="4098"/>
                </a:lnTo>
                <a:lnTo>
                  <a:pt x="5668" y="4109"/>
                </a:lnTo>
                <a:lnTo>
                  <a:pt x="5654" y="4118"/>
                </a:lnTo>
                <a:lnTo>
                  <a:pt x="5638" y="4127"/>
                </a:lnTo>
                <a:lnTo>
                  <a:pt x="5622" y="4136"/>
                </a:lnTo>
                <a:lnTo>
                  <a:pt x="5606" y="4143"/>
                </a:lnTo>
                <a:lnTo>
                  <a:pt x="5589" y="4149"/>
                </a:lnTo>
                <a:lnTo>
                  <a:pt x="5571" y="4156"/>
                </a:lnTo>
                <a:lnTo>
                  <a:pt x="5554" y="4160"/>
                </a:lnTo>
                <a:lnTo>
                  <a:pt x="5537" y="4165"/>
                </a:lnTo>
                <a:lnTo>
                  <a:pt x="5518" y="4168"/>
                </a:lnTo>
                <a:lnTo>
                  <a:pt x="5500" y="4171"/>
                </a:lnTo>
                <a:lnTo>
                  <a:pt x="5481" y="4172"/>
                </a:lnTo>
                <a:lnTo>
                  <a:pt x="5462" y="4173"/>
                </a:lnTo>
                <a:lnTo>
                  <a:pt x="370" y="4173"/>
                </a:lnTo>
                <a:lnTo>
                  <a:pt x="351" y="4172"/>
                </a:lnTo>
                <a:lnTo>
                  <a:pt x="332" y="4171"/>
                </a:lnTo>
                <a:lnTo>
                  <a:pt x="313" y="4168"/>
                </a:lnTo>
                <a:lnTo>
                  <a:pt x="295" y="4165"/>
                </a:lnTo>
                <a:lnTo>
                  <a:pt x="277" y="4160"/>
                </a:lnTo>
                <a:lnTo>
                  <a:pt x="259" y="4156"/>
                </a:lnTo>
                <a:lnTo>
                  <a:pt x="243" y="4149"/>
                </a:lnTo>
                <a:lnTo>
                  <a:pt x="226" y="4143"/>
                </a:lnTo>
                <a:lnTo>
                  <a:pt x="209" y="4136"/>
                </a:lnTo>
                <a:lnTo>
                  <a:pt x="194" y="4127"/>
                </a:lnTo>
                <a:lnTo>
                  <a:pt x="178" y="4118"/>
                </a:lnTo>
                <a:lnTo>
                  <a:pt x="162" y="4109"/>
                </a:lnTo>
                <a:lnTo>
                  <a:pt x="148" y="4098"/>
                </a:lnTo>
                <a:lnTo>
                  <a:pt x="134" y="4088"/>
                </a:lnTo>
                <a:lnTo>
                  <a:pt x="121" y="4076"/>
                </a:lnTo>
                <a:lnTo>
                  <a:pt x="108" y="4064"/>
                </a:lnTo>
                <a:lnTo>
                  <a:pt x="95" y="4051"/>
                </a:lnTo>
                <a:lnTo>
                  <a:pt x="84" y="4038"/>
                </a:lnTo>
                <a:lnTo>
                  <a:pt x="73" y="4023"/>
                </a:lnTo>
                <a:lnTo>
                  <a:pt x="63" y="4009"/>
                </a:lnTo>
                <a:lnTo>
                  <a:pt x="53" y="3994"/>
                </a:lnTo>
                <a:lnTo>
                  <a:pt x="44" y="3979"/>
                </a:lnTo>
                <a:lnTo>
                  <a:pt x="36" y="3962"/>
                </a:lnTo>
                <a:lnTo>
                  <a:pt x="29" y="3947"/>
                </a:lnTo>
                <a:lnTo>
                  <a:pt x="22" y="3930"/>
                </a:lnTo>
                <a:lnTo>
                  <a:pt x="16" y="3912"/>
                </a:lnTo>
                <a:lnTo>
                  <a:pt x="11" y="3895"/>
                </a:lnTo>
                <a:lnTo>
                  <a:pt x="7" y="3877"/>
                </a:lnTo>
                <a:lnTo>
                  <a:pt x="4" y="3858"/>
                </a:lnTo>
                <a:lnTo>
                  <a:pt x="2" y="3841"/>
                </a:lnTo>
                <a:lnTo>
                  <a:pt x="0" y="3822"/>
                </a:lnTo>
                <a:lnTo>
                  <a:pt x="0" y="3803"/>
                </a:lnTo>
                <a:lnTo>
                  <a:pt x="0" y="846"/>
                </a:lnTo>
                <a:lnTo>
                  <a:pt x="0" y="827"/>
                </a:lnTo>
                <a:lnTo>
                  <a:pt x="2" y="808"/>
                </a:lnTo>
                <a:lnTo>
                  <a:pt x="4" y="790"/>
                </a:lnTo>
                <a:lnTo>
                  <a:pt x="7" y="772"/>
                </a:lnTo>
                <a:lnTo>
                  <a:pt x="11" y="754"/>
                </a:lnTo>
                <a:lnTo>
                  <a:pt x="16" y="737"/>
                </a:lnTo>
                <a:lnTo>
                  <a:pt x="22" y="720"/>
                </a:lnTo>
                <a:lnTo>
                  <a:pt x="29" y="702"/>
                </a:lnTo>
                <a:lnTo>
                  <a:pt x="36" y="686"/>
                </a:lnTo>
                <a:lnTo>
                  <a:pt x="44" y="670"/>
                </a:lnTo>
                <a:lnTo>
                  <a:pt x="53" y="655"/>
                </a:lnTo>
                <a:lnTo>
                  <a:pt x="63" y="640"/>
                </a:lnTo>
                <a:lnTo>
                  <a:pt x="73" y="625"/>
                </a:lnTo>
                <a:lnTo>
                  <a:pt x="84" y="612"/>
                </a:lnTo>
                <a:lnTo>
                  <a:pt x="95" y="598"/>
                </a:lnTo>
                <a:lnTo>
                  <a:pt x="108" y="585"/>
                </a:lnTo>
                <a:lnTo>
                  <a:pt x="121" y="573"/>
                </a:lnTo>
                <a:lnTo>
                  <a:pt x="134" y="562"/>
                </a:lnTo>
                <a:lnTo>
                  <a:pt x="148" y="550"/>
                </a:lnTo>
                <a:lnTo>
                  <a:pt x="162" y="539"/>
                </a:lnTo>
                <a:lnTo>
                  <a:pt x="178" y="530"/>
                </a:lnTo>
                <a:lnTo>
                  <a:pt x="194" y="521"/>
                </a:lnTo>
                <a:lnTo>
                  <a:pt x="209" y="513"/>
                </a:lnTo>
                <a:lnTo>
                  <a:pt x="226" y="506"/>
                </a:lnTo>
                <a:lnTo>
                  <a:pt x="243" y="499"/>
                </a:lnTo>
                <a:lnTo>
                  <a:pt x="259" y="494"/>
                </a:lnTo>
                <a:lnTo>
                  <a:pt x="277" y="488"/>
                </a:lnTo>
                <a:lnTo>
                  <a:pt x="295" y="484"/>
                </a:lnTo>
                <a:lnTo>
                  <a:pt x="313" y="480"/>
                </a:lnTo>
                <a:lnTo>
                  <a:pt x="332" y="478"/>
                </a:lnTo>
                <a:lnTo>
                  <a:pt x="351" y="477"/>
                </a:lnTo>
                <a:lnTo>
                  <a:pt x="370" y="477"/>
                </a:lnTo>
                <a:close/>
                <a:moveTo>
                  <a:pt x="542" y="0"/>
                </a:moveTo>
                <a:lnTo>
                  <a:pt x="1703" y="0"/>
                </a:lnTo>
                <a:lnTo>
                  <a:pt x="1703" y="350"/>
                </a:lnTo>
                <a:lnTo>
                  <a:pt x="542" y="350"/>
                </a:lnTo>
                <a:lnTo>
                  <a:pt x="542" y="0"/>
                </a:lnTo>
                <a:close/>
                <a:moveTo>
                  <a:pt x="4019" y="1725"/>
                </a:moveTo>
                <a:lnTo>
                  <a:pt x="4019" y="1725"/>
                </a:lnTo>
                <a:lnTo>
                  <a:pt x="3983" y="1726"/>
                </a:lnTo>
                <a:lnTo>
                  <a:pt x="3946" y="1729"/>
                </a:lnTo>
                <a:lnTo>
                  <a:pt x="3910" y="1734"/>
                </a:lnTo>
                <a:lnTo>
                  <a:pt x="3874" y="1740"/>
                </a:lnTo>
                <a:lnTo>
                  <a:pt x="3840" y="1747"/>
                </a:lnTo>
                <a:lnTo>
                  <a:pt x="3806" y="1758"/>
                </a:lnTo>
                <a:lnTo>
                  <a:pt x="3773" y="1769"/>
                </a:lnTo>
                <a:lnTo>
                  <a:pt x="3740" y="1782"/>
                </a:lnTo>
                <a:lnTo>
                  <a:pt x="3708" y="1797"/>
                </a:lnTo>
                <a:lnTo>
                  <a:pt x="3677" y="1812"/>
                </a:lnTo>
                <a:lnTo>
                  <a:pt x="3647" y="1829"/>
                </a:lnTo>
                <a:lnTo>
                  <a:pt x="3618" y="1848"/>
                </a:lnTo>
                <a:lnTo>
                  <a:pt x="3590" y="1868"/>
                </a:lnTo>
                <a:lnTo>
                  <a:pt x="3563" y="1889"/>
                </a:lnTo>
                <a:lnTo>
                  <a:pt x="3537" y="1911"/>
                </a:lnTo>
                <a:lnTo>
                  <a:pt x="3512" y="1936"/>
                </a:lnTo>
                <a:lnTo>
                  <a:pt x="3488" y="1960"/>
                </a:lnTo>
                <a:lnTo>
                  <a:pt x="3465" y="1987"/>
                </a:lnTo>
                <a:lnTo>
                  <a:pt x="3444" y="2014"/>
                </a:lnTo>
                <a:lnTo>
                  <a:pt x="3424" y="2042"/>
                </a:lnTo>
                <a:lnTo>
                  <a:pt x="3405" y="2071"/>
                </a:lnTo>
                <a:lnTo>
                  <a:pt x="3388" y="2101"/>
                </a:lnTo>
                <a:lnTo>
                  <a:pt x="3372" y="2132"/>
                </a:lnTo>
                <a:lnTo>
                  <a:pt x="3358" y="2164"/>
                </a:lnTo>
                <a:lnTo>
                  <a:pt x="3345" y="2197"/>
                </a:lnTo>
                <a:lnTo>
                  <a:pt x="3334" y="2230"/>
                </a:lnTo>
                <a:lnTo>
                  <a:pt x="3324" y="2264"/>
                </a:lnTo>
                <a:lnTo>
                  <a:pt x="3316" y="2298"/>
                </a:lnTo>
                <a:lnTo>
                  <a:pt x="3309" y="2334"/>
                </a:lnTo>
                <a:lnTo>
                  <a:pt x="3305" y="2369"/>
                </a:lnTo>
                <a:lnTo>
                  <a:pt x="3303" y="2406"/>
                </a:lnTo>
                <a:lnTo>
                  <a:pt x="3302" y="2443"/>
                </a:lnTo>
                <a:lnTo>
                  <a:pt x="3303" y="2480"/>
                </a:lnTo>
                <a:lnTo>
                  <a:pt x="3305" y="2517"/>
                </a:lnTo>
                <a:lnTo>
                  <a:pt x="3309" y="2552"/>
                </a:lnTo>
                <a:lnTo>
                  <a:pt x="3316" y="2587"/>
                </a:lnTo>
                <a:lnTo>
                  <a:pt x="3324" y="2622"/>
                </a:lnTo>
                <a:lnTo>
                  <a:pt x="3334" y="2656"/>
                </a:lnTo>
                <a:lnTo>
                  <a:pt x="3345" y="2689"/>
                </a:lnTo>
                <a:lnTo>
                  <a:pt x="3358" y="2722"/>
                </a:lnTo>
                <a:lnTo>
                  <a:pt x="3372" y="2754"/>
                </a:lnTo>
                <a:lnTo>
                  <a:pt x="3388" y="2784"/>
                </a:lnTo>
                <a:lnTo>
                  <a:pt x="3405" y="2814"/>
                </a:lnTo>
                <a:lnTo>
                  <a:pt x="3424" y="2843"/>
                </a:lnTo>
                <a:lnTo>
                  <a:pt x="3444" y="2872"/>
                </a:lnTo>
                <a:lnTo>
                  <a:pt x="3465" y="2899"/>
                </a:lnTo>
                <a:lnTo>
                  <a:pt x="3488" y="2924"/>
                </a:lnTo>
                <a:lnTo>
                  <a:pt x="3512" y="2950"/>
                </a:lnTo>
                <a:lnTo>
                  <a:pt x="3537" y="2973"/>
                </a:lnTo>
                <a:lnTo>
                  <a:pt x="3563" y="2997"/>
                </a:lnTo>
                <a:lnTo>
                  <a:pt x="3590" y="3018"/>
                </a:lnTo>
                <a:lnTo>
                  <a:pt x="3618" y="3038"/>
                </a:lnTo>
                <a:lnTo>
                  <a:pt x="3647" y="3056"/>
                </a:lnTo>
                <a:lnTo>
                  <a:pt x="3677" y="3074"/>
                </a:lnTo>
                <a:lnTo>
                  <a:pt x="3708" y="3089"/>
                </a:lnTo>
                <a:lnTo>
                  <a:pt x="3740" y="3104"/>
                </a:lnTo>
                <a:lnTo>
                  <a:pt x="3773" y="3117"/>
                </a:lnTo>
                <a:lnTo>
                  <a:pt x="3806" y="3128"/>
                </a:lnTo>
                <a:lnTo>
                  <a:pt x="3840" y="3137"/>
                </a:lnTo>
                <a:lnTo>
                  <a:pt x="3874" y="3145"/>
                </a:lnTo>
                <a:lnTo>
                  <a:pt x="3910" y="3152"/>
                </a:lnTo>
                <a:lnTo>
                  <a:pt x="3946" y="3156"/>
                </a:lnTo>
                <a:lnTo>
                  <a:pt x="3983" y="3160"/>
                </a:lnTo>
                <a:lnTo>
                  <a:pt x="4019" y="3161"/>
                </a:lnTo>
                <a:lnTo>
                  <a:pt x="4056" y="3160"/>
                </a:lnTo>
                <a:lnTo>
                  <a:pt x="4092" y="3156"/>
                </a:lnTo>
                <a:lnTo>
                  <a:pt x="4129" y="3152"/>
                </a:lnTo>
                <a:lnTo>
                  <a:pt x="4163" y="3145"/>
                </a:lnTo>
                <a:lnTo>
                  <a:pt x="4198" y="3137"/>
                </a:lnTo>
                <a:lnTo>
                  <a:pt x="4232" y="3128"/>
                </a:lnTo>
                <a:lnTo>
                  <a:pt x="4266" y="3117"/>
                </a:lnTo>
                <a:lnTo>
                  <a:pt x="4298" y="3104"/>
                </a:lnTo>
                <a:lnTo>
                  <a:pt x="4329" y="3089"/>
                </a:lnTo>
                <a:lnTo>
                  <a:pt x="4361" y="3074"/>
                </a:lnTo>
                <a:lnTo>
                  <a:pt x="4391" y="3056"/>
                </a:lnTo>
                <a:lnTo>
                  <a:pt x="4420" y="3038"/>
                </a:lnTo>
                <a:lnTo>
                  <a:pt x="4447" y="3018"/>
                </a:lnTo>
                <a:lnTo>
                  <a:pt x="4475" y="2997"/>
                </a:lnTo>
                <a:lnTo>
                  <a:pt x="4501" y="2973"/>
                </a:lnTo>
                <a:lnTo>
                  <a:pt x="4527" y="2950"/>
                </a:lnTo>
                <a:lnTo>
                  <a:pt x="4550" y="2924"/>
                </a:lnTo>
                <a:lnTo>
                  <a:pt x="4572" y="2899"/>
                </a:lnTo>
                <a:lnTo>
                  <a:pt x="4595" y="2872"/>
                </a:lnTo>
                <a:lnTo>
                  <a:pt x="4614" y="2843"/>
                </a:lnTo>
                <a:lnTo>
                  <a:pt x="4633" y="2814"/>
                </a:lnTo>
                <a:lnTo>
                  <a:pt x="4650" y="2784"/>
                </a:lnTo>
                <a:lnTo>
                  <a:pt x="4666" y="2754"/>
                </a:lnTo>
                <a:lnTo>
                  <a:pt x="4680" y="2722"/>
                </a:lnTo>
                <a:lnTo>
                  <a:pt x="4693" y="2689"/>
                </a:lnTo>
                <a:lnTo>
                  <a:pt x="4705" y="2656"/>
                </a:lnTo>
                <a:lnTo>
                  <a:pt x="4714" y="2622"/>
                </a:lnTo>
                <a:lnTo>
                  <a:pt x="4722" y="2587"/>
                </a:lnTo>
                <a:lnTo>
                  <a:pt x="4728" y="2552"/>
                </a:lnTo>
                <a:lnTo>
                  <a:pt x="4733" y="2517"/>
                </a:lnTo>
                <a:lnTo>
                  <a:pt x="4736" y="2480"/>
                </a:lnTo>
                <a:lnTo>
                  <a:pt x="4736" y="2443"/>
                </a:lnTo>
                <a:lnTo>
                  <a:pt x="4736" y="2406"/>
                </a:lnTo>
                <a:lnTo>
                  <a:pt x="4733" y="2369"/>
                </a:lnTo>
                <a:lnTo>
                  <a:pt x="4728" y="2334"/>
                </a:lnTo>
                <a:lnTo>
                  <a:pt x="4722" y="2298"/>
                </a:lnTo>
                <a:lnTo>
                  <a:pt x="4714" y="2264"/>
                </a:lnTo>
                <a:lnTo>
                  <a:pt x="4705" y="2230"/>
                </a:lnTo>
                <a:lnTo>
                  <a:pt x="4693" y="2197"/>
                </a:lnTo>
                <a:lnTo>
                  <a:pt x="4680" y="2164"/>
                </a:lnTo>
                <a:lnTo>
                  <a:pt x="4666" y="2132"/>
                </a:lnTo>
                <a:lnTo>
                  <a:pt x="4650" y="2101"/>
                </a:lnTo>
                <a:lnTo>
                  <a:pt x="4633" y="2071"/>
                </a:lnTo>
                <a:lnTo>
                  <a:pt x="4614" y="2042"/>
                </a:lnTo>
                <a:lnTo>
                  <a:pt x="4595" y="2014"/>
                </a:lnTo>
                <a:lnTo>
                  <a:pt x="4572" y="1987"/>
                </a:lnTo>
                <a:lnTo>
                  <a:pt x="4550" y="1960"/>
                </a:lnTo>
                <a:lnTo>
                  <a:pt x="4527" y="1936"/>
                </a:lnTo>
                <a:lnTo>
                  <a:pt x="4501" y="1911"/>
                </a:lnTo>
                <a:lnTo>
                  <a:pt x="4475" y="1889"/>
                </a:lnTo>
                <a:lnTo>
                  <a:pt x="4447" y="1868"/>
                </a:lnTo>
                <a:lnTo>
                  <a:pt x="4420" y="1848"/>
                </a:lnTo>
                <a:lnTo>
                  <a:pt x="4391" y="1829"/>
                </a:lnTo>
                <a:lnTo>
                  <a:pt x="4361" y="1812"/>
                </a:lnTo>
                <a:lnTo>
                  <a:pt x="4329" y="1797"/>
                </a:lnTo>
                <a:lnTo>
                  <a:pt x="4298" y="1782"/>
                </a:lnTo>
                <a:lnTo>
                  <a:pt x="4266" y="1769"/>
                </a:lnTo>
                <a:lnTo>
                  <a:pt x="4232" y="1758"/>
                </a:lnTo>
                <a:lnTo>
                  <a:pt x="4198" y="1747"/>
                </a:lnTo>
                <a:lnTo>
                  <a:pt x="4163" y="1740"/>
                </a:lnTo>
                <a:lnTo>
                  <a:pt x="4129" y="1734"/>
                </a:lnTo>
                <a:lnTo>
                  <a:pt x="4092" y="1729"/>
                </a:lnTo>
                <a:lnTo>
                  <a:pt x="4056" y="1726"/>
                </a:lnTo>
                <a:lnTo>
                  <a:pt x="4019" y="1725"/>
                </a:lnTo>
                <a:close/>
                <a:moveTo>
                  <a:pt x="1375" y="838"/>
                </a:moveTo>
                <a:lnTo>
                  <a:pt x="1375" y="3754"/>
                </a:lnTo>
                <a:lnTo>
                  <a:pt x="1591" y="3754"/>
                </a:lnTo>
                <a:lnTo>
                  <a:pt x="1591" y="838"/>
                </a:lnTo>
                <a:lnTo>
                  <a:pt x="1375" y="838"/>
                </a:lnTo>
                <a:close/>
                <a:moveTo>
                  <a:pt x="1841" y="690"/>
                </a:moveTo>
                <a:lnTo>
                  <a:pt x="1841" y="1260"/>
                </a:lnTo>
                <a:lnTo>
                  <a:pt x="2899" y="1260"/>
                </a:lnTo>
                <a:lnTo>
                  <a:pt x="2899" y="690"/>
                </a:lnTo>
                <a:lnTo>
                  <a:pt x="1841" y="690"/>
                </a:lnTo>
                <a:close/>
                <a:moveTo>
                  <a:pt x="4019" y="1003"/>
                </a:moveTo>
                <a:lnTo>
                  <a:pt x="4019" y="1003"/>
                </a:lnTo>
                <a:lnTo>
                  <a:pt x="3982" y="1004"/>
                </a:lnTo>
                <a:lnTo>
                  <a:pt x="3945" y="1005"/>
                </a:lnTo>
                <a:lnTo>
                  <a:pt x="3908" y="1007"/>
                </a:lnTo>
                <a:lnTo>
                  <a:pt x="3872" y="1011"/>
                </a:lnTo>
                <a:lnTo>
                  <a:pt x="3835" y="1015"/>
                </a:lnTo>
                <a:lnTo>
                  <a:pt x="3800" y="1020"/>
                </a:lnTo>
                <a:lnTo>
                  <a:pt x="3764" y="1026"/>
                </a:lnTo>
                <a:lnTo>
                  <a:pt x="3728" y="1033"/>
                </a:lnTo>
                <a:lnTo>
                  <a:pt x="3694" y="1040"/>
                </a:lnTo>
                <a:lnTo>
                  <a:pt x="3659" y="1049"/>
                </a:lnTo>
                <a:lnTo>
                  <a:pt x="3625" y="1058"/>
                </a:lnTo>
                <a:lnTo>
                  <a:pt x="3591" y="1068"/>
                </a:lnTo>
                <a:lnTo>
                  <a:pt x="3558" y="1079"/>
                </a:lnTo>
                <a:lnTo>
                  <a:pt x="3524" y="1091"/>
                </a:lnTo>
                <a:lnTo>
                  <a:pt x="3491" y="1103"/>
                </a:lnTo>
                <a:lnTo>
                  <a:pt x="3459" y="1117"/>
                </a:lnTo>
                <a:lnTo>
                  <a:pt x="3426" y="1130"/>
                </a:lnTo>
                <a:lnTo>
                  <a:pt x="3395" y="1146"/>
                </a:lnTo>
                <a:lnTo>
                  <a:pt x="3364" y="1161"/>
                </a:lnTo>
                <a:lnTo>
                  <a:pt x="3333" y="1177"/>
                </a:lnTo>
                <a:lnTo>
                  <a:pt x="3303" y="1194"/>
                </a:lnTo>
                <a:lnTo>
                  <a:pt x="3273" y="1211"/>
                </a:lnTo>
                <a:lnTo>
                  <a:pt x="3244" y="1230"/>
                </a:lnTo>
                <a:lnTo>
                  <a:pt x="3215" y="1249"/>
                </a:lnTo>
                <a:lnTo>
                  <a:pt x="3186" y="1269"/>
                </a:lnTo>
                <a:lnTo>
                  <a:pt x="3158" y="1289"/>
                </a:lnTo>
                <a:lnTo>
                  <a:pt x="3130" y="1311"/>
                </a:lnTo>
                <a:lnTo>
                  <a:pt x="3103" y="1332"/>
                </a:lnTo>
                <a:lnTo>
                  <a:pt x="3077" y="1354"/>
                </a:lnTo>
                <a:lnTo>
                  <a:pt x="3051" y="1377"/>
                </a:lnTo>
                <a:lnTo>
                  <a:pt x="3026" y="1401"/>
                </a:lnTo>
                <a:lnTo>
                  <a:pt x="3001" y="1425"/>
                </a:lnTo>
                <a:lnTo>
                  <a:pt x="2977" y="1450"/>
                </a:lnTo>
                <a:lnTo>
                  <a:pt x="2954" y="1474"/>
                </a:lnTo>
                <a:lnTo>
                  <a:pt x="2930" y="1501"/>
                </a:lnTo>
                <a:lnTo>
                  <a:pt x="2908" y="1527"/>
                </a:lnTo>
                <a:lnTo>
                  <a:pt x="2887" y="1554"/>
                </a:lnTo>
                <a:lnTo>
                  <a:pt x="2866" y="1581"/>
                </a:lnTo>
                <a:lnTo>
                  <a:pt x="2844" y="1609"/>
                </a:lnTo>
                <a:lnTo>
                  <a:pt x="2826" y="1638"/>
                </a:lnTo>
                <a:lnTo>
                  <a:pt x="2807" y="1667"/>
                </a:lnTo>
                <a:lnTo>
                  <a:pt x="2788" y="1696"/>
                </a:lnTo>
                <a:lnTo>
                  <a:pt x="2770" y="1726"/>
                </a:lnTo>
                <a:lnTo>
                  <a:pt x="2753" y="1756"/>
                </a:lnTo>
                <a:lnTo>
                  <a:pt x="2737" y="1788"/>
                </a:lnTo>
                <a:lnTo>
                  <a:pt x="2722" y="1819"/>
                </a:lnTo>
                <a:lnTo>
                  <a:pt x="2706" y="1850"/>
                </a:lnTo>
                <a:lnTo>
                  <a:pt x="2693" y="1882"/>
                </a:lnTo>
                <a:lnTo>
                  <a:pt x="2679" y="1915"/>
                </a:lnTo>
                <a:lnTo>
                  <a:pt x="2667" y="1948"/>
                </a:lnTo>
                <a:lnTo>
                  <a:pt x="2655" y="1982"/>
                </a:lnTo>
                <a:lnTo>
                  <a:pt x="2644" y="2015"/>
                </a:lnTo>
                <a:lnTo>
                  <a:pt x="2634" y="2048"/>
                </a:lnTo>
                <a:lnTo>
                  <a:pt x="2625" y="2083"/>
                </a:lnTo>
                <a:lnTo>
                  <a:pt x="2616" y="2118"/>
                </a:lnTo>
                <a:lnTo>
                  <a:pt x="2609" y="2153"/>
                </a:lnTo>
                <a:lnTo>
                  <a:pt x="2601" y="2188"/>
                </a:lnTo>
                <a:lnTo>
                  <a:pt x="2596" y="2223"/>
                </a:lnTo>
                <a:lnTo>
                  <a:pt x="2591" y="2259"/>
                </a:lnTo>
                <a:lnTo>
                  <a:pt x="2587" y="2296"/>
                </a:lnTo>
                <a:lnTo>
                  <a:pt x="2584" y="2332"/>
                </a:lnTo>
                <a:lnTo>
                  <a:pt x="2581" y="2368"/>
                </a:lnTo>
                <a:lnTo>
                  <a:pt x="2580" y="2405"/>
                </a:lnTo>
                <a:lnTo>
                  <a:pt x="2579" y="2443"/>
                </a:lnTo>
                <a:lnTo>
                  <a:pt x="2580" y="2480"/>
                </a:lnTo>
                <a:lnTo>
                  <a:pt x="2581" y="2517"/>
                </a:lnTo>
                <a:lnTo>
                  <a:pt x="2584" y="2553"/>
                </a:lnTo>
                <a:lnTo>
                  <a:pt x="2587" y="2590"/>
                </a:lnTo>
                <a:lnTo>
                  <a:pt x="2591" y="2626"/>
                </a:lnTo>
                <a:lnTo>
                  <a:pt x="2596" y="2661"/>
                </a:lnTo>
                <a:lnTo>
                  <a:pt x="2601" y="2697"/>
                </a:lnTo>
                <a:lnTo>
                  <a:pt x="2609" y="2733"/>
                </a:lnTo>
                <a:lnTo>
                  <a:pt x="2616" y="2767"/>
                </a:lnTo>
                <a:lnTo>
                  <a:pt x="2625" y="2803"/>
                </a:lnTo>
                <a:lnTo>
                  <a:pt x="2634" y="2836"/>
                </a:lnTo>
                <a:lnTo>
                  <a:pt x="2644" y="2871"/>
                </a:lnTo>
                <a:lnTo>
                  <a:pt x="2655" y="2904"/>
                </a:lnTo>
                <a:lnTo>
                  <a:pt x="2667" y="2938"/>
                </a:lnTo>
                <a:lnTo>
                  <a:pt x="2679" y="2970"/>
                </a:lnTo>
                <a:lnTo>
                  <a:pt x="2693" y="3004"/>
                </a:lnTo>
                <a:lnTo>
                  <a:pt x="2706" y="3035"/>
                </a:lnTo>
                <a:lnTo>
                  <a:pt x="2722" y="3067"/>
                </a:lnTo>
                <a:lnTo>
                  <a:pt x="2737" y="3098"/>
                </a:lnTo>
                <a:lnTo>
                  <a:pt x="2753" y="3128"/>
                </a:lnTo>
                <a:lnTo>
                  <a:pt x="2770" y="3160"/>
                </a:lnTo>
                <a:lnTo>
                  <a:pt x="2788" y="3189"/>
                </a:lnTo>
                <a:lnTo>
                  <a:pt x="2807" y="3219"/>
                </a:lnTo>
                <a:lnTo>
                  <a:pt x="2826" y="3248"/>
                </a:lnTo>
                <a:lnTo>
                  <a:pt x="2844" y="3276"/>
                </a:lnTo>
                <a:lnTo>
                  <a:pt x="2866" y="3305"/>
                </a:lnTo>
                <a:lnTo>
                  <a:pt x="2887" y="3331"/>
                </a:lnTo>
                <a:lnTo>
                  <a:pt x="2908" y="3358"/>
                </a:lnTo>
                <a:lnTo>
                  <a:pt x="2930" y="3385"/>
                </a:lnTo>
                <a:lnTo>
                  <a:pt x="2954" y="3410"/>
                </a:lnTo>
                <a:lnTo>
                  <a:pt x="2977" y="3436"/>
                </a:lnTo>
                <a:lnTo>
                  <a:pt x="3001" y="3461"/>
                </a:lnTo>
                <a:lnTo>
                  <a:pt x="3026" y="3485"/>
                </a:lnTo>
                <a:lnTo>
                  <a:pt x="3051" y="3508"/>
                </a:lnTo>
                <a:lnTo>
                  <a:pt x="3077" y="3531"/>
                </a:lnTo>
                <a:lnTo>
                  <a:pt x="3103" y="3553"/>
                </a:lnTo>
                <a:lnTo>
                  <a:pt x="3130" y="3575"/>
                </a:lnTo>
                <a:lnTo>
                  <a:pt x="3158" y="3597"/>
                </a:lnTo>
                <a:lnTo>
                  <a:pt x="3186" y="3617"/>
                </a:lnTo>
                <a:lnTo>
                  <a:pt x="3215" y="3637"/>
                </a:lnTo>
                <a:lnTo>
                  <a:pt x="3244" y="3656"/>
                </a:lnTo>
                <a:lnTo>
                  <a:pt x="3273" y="3673"/>
                </a:lnTo>
                <a:lnTo>
                  <a:pt x="3303" y="3691"/>
                </a:lnTo>
                <a:lnTo>
                  <a:pt x="3333" y="3708"/>
                </a:lnTo>
                <a:lnTo>
                  <a:pt x="3364" y="3725"/>
                </a:lnTo>
                <a:lnTo>
                  <a:pt x="3395" y="3740"/>
                </a:lnTo>
                <a:lnTo>
                  <a:pt x="3426" y="3755"/>
                </a:lnTo>
                <a:lnTo>
                  <a:pt x="3459" y="3769"/>
                </a:lnTo>
                <a:lnTo>
                  <a:pt x="3491" y="3783"/>
                </a:lnTo>
                <a:lnTo>
                  <a:pt x="3524" y="3795"/>
                </a:lnTo>
                <a:lnTo>
                  <a:pt x="3558" y="3806"/>
                </a:lnTo>
                <a:lnTo>
                  <a:pt x="3591" y="3817"/>
                </a:lnTo>
                <a:lnTo>
                  <a:pt x="3625" y="3827"/>
                </a:lnTo>
                <a:lnTo>
                  <a:pt x="3659" y="3837"/>
                </a:lnTo>
                <a:lnTo>
                  <a:pt x="3694" y="3845"/>
                </a:lnTo>
                <a:lnTo>
                  <a:pt x="3728" y="3853"/>
                </a:lnTo>
                <a:lnTo>
                  <a:pt x="3764" y="3860"/>
                </a:lnTo>
                <a:lnTo>
                  <a:pt x="3800" y="3865"/>
                </a:lnTo>
                <a:lnTo>
                  <a:pt x="3835" y="3871"/>
                </a:lnTo>
                <a:lnTo>
                  <a:pt x="3872" y="3875"/>
                </a:lnTo>
                <a:lnTo>
                  <a:pt x="3908" y="3879"/>
                </a:lnTo>
                <a:lnTo>
                  <a:pt x="3945" y="3881"/>
                </a:lnTo>
                <a:lnTo>
                  <a:pt x="3982" y="3882"/>
                </a:lnTo>
                <a:lnTo>
                  <a:pt x="4019" y="3882"/>
                </a:lnTo>
                <a:lnTo>
                  <a:pt x="4056" y="3882"/>
                </a:lnTo>
                <a:lnTo>
                  <a:pt x="4093" y="3881"/>
                </a:lnTo>
                <a:lnTo>
                  <a:pt x="4130" y="3879"/>
                </a:lnTo>
                <a:lnTo>
                  <a:pt x="4167" y="3875"/>
                </a:lnTo>
                <a:lnTo>
                  <a:pt x="4202" y="3871"/>
                </a:lnTo>
                <a:lnTo>
                  <a:pt x="4238" y="3865"/>
                </a:lnTo>
                <a:lnTo>
                  <a:pt x="4274" y="3860"/>
                </a:lnTo>
                <a:lnTo>
                  <a:pt x="4309" y="3853"/>
                </a:lnTo>
                <a:lnTo>
                  <a:pt x="4344" y="3845"/>
                </a:lnTo>
                <a:lnTo>
                  <a:pt x="4378" y="3837"/>
                </a:lnTo>
                <a:lnTo>
                  <a:pt x="4413" y="3827"/>
                </a:lnTo>
                <a:lnTo>
                  <a:pt x="4447" y="3817"/>
                </a:lnTo>
                <a:lnTo>
                  <a:pt x="4481" y="3806"/>
                </a:lnTo>
                <a:lnTo>
                  <a:pt x="4514" y="3795"/>
                </a:lnTo>
                <a:lnTo>
                  <a:pt x="4547" y="3783"/>
                </a:lnTo>
                <a:lnTo>
                  <a:pt x="4579" y="3769"/>
                </a:lnTo>
                <a:lnTo>
                  <a:pt x="4611" y="3755"/>
                </a:lnTo>
                <a:lnTo>
                  <a:pt x="4644" y="3740"/>
                </a:lnTo>
                <a:lnTo>
                  <a:pt x="4675" y="3725"/>
                </a:lnTo>
                <a:lnTo>
                  <a:pt x="4705" y="3708"/>
                </a:lnTo>
                <a:lnTo>
                  <a:pt x="4736" y="3691"/>
                </a:lnTo>
                <a:lnTo>
                  <a:pt x="4765" y="3673"/>
                </a:lnTo>
                <a:lnTo>
                  <a:pt x="4795" y="3656"/>
                </a:lnTo>
                <a:lnTo>
                  <a:pt x="4824" y="3637"/>
                </a:lnTo>
                <a:lnTo>
                  <a:pt x="4852" y="3617"/>
                </a:lnTo>
                <a:lnTo>
                  <a:pt x="4880" y="3597"/>
                </a:lnTo>
                <a:lnTo>
                  <a:pt x="4908" y="3575"/>
                </a:lnTo>
                <a:lnTo>
                  <a:pt x="4935" y="3553"/>
                </a:lnTo>
                <a:lnTo>
                  <a:pt x="4961" y="3531"/>
                </a:lnTo>
                <a:lnTo>
                  <a:pt x="4987" y="3508"/>
                </a:lnTo>
                <a:lnTo>
                  <a:pt x="5013" y="3485"/>
                </a:lnTo>
                <a:lnTo>
                  <a:pt x="5037" y="3461"/>
                </a:lnTo>
                <a:lnTo>
                  <a:pt x="5061" y="3436"/>
                </a:lnTo>
                <a:lnTo>
                  <a:pt x="5085" y="3410"/>
                </a:lnTo>
                <a:lnTo>
                  <a:pt x="5107" y="3385"/>
                </a:lnTo>
                <a:lnTo>
                  <a:pt x="5130" y="3358"/>
                </a:lnTo>
                <a:lnTo>
                  <a:pt x="5152" y="3331"/>
                </a:lnTo>
                <a:lnTo>
                  <a:pt x="5173" y="3305"/>
                </a:lnTo>
                <a:lnTo>
                  <a:pt x="5193" y="3276"/>
                </a:lnTo>
                <a:lnTo>
                  <a:pt x="5213" y="3248"/>
                </a:lnTo>
                <a:lnTo>
                  <a:pt x="5232" y="3219"/>
                </a:lnTo>
                <a:lnTo>
                  <a:pt x="5250" y="3189"/>
                </a:lnTo>
                <a:lnTo>
                  <a:pt x="5268" y="3160"/>
                </a:lnTo>
                <a:lnTo>
                  <a:pt x="5285" y="3128"/>
                </a:lnTo>
                <a:lnTo>
                  <a:pt x="5301" y="3098"/>
                </a:lnTo>
                <a:lnTo>
                  <a:pt x="5317" y="3067"/>
                </a:lnTo>
                <a:lnTo>
                  <a:pt x="5331" y="3035"/>
                </a:lnTo>
                <a:lnTo>
                  <a:pt x="5346" y="3004"/>
                </a:lnTo>
                <a:lnTo>
                  <a:pt x="5359" y="2970"/>
                </a:lnTo>
                <a:lnTo>
                  <a:pt x="5372" y="2938"/>
                </a:lnTo>
                <a:lnTo>
                  <a:pt x="5383" y="2904"/>
                </a:lnTo>
                <a:lnTo>
                  <a:pt x="5394" y="2871"/>
                </a:lnTo>
                <a:lnTo>
                  <a:pt x="5404" y="2836"/>
                </a:lnTo>
                <a:lnTo>
                  <a:pt x="5414" y="2803"/>
                </a:lnTo>
                <a:lnTo>
                  <a:pt x="5422" y="2767"/>
                </a:lnTo>
                <a:lnTo>
                  <a:pt x="5430" y="2733"/>
                </a:lnTo>
                <a:lnTo>
                  <a:pt x="5436" y="2697"/>
                </a:lnTo>
                <a:lnTo>
                  <a:pt x="5442" y="2661"/>
                </a:lnTo>
                <a:lnTo>
                  <a:pt x="5447" y="2626"/>
                </a:lnTo>
                <a:lnTo>
                  <a:pt x="5452" y="2590"/>
                </a:lnTo>
                <a:lnTo>
                  <a:pt x="5454" y="2553"/>
                </a:lnTo>
                <a:lnTo>
                  <a:pt x="5457" y="2517"/>
                </a:lnTo>
                <a:lnTo>
                  <a:pt x="5459" y="2480"/>
                </a:lnTo>
                <a:lnTo>
                  <a:pt x="5459" y="2443"/>
                </a:lnTo>
                <a:lnTo>
                  <a:pt x="5459" y="2405"/>
                </a:lnTo>
                <a:lnTo>
                  <a:pt x="5457" y="2368"/>
                </a:lnTo>
                <a:lnTo>
                  <a:pt x="5454" y="2332"/>
                </a:lnTo>
                <a:lnTo>
                  <a:pt x="5452" y="2296"/>
                </a:lnTo>
                <a:lnTo>
                  <a:pt x="5447" y="2259"/>
                </a:lnTo>
                <a:lnTo>
                  <a:pt x="5442" y="2223"/>
                </a:lnTo>
                <a:lnTo>
                  <a:pt x="5436" y="2188"/>
                </a:lnTo>
                <a:lnTo>
                  <a:pt x="5430" y="2153"/>
                </a:lnTo>
                <a:lnTo>
                  <a:pt x="5422" y="2118"/>
                </a:lnTo>
                <a:lnTo>
                  <a:pt x="5414" y="2083"/>
                </a:lnTo>
                <a:lnTo>
                  <a:pt x="5404" y="2048"/>
                </a:lnTo>
                <a:lnTo>
                  <a:pt x="5394" y="2015"/>
                </a:lnTo>
                <a:lnTo>
                  <a:pt x="5383" y="1982"/>
                </a:lnTo>
                <a:lnTo>
                  <a:pt x="5372" y="1948"/>
                </a:lnTo>
                <a:lnTo>
                  <a:pt x="5359" y="1915"/>
                </a:lnTo>
                <a:lnTo>
                  <a:pt x="5346" y="1882"/>
                </a:lnTo>
                <a:lnTo>
                  <a:pt x="5331" y="1850"/>
                </a:lnTo>
                <a:lnTo>
                  <a:pt x="5317" y="1819"/>
                </a:lnTo>
                <a:lnTo>
                  <a:pt x="5301" y="1788"/>
                </a:lnTo>
                <a:lnTo>
                  <a:pt x="5285" y="1756"/>
                </a:lnTo>
                <a:lnTo>
                  <a:pt x="5268" y="1726"/>
                </a:lnTo>
                <a:lnTo>
                  <a:pt x="5250" y="1696"/>
                </a:lnTo>
                <a:lnTo>
                  <a:pt x="5232" y="1667"/>
                </a:lnTo>
                <a:lnTo>
                  <a:pt x="5213" y="1638"/>
                </a:lnTo>
                <a:lnTo>
                  <a:pt x="5193" y="1609"/>
                </a:lnTo>
                <a:lnTo>
                  <a:pt x="5173" y="1581"/>
                </a:lnTo>
                <a:lnTo>
                  <a:pt x="5152" y="1554"/>
                </a:lnTo>
                <a:lnTo>
                  <a:pt x="5130" y="1527"/>
                </a:lnTo>
                <a:lnTo>
                  <a:pt x="5107" y="1501"/>
                </a:lnTo>
                <a:lnTo>
                  <a:pt x="5085" y="1474"/>
                </a:lnTo>
                <a:lnTo>
                  <a:pt x="5061" y="1450"/>
                </a:lnTo>
                <a:lnTo>
                  <a:pt x="5037" y="1425"/>
                </a:lnTo>
                <a:lnTo>
                  <a:pt x="5013" y="1401"/>
                </a:lnTo>
                <a:lnTo>
                  <a:pt x="4987" y="1377"/>
                </a:lnTo>
                <a:lnTo>
                  <a:pt x="4961" y="1354"/>
                </a:lnTo>
                <a:lnTo>
                  <a:pt x="4935" y="1332"/>
                </a:lnTo>
                <a:lnTo>
                  <a:pt x="4908" y="1311"/>
                </a:lnTo>
                <a:lnTo>
                  <a:pt x="4880" y="1289"/>
                </a:lnTo>
                <a:lnTo>
                  <a:pt x="4852" y="1269"/>
                </a:lnTo>
                <a:lnTo>
                  <a:pt x="4824" y="1249"/>
                </a:lnTo>
                <a:lnTo>
                  <a:pt x="4795" y="1230"/>
                </a:lnTo>
                <a:lnTo>
                  <a:pt x="4765" y="1211"/>
                </a:lnTo>
                <a:lnTo>
                  <a:pt x="4736" y="1194"/>
                </a:lnTo>
                <a:lnTo>
                  <a:pt x="4705" y="1177"/>
                </a:lnTo>
                <a:lnTo>
                  <a:pt x="4675" y="1161"/>
                </a:lnTo>
                <a:lnTo>
                  <a:pt x="4644" y="1146"/>
                </a:lnTo>
                <a:lnTo>
                  <a:pt x="4611" y="1130"/>
                </a:lnTo>
                <a:lnTo>
                  <a:pt x="4579" y="1117"/>
                </a:lnTo>
                <a:lnTo>
                  <a:pt x="4547" y="1103"/>
                </a:lnTo>
                <a:lnTo>
                  <a:pt x="4514" y="1091"/>
                </a:lnTo>
                <a:lnTo>
                  <a:pt x="4481" y="1079"/>
                </a:lnTo>
                <a:lnTo>
                  <a:pt x="4447" y="1068"/>
                </a:lnTo>
                <a:lnTo>
                  <a:pt x="4413" y="1058"/>
                </a:lnTo>
                <a:lnTo>
                  <a:pt x="4378" y="1049"/>
                </a:lnTo>
                <a:lnTo>
                  <a:pt x="4344" y="1040"/>
                </a:lnTo>
                <a:lnTo>
                  <a:pt x="4309" y="1033"/>
                </a:lnTo>
                <a:lnTo>
                  <a:pt x="4274" y="1026"/>
                </a:lnTo>
                <a:lnTo>
                  <a:pt x="4238" y="1020"/>
                </a:lnTo>
                <a:lnTo>
                  <a:pt x="4202" y="1015"/>
                </a:lnTo>
                <a:lnTo>
                  <a:pt x="4167" y="1011"/>
                </a:lnTo>
                <a:lnTo>
                  <a:pt x="4130" y="1007"/>
                </a:lnTo>
                <a:lnTo>
                  <a:pt x="4093" y="1005"/>
                </a:lnTo>
                <a:lnTo>
                  <a:pt x="4056" y="1004"/>
                </a:lnTo>
                <a:lnTo>
                  <a:pt x="4019" y="1003"/>
                </a:lnTo>
                <a:close/>
                <a:moveTo>
                  <a:pt x="4708" y="1754"/>
                </a:moveTo>
                <a:lnTo>
                  <a:pt x="4708" y="1754"/>
                </a:lnTo>
                <a:lnTo>
                  <a:pt x="4674" y="1722"/>
                </a:lnTo>
                <a:lnTo>
                  <a:pt x="4639" y="1692"/>
                </a:lnTo>
                <a:lnTo>
                  <a:pt x="4602" y="1663"/>
                </a:lnTo>
                <a:lnTo>
                  <a:pt x="4563" y="1635"/>
                </a:lnTo>
                <a:lnTo>
                  <a:pt x="4524" y="1610"/>
                </a:lnTo>
                <a:lnTo>
                  <a:pt x="4483" y="1587"/>
                </a:lnTo>
                <a:lnTo>
                  <a:pt x="4442" y="1565"/>
                </a:lnTo>
                <a:lnTo>
                  <a:pt x="4398" y="1546"/>
                </a:lnTo>
                <a:lnTo>
                  <a:pt x="4354" y="1528"/>
                </a:lnTo>
                <a:lnTo>
                  <a:pt x="4309" y="1512"/>
                </a:lnTo>
                <a:lnTo>
                  <a:pt x="4262" y="1500"/>
                </a:lnTo>
                <a:lnTo>
                  <a:pt x="4216" y="1489"/>
                </a:lnTo>
                <a:lnTo>
                  <a:pt x="4168" y="1480"/>
                </a:lnTo>
                <a:lnTo>
                  <a:pt x="4119" y="1474"/>
                </a:lnTo>
                <a:lnTo>
                  <a:pt x="4070" y="1470"/>
                </a:lnTo>
                <a:lnTo>
                  <a:pt x="4019" y="1469"/>
                </a:lnTo>
                <a:lnTo>
                  <a:pt x="3969" y="1470"/>
                </a:lnTo>
                <a:lnTo>
                  <a:pt x="3919" y="1474"/>
                </a:lnTo>
                <a:lnTo>
                  <a:pt x="3871" y="1480"/>
                </a:lnTo>
                <a:lnTo>
                  <a:pt x="3823" y="1489"/>
                </a:lnTo>
                <a:lnTo>
                  <a:pt x="3775" y="1500"/>
                </a:lnTo>
                <a:lnTo>
                  <a:pt x="3730" y="1512"/>
                </a:lnTo>
                <a:lnTo>
                  <a:pt x="3684" y="1528"/>
                </a:lnTo>
                <a:lnTo>
                  <a:pt x="3640" y="1546"/>
                </a:lnTo>
                <a:lnTo>
                  <a:pt x="3597" y="1565"/>
                </a:lnTo>
                <a:lnTo>
                  <a:pt x="3555" y="1587"/>
                </a:lnTo>
                <a:lnTo>
                  <a:pt x="3514" y="1610"/>
                </a:lnTo>
                <a:lnTo>
                  <a:pt x="3474" y="1635"/>
                </a:lnTo>
                <a:lnTo>
                  <a:pt x="3436" y="1663"/>
                </a:lnTo>
                <a:lnTo>
                  <a:pt x="3400" y="1692"/>
                </a:lnTo>
                <a:lnTo>
                  <a:pt x="3364" y="1722"/>
                </a:lnTo>
                <a:lnTo>
                  <a:pt x="3330" y="1754"/>
                </a:lnTo>
                <a:lnTo>
                  <a:pt x="3298" y="1788"/>
                </a:lnTo>
                <a:lnTo>
                  <a:pt x="3267" y="1823"/>
                </a:lnTo>
                <a:lnTo>
                  <a:pt x="3239" y="1860"/>
                </a:lnTo>
                <a:lnTo>
                  <a:pt x="3211" y="1898"/>
                </a:lnTo>
                <a:lnTo>
                  <a:pt x="3186" y="1938"/>
                </a:lnTo>
                <a:lnTo>
                  <a:pt x="3162" y="1978"/>
                </a:lnTo>
                <a:lnTo>
                  <a:pt x="3141" y="2021"/>
                </a:lnTo>
                <a:lnTo>
                  <a:pt x="3122" y="2064"/>
                </a:lnTo>
                <a:lnTo>
                  <a:pt x="3104" y="2107"/>
                </a:lnTo>
                <a:lnTo>
                  <a:pt x="3089" y="2153"/>
                </a:lnTo>
                <a:lnTo>
                  <a:pt x="3075" y="2199"/>
                </a:lnTo>
                <a:lnTo>
                  <a:pt x="3065" y="2247"/>
                </a:lnTo>
                <a:lnTo>
                  <a:pt x="3056" y="2295"/>
                </a:lnTo>
                <a:lnTo>
                  <a:pt x="3050" y="2344"/>
                </a:lnTo>
                <a:lnTo>
                  <a:pt x="3046" y="2393"/>
                </a:lnTo>
                <a:lnTo>
                  <a:pt x="3045" y="2443"/>
                </a:lnTo>
                <a:lnTo>
                  <a:pt x="3046" y="2493"/>
                </a:lnTo>
                <a:lnTo>
                  <a:pt x="3050" y="2542"/>
                </a:lnTo>
                <a:lnTo>
                  <a:pt x="3056" y="2591"/>
                </a:lnTo>
                <a:lnTo>
                  <a:pt x="3065" y="2639"/>
                </a:lnTo>
                <a:lnTo>
                  <a:pt x="3075" y="2686"/>
                </a:lnTo>
                <a:lnTo>
                  <a:pt x="3089" y="2733"/>
                </a:lnTo>
                <a:lnTo>
                  <a:pt x="3104" y="2777"/>
                </a:lnTo>
                <a:lnTo>
                  <a:pt x="3122" y="2822"/>
                </a:lnTo>
                <a:lnTo>
                  <a:pt x="3141" y="2865"/>
                </a:lnTo>
                <a:lnTo>
                  <a:pt x="3162" y="2907"/>
                </a:lnTo>
                <a:lnTo>
                  <a:pt x="3186" y="2948"/>
                </a:lnTo>
                <a:lnTo>
                  <a:pt x="3211" y="2987"/>
                </a:lnTo>
                <a:lnTo>
                  <a:pt x="3239" y="3026"/>
                </a:lnTo>
                <a:lnTo>
                  <a:pt x="3267" y="3063"/>
                </a:lnTo>
                <a:lnTo>
                  <a:pt x="3298" y="3097"/>
                </a:lnTo>
                <a:lnTo>
                  <a:pt x="3330" y="3132"/>
                </a:lnTo>
                <a:lnTo>
                  <a:pt x="3364" y="3164"/>
                </a:lnTo>
                <a:lnTo>
                  <a:pt x="3400" y="3194"/>
                </a:lnTo>
                <a:lnTo>
                  <a:pt x="3436" y="3223"/>
                </a:lnTo>
                <a:lnTo>
                  <a:pt x="3474" y="3250"/>
                </a:lnTo>
                <a:lnTo>
                  <a:pt x="3514" y="3276"/>
                </a:lnTo>
                <a:lnTo>
                  <a:pt x="3555" y="3299"/>
                </a:lnTo>
                <a:lnTo>
                  <a:pt x="3597" y="3320"/>
                </a:lnTo>
                <a:lnTo>
                  <a:pt x="3640" y="3340"/>
                </a:lnTo>
                <a:lnTo>
                  <a:pt x="3684" y="3358"/>
                </a:lnTo>
                <a:lnTo>
                  <a:pt x="3730" y="3373"/>
                </a:lnTo>
                <a:lnTo>
                  <a:pt x="3775" y="3386"/>
                </a:lnTo>
                <a:lnTo>
                  <a:pt x="3823" y="3397"/>
                </a:lnTo>
                <a:lnTo>
                  <a:pt x="3871" y="3405"/>
                </a:lnTo>
                <a:lnTo>
                  <a:pt x="3919" y="3412"/>
                </a:lnTo>
                <a:lnTo>
                  <a:pt x="3969" y="3415"/>
                </a:lnTo>
                <a:lnTo>
                  <a:pt x="4019" y="3417"/>
                </a:lnTo>
                <a:lnTo>
                  <a:pt x="4070" y="3415"/>
                </a:lnTo>
                <a:lnTo>
                  <a:pt x="4119" y="3412"/>
                </a:lnTo>
                <a:lnTo>
                  <a:pt x="4168" y="3405"/>
                </a:lnTo>
                <a:lnTo>
                  <a:pt x="4216" y="3397"/>
                </a:lnTo>
                <a:lnTo>
                  <a:pt x="4262" y="3386"/>
                </a:lnTo>
                <a:lnTo>
                  <a:pt x="4309" y="3373"/>
                </a:lnTo>
                <a:lnTo>
                  <a:pt x="4354" y="3358"/>
                </a:lnTo>
                <a:lnTo>
                  <a:pt x="4398" y="3340"/>
                </a:lnTo>
                <a:lnTo>
                  <a:pt x="4442" y="3320"/>
                </a:lnTo>
                <a:lnTo>
                  <a:pt x="4483" y="3299"/>
                </a:lnTo>
                <a:lnTo>
                  <a:pt x="4524" y="3276"/>
                </a:lnTo>
                <a:lnTo>
                  <a:pt x="4563" y="3250"/>
                </a:lnTo>
                <a:lnTo>
                  <a:pt x="4602" y="3223"/>
                </a:lnTo>
                <a:lnTo>
                  <a:pt x="4639" y="3194"/>
                </a:lnTo>
                <a:lnTo>
                  <a:pt x="4674" y="3164"/>
                </a:lnTo>
                <a:lnTo>
                  <a:pt x="4708" y="3132"/>
                </a:lnTo>
                <a:lnTo>
                  <a:pt x="4740" y="3097"/>
                </a:lnTo>
                <a:lnTo>
                  <a:pt x="4771" y="3063"/>
                </a:lnTo>
                <a:lnTo>
                  <a:pt x="4800" y="3026"/>
                </a:lnTo>
                <a:lnTo>
                  <a:pt x="4826" y="2987"/>
                </a:lnTo>
                <a:lnTo>
                  <a:pt x="4852" y="2948"/>
                </a:lnTo>
                <a:lnTo>
                  <a:pt x="4876" y="2907"/>
                </a:lnTo>
                <a:lnTo>
                  <a:pt x="4897" y="2865"/>
                </a:lnTo>
                <a:lnTo>
                  <a:pt x="4917" y="2822"/>
                </a:lnTo>
                <a:lnTo>
                  <a:pt x="4934" y="2777"/>
                </a:lnTo>
                <a:lnTo>
                  <a:pt x="4949" y="2733"/>
                </a:lnTo>
                <a:lnTo>
                  <a:pt x="4962" y="2686"/>
                </a:lnTo>
                <a:lnTo>
                  <a:pt x="4974" y="2639"/>
                </a:lnTo>
                <a:lnTo>
                  <a:pt x="4981" y="2591"/>
                </a:lnTo>
                <a:lnTo>
                  <a:pt x="4988" y="2542"/>
                </a:lnTo>
                <a:lnTo>
                  <a:pt x="4991" y="2493"/>
                </a:lnTo>
                <a:lnTo>
                  <a:pt x="4993" y="2443"/>
                </a:lnTo>
                <a:lnTo>
                  <a:pt x="4991" y="2393"/>
                </a:lnTo>
                <a:lnTo>
                  <a:pt x="4988" y="2344"/>
                </a:lnTo>
                <a:lnTo>
                  <a:pt x="4981" y="2295"/>
                </a:lnTo>
                <a:lnTo>
                  <a:pt x="4974" y="2247"/>
                </a:lnTo>
                <a:lnTo>
                  <a:pt x="4962" y="2199"/>
                </a:lnTo>
                <a:lnTo>
                  <a:pt x="4949" y="2153"/>
                </a:lnTo>
                <a:lnTo>
                  <a:pt x="4934" y="2107"/>
                </a:lnTo>
                <a:lnTo>
                  <a:pt x="4917" y="2064"/>
                </a:lnTo>
                <a:lnTo>
                  <a:pt x="4897" y="2021"/>
                </a:lnTo>
                <a:lnTo>
                  <a:pt x="4876" y="1978"/>
                </a:lnTo>
                <a:lnTo>
                  <a:pt x="4852" y="1938"/>
                </a:lnTo>
                <a:lnTo>
                  <a:pt x="4826" y="1898"/>
                </a:lnTo>
                <a:lnTo>
                  <a:pt x="4800" y="1860"/>
                </a:lnTo>
                <a:lnTo>
                  <a:pt x="4771" y="1823"/>
                </a:lnTo>
                <a:lnTo>
                  <a:pt x="4740" y="1788"/>
                </a:lnTo>
                <a:lnTo>
                  <a:pt x="4708" y="1754"/>
                </a:lnTo>
                <a:close/>
                <a:moveTo>
                  <a:pt x="4362" y="2100"/>
                </a:moveTo>
                <a:lnTo>
                  <a:pt x="4362" y="2100"/>
                </a:lnTo>
                <a:lnTo>
                  <a:pt x="4345" y="2084"/>
                </a:lnTo>
                <a:lnTo>
                  <a:pt x="4328" y="2068"/>
                </a:lnTo>
                <a:lnTo>
                  <a:pt x="4309" y="2054"/>
                </a:lnTo>
                <a:lnTo>
                  <a:pt x="4290" y="2041"/>
                </a:lnTo>
                <a:lnTo>
                  <a:pt x="4270" y="2028"/>
                </a:lnTo>
                <a:lnTo>
                  <a:pt x="4250" y="2016"/>
                </a:lnTo>
                <a:lnTo>
                  <a:pt x="4229" y="2006"/>
                </a:lnTo>
                <a:lnTo>
                  <a:pt x="4208" y="1996"/>
                </a:lnTo>
                <a:lnTo>
                  <a:pt x="4186" y="1987"/>
                </a:lnTo>
                <a:lnTo>
                  <a:pt x="4163" y="1980"/>
                </a:lnTo>
                <a:lnTo>
                  <a:pt x="4141" y="1974"/>
                </a:lnTo>
                <a:lnTo>
                  <a:pt x="4116" y="1968"/>
                </a:lnTo>
                <a:lnTo>
                  <a:pt x="4093" y="1964"/>
                </a:lnTo>
                <a:lnTo>
                  <a:pt x="4068" y="1960"/>
                </a:lnTo>
                <a:lnTo>
                  <a:pt x="4044" y="1959"/>
                </a:lnTo>
                <a:lnTo>
                  <a:pt x="4019" y="1958"/>
                </a:lnTo>
                <a:lnTo>
                  <a:pt x="3994" y="1959"/>
                </a:lnTo>
                <a:lnTo>
                  <a:pt x="3969" y="1960"/>
                </a:lnTo>
                <a:lnTo>
                  <a:pt x="3945" y="1964"/>
                </a:lnTo>
                <a:lnTo>
                  <a:pt x="3921" y="1968"/>
                </a:lnTo>
                <a:lnTo>
                  <a:pt x="3898" y="1974"/>
                </a:lnTo>
                <a:lnTo>
                  <a:pt x="3874" y="1980"/>
                </a:lnTo>
                <a:lnTo>
                  <a:pt x="3852" y="1987"/>
                </a:lnTo>
                <a:lnTo>
                  <a:pt x="3830" y="1996"/>
                </a:lnTo>
                <a:lnTo>
                  <a:pt x="3809" y="2006"/>
                </a:lnTo>
                <a:lnTo>
                  <a:pt x="3788" y="2016"/>
                </a:lnTo>
                <a:lnTo>
                  <a:pt x="3767" y="2028"/>
                </a:lnTo>
                <a:lnTo>
                  <a:pt x="3747" y="2041"/>
                </a:lnTo>
                <a:lnTo>
                  <a:pt x="3728" y="2054"/>
                </a:lnTo>
                <a:lnTo>
                  <a:pt x="3711" y="2068"/>
                </a:lnTo>
                <a:lnTo>
                  <a:pt x="3693" y="2084"/>
                </a:lnTo>
                <a:lnTo>
                  <a:pt x="3676" y="2100"/>
                </a:lnTo>
                <a:lnTo>
                  <a:pt x="3660" y="2116"/>
                </a:lnTo>
                <a:lnTo>
                  <a:pt x="3645" y="2134"/>
                </a:lnTo>
                <a:lnTo>
                  <a:pt x="3630" y="2152"/>
                </a:lnTo>
                <a:lnTo>
                  <a:pt x="3617" y="2172"/>
                </a:lnTo>
                <a:lnTo>
                  <a:pt x="3605" y="2191"/>
                </a:lnTo>
                <a:lnTo>
                  <a:pt x="3592" y="2211"/>
                </a:lnTo>
                <a:lnTo>
                  <a:pt x="3582" y="2232"/>
                </a:lnTo>
                <a:lnTo>
                  <a:pt x="3572" y="2253"/>
                </a:lnTo>
                <a:lnTo>
                  <a:pt x="3563" y="2276"/>
                </a:lnTo>
                <a:lnTo>
                  <a:pt x="3556" y="2298"/>
                </a:lnTo>
                <a:lnTo>
                  <a:pt x="3550" y="2321"/>
                </a:lnTo>
                <a:lnTo>
                  <a:pt x="3545" y="2345"/>
                </a:lnTo>
                <a:lnTo>
                  <a:pt x="3540" y="2369"/>
                </a:lnTo>
                <a:lnTo>
                  <a:pt x="3537" y="2393"/>
                </a:lnTo>
                <a:lnTo>
                  <a:pt x="3534" y="2417"/>
                </a:lnTo>
                <a:lnTo>
                  <a:pt x="3534" y="2443"/>
                </a:lnTo>
                <a:lnTo>
                  <a:pt x="3534" y="2467"/>
                </a:lnTo>
                <a:lnTo>
                  <a:pt x="3537" y="2492"/>
                </a:lnTo>
                <a:lnTo>
                  <a:pt x="3540" y="2517"/>
                </a:lnTo>
                <a:lnTo>
                  <a:pt x="3545" y="2541"/>
                </a:lnTo>
                <a:lnTo>
                  <a:pt x="3550" y="2564"/>
                </a:lnTo>
                <a:lnTo>
                  <a:pt x="3556" y="2587"/>
                </a:lnTo>
                <a:lnTo>
                  <a:pt x="3563" y="2610"/>
                </a:lnTo>
                <a:lnTo>
                  <a:pt x="3572" y="2631"/>
                </a:lnTo>
                <a:lnTo>
                  <a:pt x="3582" y="2654"/>
                </a:lnTo>
                <a:lnTo>
                  <a:pt x="3592" y="2674"/>
                </a:lnTo>
                <a:lnTo>
                  <a:pt x="3605" y="2695"/>
                </a:lnTo>
                <a:lnTo>
                  <a:pt x="3617" y="2714"/>
                </a:lnTo>
                <a:lnTo>
                  <a:pt x="3630" y="2733"/>
                </a:lnTo>
                <a:lnTo>
                  <a:pt x="3645" y="2752"/>
                </a:lnTo>
                <a:lnTo>
                  <a:pt x="3660" y="2768"/>
                </a:lnTo>
                <a:lnTo>
                  <a:pt x="3676" y="2786"/>
                </a:lnTo>
                <a:lnTo>
                  <a:pt x="3693" y="2802"/>
                </a:lnTo>
                <a:lnTo>
                  <a:pt x="3711" y="2817"/>
                </a:lnTo>
                <a:lnTo>
                  <a:pt x="3728" y="2831"/>
                </a:lnTo>
                <a:lnTo>
                  <a:pt x="3747" y="2845"/>
                </a:lnTo>
                <a:lnTo>
                  <a:pt x="3767" y="2858"/>
                </a:lnTo>
                <a:lnTo>
                  <a:pt x="3788" y="2869"/>
                </a:lnTo>
                <a:lnTo>
                  <a:pt x="3809" y="2880"/>
                </a:lnTo>
                <a:lnTo>
                  <a:pt x="3830" y="2890"/>
                </a:lnTo>
                <a:lnTo>
                  <a:pt x="3852" y="2898"/>
                </a:lnTo>
                <a:lnTo>
                  <a:pt x="3874" y="2906"/>
                </a:lnTo>
                <a:lnTo>
                  <a:pt x="3898" y="2912"/>
                </a:lnTo>
                <a:lnTo>
                  <a:pt x="3921" y="2918"/>
                </a:lnTo>
                <a:lnTo>
                  <a:pt x="3945" y="2922"/>
                </a:lnTo>
                <a:lnTo>
                  <a:pt x="3969" y="2924"/>
                </a:lnTo>
                <a:lnTo>
                  <a:pt x="3994" y="2927"/>
                </a:lnTo>
                <a:lnTo>
                  <a:pt x="4019" y="2928"/>
                </a:lnTo>
                <a:lnTo>
                  <a:pt x="4044" y="2927"/>
                </a:lnTo>
                <a:lnTo>
                  <a:pt x="4068" y="2924"/>
                </a:lnTo>
                <a:lnTo>
                  <a:pt x="4093" y="2922"/>
                </a:lnTo>
                <a:lnTo>
                  <a:pt x="4116" y="2918"/>
                </a:lnTo>
                <a:lnTo>
                  <a:pt x="4141" y="2912"/>
                </a:lnTo>
                <a:lnTo>
                  <a:pt x="4163" y="2906"/>
                </a:lnTo>
                <a:lnTo>
                  <a:pt x="4186" y="2898"/>
                </a:lnTo>
                <a:lnTo>
                  <a:pt x="4208" y="2890"/>
                </a:lnTo>
                <a:lnTo>
                  <a:pt x="4229" y="2880"/>
                </a:lnTo>
                <a:lnTo>
                  <a:pt x="4250" y="2869"/>
                </a:lnTo>
                <a:lnTo>
                  <a:pt x="4270" y="2858"/>
                </a:lnTo>
                <a:lnTo>
                  <a:pt x="4290" y="2845"/>
                </a:lnTo>
                <a:lnTo>
                  <a:pt x="4309" y="2831"/>
                </a:lnTo>
                <a:lnTo>
                  <a:pt x="4328" y="2817"/>
                </a:lnTo>
                <a:lnTo>
                  <a:pt x="4345" y="2802"/>
                </a:lnTo>
                <a:lnTo>
                  <a:pt x="4362" y="2786"/>
                </a:lnTo>
                <a:lnTo>
                  <a:pt x="4378" y="2768"/>
                </a:lnTo>
                <a:lnTo>
                  <a:pt x="4393" y="2752"/>
                </a:lnTo>
                <a:lnTo>
                  <a:pt x="4407" y="2733"/>
                </a:lnTo>
                <a:lnTo>
                  <a:pt x="4421" y="2714"/>
                </a:lnTo>
                <a:lnTo>
                  <a:pt x="4434" y="2695"/>
                </a:lnTo>
                <a:lnTo>
                  <a:pt x="4445" y="2674"/>
                </a:lnTo>
                <a:lnTo>
                  <a:pt x="4456" y="2654"/>
                </a:lnTo>
                <a:lnTo>
                  <a:pt x="4465" y="2631"/>
                </a:lnTo>
                <a:lnTo>
                  <a:pt x="4474" y="2610"/>
                </a:lnTo>
                <a:lnTo>
                  <a:pt x="4482" y="2587"/>
                </a:lnTo>
                <a:lnTo>
                  <a:pt x="4489" y="2564"/>
                </a:lnTo>
                <a:lnTo>
                  <a:pt x="4494" y="2541"/>
                </a:lnTo>
                <a:lnTo>
                  <a:pt x="4499" y="2517"/>
                </a:lnTo>
                <a:lnTo>
                  <a:pt x="4501" y="2492"/>
                </a:lnTo>
                <a:lnTo>
                  <a:pt x="4503" y="2467"/>
                </a:lnTo>
                <a:lnTo>
                  <a:pt x="4504" y="2443"/>
                </a:lnTo>
                <a:lnTo>
                  <a:pt x="4503" y="2417"/>
                </a:lnTo>
                <a:lnTo>
                  <a:pt x="4501" y="2393"/>
                </a:lnTo>
                <a:lnTo>
                  <a:pt x="4499" y="2369"/>
                </a:lnTo>
                <a:lnTo>
                  <a:pt x="4494" y="2345"/>
                </a:lnTo>
                <a:lnTo>
                  <a:pt x="4489" y="2321"/>
                </a:lnTo>
                <a:lnTo>
                  <a:pt x="4482" y="2298"/>
                </a:lnTo>
                <a:lnTo>
                  <a:pt x="4474" y="2276"/>
                </a:lnTo>
                <a:lnTo>
                  <a:pt x="4465" y="2253"/>
                </a:lnTo>
                <a:lnTo>
                  <a:pt x="4456" y="2232"/>
                </a:lnTo>
                <a:lnTo>
                  <a:pt x="4445" y="2211"/>
                </a:lnTo>
                <a:lnTo>
                  <a:pt x="4434" y="2191"/>
                </a:lnTo>
                <a:lnTo>
                  <a:pt x="4421" y="2172"/>
                </a:lnTo>
                <a:lnTo>
                  <a:pt x="4407" y="2152"/>
                </a:lnTo>
                <a:lnTo>
                  <a:pt x="4393" y="2134"/>
                </a:lnTo>
                <a:lnTo>
                  <a:pt x="4378" y="2116"/>
                </a:lnTo>
                <a:lnTo>
                  <a:pt x="4362" y="2100"/>
                </a:lnTo>
                <a:close/>
              </a:path>
            </a:pathLst>
          </a:cu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211" name="矩形 20"/>
          <p:cNvSpPr>
            <a:spLocks noChangeArrowheads="1"/>
          </p:cNvSpPr>
          <p:nvPr/>
        </p:nvSpPr>
        <p:spPr bwMode="auto">
          <a:xfrm>
            <a:off x="2043429" y="1020416"/>
            <a:ext cx="35246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1.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设想供选择的方案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8212" name="矩形 21"/>
          <p:cNvSpPr>
            <a:spLocks noChangeArrowheads="1"/>
          </p:cNvSpPr>
          <p:nvPr/>
        </p:nvSpPr>
        <p:spPr bwMode="auto">
          <a:xfrm>
            <a:off x="1997392" y="2478603"/>
            <a:ext cx="33792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2.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选取合理的方案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57643" y="4702666"/>
            <a:ext cx="501649" cy="501650"/>
            <a:chOff x="10198100" y="2925763"/>
            <a:chExt cx="1003300" cy="1003300"/>
          </a:xfrm>
        </p:grpSpPr>
        <p:sp>
          <p:nvSpPr>
            <p:cNvPr id="33" name="流程图: 联系 17"/>
            <p:cNvSpPr>
              <a:spLocks noChangeArrowheads="1"/>
            </p:cNvSpPr>
            <p:nvPr/>
          </p:nvSpPr>
          <p:spPr bwMode="auto">
            <a:xfrm>
              <a:off x="10198100" y="2925763"/>
              <a:ext cx="1003300" cy="1003300"/>
            </a:xfrm>
            <a:prstGeom prst="flowChartConnector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4" name="KSO_Shape"/>
            <p:cNvSpPr>
              <a:spLocks noChangeArrowheads="1"/>
            </p:cNvSpPr>
            <p:nvPr/>
          </p:nvSpPr>
          <p:spPr bwMode="auto">
            <a:xfrm>
              <a:off x="10410825" y="3141663"/>
              <a:ext cx="596900" cy="596900"/>
            </a:xfrm>
            <a:custGeom>
              <a:avLst/>
              <a:gdLst>
                <a:gd name="T0" fmla="*/ 59578 w 2298700"/>
                <a:gd name="T1" fmla="*/ 87378 h 2298700"/>
                <a:gd name="T2" fmla="*/ 60662 w 2298700"/>
                <a:gd name="T3" fmla="*/ 123017 h 2298700"/>
                <a:gd name="T4" fmla="*/ 58708 w 2298700"/>
                <a:gd name="T5" fmla="*/ 125942 h 2298700"/>
                <a:gd name="T6" fmla="*/ 31864 w 2298700"/>
                <a:gd name="T7" fmla="*/ 126125 h 2298700"/>
                <a:gd name="T8" fmla="*/ 29620 w 2298700"/>
                <a:gd name="T9" fmla="*/ 123385 h 2298700"/>
                <a:gd name="T10" fmla="*/ 30399 w 2298700"/>
                <a:gd name="T11" fmla="*/ 87653 h 2298700"/>
                <a:gd name="T12" fmla="*/ 78821 w 2298700"/>
                <a:gd name="T13" fmla="*/ 60907 h 2298700"/>
                <a:gd name="T14" fmla="*/ 105315 w 2298700"/>
                <a:gd name="T15" fmla="*/ 62284 h 2298700"/>
                <a:gd name="T16" fmla="*/ 106094 w 2298700"/>
                <a:gd name="T17" fmla="*/ 123385 h 2298700"/>
                <a:gd name="T18" fmla="*/ 103881 w 2298700"/>
                <a:gd name="T19" fmla="*/ 126125 h 2298700"/>
                <a:gd name="T20" fmla="*/ 77020 w 2298700"/>
                <a:gd name="T21" fmla="*/ 125942 h 2298700"/>
                <a:gd name="T22" fmla="*/ 75067 w 2298700"/>
                <a:gd name="T23" fmla="*/ 123018 h 2298700"/>
                <a:gd name="T24" fmla="*/ 76150 w 2298700"/>
                <a:gd name="T25" fmla="*/ 61993 h 2298700"/>
                <a:gd name="T26" fmla="*/ 147798 w 2298700"/>
                <a:gd name="T27" fmla="*/ 30400 h 2298700"/>
                <a:gd name="T28" fmla="*/ 150929 w 2298700"/>
                <a:gd name="T29" fmla="*/ 32068 h 2298700"/>
                <a:gd name="T30" fmla="*/ 151418 w 2298700"/>
                <a:gd name="T31" fmla="*/ 123754 h 2298700"/>
                <a:gd name="T32" fmla="*/ 148928 w 2298700"/>
                <a:gd name="T33" fmla="*/ 126232 h 2298700"/>
                <a:gd name="T34" fmla="*/ 122087 w 2298700"/>
                <a:gd name="T35" fmla="*/ 125774 h 2298700"/>
                <a:gd name="T36" fmla="*/ 120422 w 2298700"/>
                <a:gd name="T37" fmla="*/ 122622 h 2298700"/>
                <a:gd name="T38" fmla="*/ 121797 w 2298700"/>
                <a:gd name="T39" fmla="*/ 31257 h 2298700"/>
                <a:gd name="T40" fmla="*/ 98773 w 2298700"/>
                <a:gd name="T41" fmla="*/ 2569 h 2298700"/>
                <a:gd name="T42" fmla="*/ 100729 w 2298700"/>
                <a:gd name="T43" fmla="*/ 3258 h 2298700"/>
                <a:gd name="T44" fmla="*/ 101951 w 2298700"/>
                <a:gd name="T45" fmla="*/ 4896 h 2298700"/>
                <a:gd name="T46" fmla="*/ 103846 w 2298700"/>
                <a:gd name="T47" fmla="*/ 34334 h 2298700"/>
                <a:gd name="T48" fmla="*/ 101401 w 2298700"/>
                <a:gd name="T49" fmla="*/ 36630 h 2298700"/>
                <a:gd name="T50" fmla="*/ 98391 w 2298700"/>
                <a:gd name="T51" fmla="*/ 36125 h 2298700"/>
                <a:gd name="T52" fmla="*/ 96939 w 2298700"/>
                <a:gd name="T53" fmla="*/ 33967 h 2298700"/>
                <a:gd name="T54" fmla="*/ 90950 w 2298700"/>
                <a:gd name="T55" fmla="*/ 24093 h 2298700"/>
                <a:gd name="T56" fmla="*/ 81889 w 2298700"/>
                <a:gd name="T57" fmla="*/ 34227 h 2298700"/>
                <a:gd name="T58" fmla="*/ 68106 w 2298700"/>
                <a:gd name="T59" fmla="*/ 45157 h 2298700"/>
                <a:gd name="T60" fmla="*/ 56249 w 2298700"/>
                <a:gd name="T61" fmla="*/ 51480 h 2298700"/>
                <a:gd name="T62" fmla="*/ 46027 w 2298700"/>
                <a:gd name="T63" fmla="*/ 55154 h 2298700"/>
                <a:gd name="T64" fmla="*/ 35300 w 2298700"/>
                <a:gd name="T65" fmla="*/ 57511 h 2298700"/>
                <a:gd name="T66" fmla="*/ 27248 w 2298700"/>
                <a:gd name="T67" fmla="*/ 58154 h 2298700"/>
                <a:gd name="T68" fmla="*/ 25231 w 2298700"/>
                <a:gd name="T69" fmla="*/ 56562 h 2298700"/>
                <a:gd name="T70" fmla="*/ 24895 w 2298700"/>
                <a:gd name="T71" fmla="*/ 53607 h 2298700"/>
                <a:gd name="T72" fmla="*/ 27324 w 2298700"/>
                <a:gd name="T73" fmla="*/ 51250 h 2298700"/>
                <a:gd name="T74" fmla="*/ 36125 w 2298700"/>
                <a:gd name="T75" fmla="*/ 50071 h 2298700"/>
                <a:gd name="T76" fmla="*/ 45843 w 2298700"/>
                <a:gd name="T77" fmla="*/ 47668 h 2298700"/>
                <a:gd name="T78" fmla="*/ 55057 w 2298700"/>
                <a:gd name="T79" fmla="*/ 44116 h 2298700"/>
                <a:gd name="T80" fmla="*/ 66731 w 2298700"/>
                <a:gd name="T81" fmla="*/ 37411 h 2298700"/>
                <a:gd name="T82" fmla="*/ 79016 w 2298700"/>
                <a:gd name="T83" fmla="*/ 26894 h 2298700"/>
                <a:gd name="T84" fmla="*/ 86488 w 2298700"/>
                <a:gd name="T85" fmla="*/ 18015 h 2298700"/>
                <a:gd name="T86" fmla="*/ 73301 w 2298700"/>
                <a:gd name="T87" fmla="*/ 19148 h 2298700"/>
                <a:gd name="T88" fmla="*/ 70398 w 2298700"/>
                <a:gd name="T89" fmla="*/ 17464 h 2298700"/>
                <a:gd name="T90" fmla="*/ 70169 w 2298700"/>
                <a:gd name="T91" fmla="*/ 14050 h 2298700"/>
                <a:gd name="T92" fmla="*/ 97520 w 2298700"/>
                <a:gd name="T93" fmla="*/ 2722 h 2298700"/>
                <a:gd name="T94" fmla="*/ 8657 w 2298700"/>
                <a:gd name="T95" fmla="*/ 230 h 2298700"/>
                <a:gd name="T96" fmla="*/ 11578 w 2298700"/>
                <a:gd name="T97" fmla="*/ 1820 h 2298700"/>
                <a:gd name="T98" fmla="*/ 13429 w 2298700"/>
                <a:gd name="T99" fmla="*/ 4558 h 2298700"/>
                <a:gd name="T100" fmla="*/ 148420 w 2298700"/>
                <a:gd name="T101" fmla="*/ 141139 h 2298700"/>
                <a:gd name="T102" fmla="*/ 151662 w 2298700"/>
                <a:gd name="T103" fmla="*/ 142133 h 2298700"/>
                <a:gd name="T104" fmla="*/ 153987 w 2298700"/>
                <a:gd name="T105" fmla="*/ 144458 h 2298700"/>
                <a:gd name="T106" fmla="*/ 154981 w 2298700"/>
                <a:gd name="T107" fmla="*/ 147716 h 2298700"/>
                <a:gd name="T108" fmla="*/ 154323 w 2298700"/>
                <a:gd name="T109" fmla="*/ 151066 h 2298700"/>
                <a:gd name="T110" fmla="*/ 152212 w 2298700"/>
                <a:gd name="T111" fmla="*/ 153604 h 2298700"/>
                <a:gd name="T112" fmla="*/ 149123 w 2298700"/>
                <a:gd name="T113" fmla="*/ 154920 h 2298700"/>
                <a:gd name="T114" fmla="*/ 4864 w 2298700"/>
                <a:gd name="T115" fmla="*/ 154690 h 2298700"/>
                <a:gd name="T116" fmla="*/ 2004 w 2298700"/>
                <a:gd name="T117" fmla="*/ 152962 h 2298700"/>
                <a:gd name="T118" fmla="*/ 306 w 2298700"/>
                <a:gd name="T119" fmla="*/ 150133 h 2298700"/>
                <a:gd name="T120" fmla="*/ 61 w 2298700"/>
                <a:gd name="T121" fmla="*/ 5889 h 2298700"/>
                <a:gd name="T122" fmla="*/ 1361 w 2298700"/>
                <a:gd name="T123" fmla="*/ 2799 h 2298700"/>
                <a:gd name="T124" fmla="*/ 3900 w 2298700"/>
                <a:gd name="T125" fmla="*/ 703 h 229870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298700"/>
                <a:gd name="T190" fmla="*/ 0 h 2298700"/>
                <a:gd name="T191" fmla="*/ 2298700 w 2298700"/>
                <a:gd name="T192" fmla="*/ 2298700 h 229870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298700" h="2298700">
                  <a:moveTo>
                    <a:pt x="494084" y="1279525"/>
                  </a:moveTo>
                  <a:lnTo>
                    <a:pt x="844179" y="1279525"/>
                  </a:lnTo>
                  <a:lnTo>
                    <a:pt x="849841" y="1279752"/>
                  </a:lnTo>
                  <a:lnTo>
                    <a:pt x="855502" y="1280660"/>
                  </a:lnTo>
                  <a:lnTo>
                    <a:pt x="860710" y="1282023"/>
                  </a:lnTo>
                  <a:lnTo>
                    <a:pt x="865692" y="1283839"/>
                  </a:lnTo>
                  <a:lnTo>
                    <a:pt x="870674" y="1286109"/>
                  </a:lnTo>
                  <a:lnTo>
                    <a:pt x="875203" y="1289061"/>
                  </a:lnTo>
                  <a:lnTo>
                    <a:pt x="879732" y="1292467"/>
                  </a:lnTo>
                  <a:lnTo>
                    <a:pt x="883582" y="1295872"/>
                  </a:lnTo>
                  <a:lnTo>
                    <a:pt x="887205" y="1299959"/>
                  </a:lnTo>
                  <a:lnTo>
                    <a:pt x="890602" y="1304273"/>
                  </a:lnTo>
                  <a:lnTo>
                    <a:pt x="893320" y="1308814"/>
                  </a:lnTo>
                  <a:lnTo>
                    <a:pt x="895584" y="1313809"/>
                  </a:lnTo>
                  <a:lnTo>
                    <a:pt x="897396" y="1319031"/>
                  </a:lnTo>
                  <a:lnTo>
                    <a:pt x="898981" y="1324480"/>
                  </a:lnTo>
                  <a:lnTo>
                    <a:pt x="899660" y="1329702"/>
                  </a:lnTo>
                  <a:lnTo>
                    <a:pt x="900113" y="1335378"/>
                  </a:lnTo>
                  <a:lnTo>
                    <a:pt x="900113" y="1818531"/>
                  </a:lnTo>
                  <a:lnTo>
                    <a:pt x="899660" y="1824434"/>
                  </a:lnTo>
                  <a:lnTo>
                    <a:pt x="898981" y="1829883"/>
                  </a:lnTo>
                  <a:lnTo>
                    <a:pt x="897396" y="1835332"/>
                  </a:lnTo>
                  <a:lnTo>
                    <a:pt x="895584" y="1840554"/>
                  </a:lnTo>
                  <a:lnTo>
                    <a:pt x="893320" y="1845322"/>
                  </a:lnTo>
                  <a:lnTo>
                    <a:pt x="890602" y="1850090"/>
                  </a:lnTo>
                  <a:lnTo>
                    <a:pt x="887205" y="1854404"/>
                  </a:lnTo>
                  <a:lnTo>
                    <a:pt x="883582" y="1858264"/>
                  </a:lnTo>
                  <a:lnTo>
                    <a:pt x="879732" y="1861897"/>
                  </a:lnTo>
                  <a:lnTo>
                    <a:pt x="875203" y="1865302"/>
                  </a:lnTo>
                  <a:lnTo>
                    <a:pt x="870674" y="1867800"/>
                  </a:lnTo>
                  <a:lnTo>
                    <a:pt x="865692" y="1870524"/>
                  </a:lnTo>
                  <a:lnTo>
                    <a:pt x="860710" y="1872114"/>
                  </a:lnTo>
                  <a:lnTo>
                    <a:pt x="855502" y="1873476"/>
                  </a:lnTo>
                  <a:lnTo>
                    <a:pt x="849841" y="1874611"/>
                  </a:lnTo>
                  <a:lnTo>
                    <a:pt x="844179" y="1874838"/>
                  </a:lnTo>
                  <a:lnTo>
                    <a:pt x="494084" y="1874838"/>
                  </a:lnTo>
                  <a:lnTo>
                    <a:pt x="488423" y="1874611"/>
                  </a:lnTo>
                  <a:lnTo>
                    <a:pt x="482761" y="1873476"/>
                  </a:lnTo>
                  <a:lnTo>
                    <a:pt x="477326" y="1872114"/>
                  </a:lnTo>
                  <a:lnTo>
                    <a:pt x="472571" y="1870524"/>
                  </a:lnTo>
                  <a:lnTo>
                    <a:pt x="467589" y="1867800"/>
                  </a:lnTo>
                  <a:lnTo>
                    <a:pt x="463060" y="1865302"/>
                  </a:lnTo>
                  <a:lnTo>
                    <a:pt x="458531" y="1861897"/>
                  </a:lnTo>
                  <a:lnTo>
                    <a:pt x="454455" y="1858264"/>
                  </a:lnTo>
                  <a:lnTo>
                    <a:pt x="450831" y="1854404"/>
                  </a:lnTo>
                  <a:lnTo>
                    <a:pt x="447661" y="1850090"/>
                  </a:lnTo>
                  <a:lnTo>
                    <a:pt x="444944" y="1845322"/>
                  </a:lnTo>
                  <a:lnTo>
                    <a:pt x="442679" y="1840554"/>
                  </a:lnTo>
                  <a:lnTo>
                    <a:pt x="440868" y="1835332"/>
                  </a:lnTo>
                  <a:lnTo>
                    <a:pt x="439282" y="1829883"/>
                  </a:lnTo>
                  <a:lnTo>
                    <a:pt x="438603" y="1824434"/>
                  </a:lnTo>
                  <a:lnTo>
                    <a:pt x="438150" y="1818531"/>
                  </a:lnTo>
                  <a:lnTo>
                    <a:pt x="438150" y="1335378"/>
                  </a:lnTo>
                  <a:lnTo>
                    <a:pt x="438603" y="1329702"/>
                  </a:lnTo>
                  <a:lnTo>
                    <a:pt x="439282" y="1324480"/>
                  </a:lnTo>
                  <a:lnTo>
                    <a:pt x="440868" y="1319031"/>
                  </a:lnTo>
                  <a:lnTo>
                    <a:pt x="442679" y="1313809"/>
                  </a:lnTo>
                  <a:lnTo>
                    <a:pt x="444944" y="1308814"/>
                  </a:lnTo>
                  <a:lnTo>
                    <a:pt x="447661" y="1304273"/>
                  </a:lnTo>
                  <a:lnTo>
                    <a:pt x="450831" y="1299959"/>
                  </a:lnTo>
                  <a:lnTo>
                    <a:pt x="454455" y="1295872"/>
                  </a:lnTo>
                  <a:lnTo>
                    <a:pt x="458531" y="1292467"/>
                  </a:lnTo>
                  <a:lnTo>
                    <a:pt x="463060" y="1289061"/>
                  </a:lnTo>
                  <a:lnTo>
                    <a:pt x="467589" y="1286109"/>
                  </a:lnTo>
                  <a:lnTo>
                    <a:pt x="472571" y="1283839"/>
                  </a:lnTo>
                  <a:lnTo>
                    <a:pt x="477326" y="1282023"/>
                  </a:lnTo>
                  <a:lnTo>
                    <a:pt x="482761" y="1280660"/>
                  </a:lnTo>
                  <a:lnTo>
                    <a:pt x="488423" y="1279752"/>
                  </a:lnTo>
                  <a:lnTo>
                    <a:pt x="494084" y="1279525"/>
                  </a:lnTo>
                  <a:close/>
                  <a:moveTo>
                    <a:pt x="1168971" y="903287"/>
                  </a:moveTo>
                  <a:lnTo>
                    <a:pt x="1518668" y="903287"/>
                  </a:lnTo>
                  <a:lnTo>
                    <a:pt x="1524553" y="903514"/>
                  </a:lnTo>
                  <a:lnTo>
                    <a:pt x="1529985" y="904195"/>
                  </a:lnTo>
                  <a:lnTo>
                    <a:pt x="1535418" y="905557"/>
                  </a:lnTo>
                  <a:lnTo>
                    <a:pt x="1540624" y="907600"/>
                  </a:lnTo>
                  <a:lnTo>
                    <a:pt x="1545377" y="909870"/>
                  </a:lnTo>
                  <a:lnTo>
                    <a:pt x="1550130" y="912821"/>
                  </a:lnTo>
                  <a:lnTo>
                    <a:pt x="1554430" y="915999"/>
                  </a:lnTo>
                  <a:lnTo>
                    <a:pt x="1558278" y="919404"/>
                  </a:lnTo>
                  <a:lnTo>
                    <a:pt x="1561900" y="923717"/>
                  </a:lnTo>
                  <a:lnTo>
                    <a:pt x="1565295" y="927803"/>
                  </a:lnTo>
                  <a:lnTo>
                    <a:pt x="1567784" y="932343"/>
                  </a:lnTo>
                  <a:lnTo>
                    <a:pt x="1570274" y="937337"/>
                  </a:lnTo>
                  <a:lnTo>
                    <a:pt x="1572085" y="942558"/>
                  </a:lnTo>
                  <a:lnTo>
                    <a:pt x="1573443" y="948006"/>
                  </a:lnTo>
                  <a:lnTo>
                    <a:pt x="1574575" y="953681"/>
                  </a:lnTo>
                  <a:lnTo>
                    <a:pt x="1574801" y="959355"/>
                  </a:lnTo>
                  <a:lnTo>
                    <a:pt x="1574801" y="1818542"/>
                  </a:lnTo>
                  <a:lnTo>
                    <a:pt x="1574575" y="1824444"/>
                  </a:lnTo>
                  <a:lnTo>
                    <a:pt x="1573443" y="1829892"/>
                  </a:lnTo>
                  <a:lnTo>
                    <a:pt x="1572085" y="1835340"/>
                  </a:lnTo>
                  <a:lnTo>
                    <a:pt x="1570274" y="1840560"/>
                  </a:lnTo>
                  <a:lnTo>
                    <a:pt x="1567784" y="1845327"/>
                  </a:lnTo>
                  <a:lnTo>
                    <a:pt x="1565295" y="1850094"/>
                  </a:lnTo>
                  <a:lnTo>
                    <a:pt x="1561900" y="1854407"/>
                  </a:lnTo>
                  <a:lnTo>
                    <a:pt x="1558278" y="1858266"/>
                  </a:lnTo>
                  <a:lnTo>
                    <a:pt x="1554430" y="1861898"/>
                  </a:lnTo>
                  <a:lnTo>
                    <a:pt x="1550130" y="1865303"/>
                  </a:lnTo>
                  <a:lnTo>
                    <a:pt x="1545377" y="1867800"/>
                  </a:lnTo>
                  <a:lnTo>
                    <a:pt x="1540624" y="1870524"/>
                  </a:lnTo>
                  <a:lnTo>
                    <a:pt x="1535418" y="1872113"/>
                  </a:lnTo>
                  <a:lnTo>
                    <a:pt x="1529985" y="1873475"/>
                  </a:lnTo>
                  <a:lnTo>
                    <a:pt x="1524553" y="1874610"/>
                  </a:lnTo>
                  <a:lnTo>
                    <a:pt x="1518668" y="1874837"/>
                  </a:lnTo>
                  <a:lnTo>
                    <a:pt x="1168971" y="1874837"/>
                  </a:lnTo>
                  <a:lnTo>
                    <a:pt x="1163312" y="1874610"/>
                  </a:lnTo>
                  <a:lnTo>
                    <a:pt x="1157654" y="1873475"/>
                  </a:lnTo>
                  <a:lnTo>
                    <a:pt x="1152221" y="1872113"/>
                  </a:lnTo>
                  <a:lnTo>
                    <a:pt x="1147242" y="1870524"/>
                  </a:lnTo>
                  <a:lnTo>
                    <a:pt x="1142262" y="1867800"/>
                  </a:lnTo>
                  <a:lnTo>
                    <a:pt x="1137736" y="1865303"/>
                  </a:lnTo>
                  <a:lnTo>
                    <a:pt x="1133435" y="1861898"/>
                  </a:lnTo>
                  <a:lnTo>
                    <a:pt x="1129361" y="1858266"/>
                  </a:lnTo>
                  <a:lnTo>
                    <a:pt x="1125740" y="1854407"/>
                  </a:lnTo>
                  <a:lnTo>
                    <a:pt x="1122797" y="1850094"/>
                  </a:lnTo>
                  <a:lnTo>
                    <a:pt x="1119855" y="1845327"/>
                  </a:lnTo>
                  <a:lnTo>
                    <a:pt x="1117365" y="1840560"/>
                  </a:lnTo>
                  <a:lnTo>
                    <a:pt x="1115554" y="1835340"/>
                  </a:lnTo>
                  <a:lnTo>
                    <a:pt x="1114196" y="1829892"/>
                  </a:lnTo>
                  <a:lnTo>
                    <a:pt x="1113291" y="1824444"/>
                  </a:lnTo>
                  <a:lnTo>
                    <a:pt x="1112838" y="1818542"/>
                  </a:lnTo>
                  <a:lnTo>
                    <a:pt x="1112838" y="959355"/>
                  </a:lnTo>
                  <a:lnTo>
                    <a:pt x="1113291" y="953681"/>
                  </a:lnTo>
                  <a:lnTo>
                    <a:pt x="1114196" y="948006"/>
                  </a:lnTo>
                  <a:lnTo>
                    <a:pt x="1115554" y="942558"/>
                  </a:lnTo>
                  <a:lnTo>
                    <a:pt x="1117365" y="937337"/>
                  </a:lnTo>
                  <a:lnTo>
                    <a:pt x="1119855" y="932343"/>
                  </a:lnTo>
                  <a:lnTo>
                    <a:pt x="1122797" y="927803"/>
                  </a:lnTo>
                  <a:lnTo>
                    <a:pt x="1125740" y="923717"/>
                  </a:lnTo>
                  <a:lnTo>
                    <a:pt x="1129361" y="919404"/>
                  </a:lnTo>
                  <a:lnTo>
                    <a:pt x="1133435" y="915999"/>
                  </a:lnTo>
                  <a:lnTo>
                    <a:pt x="1137736" y="912821"/>
                  </a:lnTo>
                  <a:lnTo>
                    <a:pt x="1142262" y="909870"/>
                  </a:lnTo>
                  <a:lnTo>
                    <a:pt x="1147242" y="907600"/>
                  </a:lnTo>
                  <a:lnTo>
                    <a:pt x="1152221" y="905557"/>
                  </a:lnTo>
                  <a:lnTo>
                    <a:pt x="1157654" y="904195"/>
                  </a:lnTo>
                  <a:lnTo>
                    <a:pt x="1163312" y="903514"/>
                  </a:lnTo>
                  <a:lnTo>
                    <a:pt x="1168971" y="903287"/>
                  </a:lnTo>
                  <a:close/>
                  <a:moveTo>
                    <a:pt x="1841899" y="450850"/>
                  </a:moveTo>
                  <a:lnTo>
                    <a:pt x="2191940" y="450850"/>
                  </a:lnTo>
                  <a:lnTo>
                    <a:pt x="2197604" y="451077"/>
                  </a:lnTo>
                  <a:lnTo>
                    <a:pt x="2203268" y="451985"/>
                  </a:lnTo>
                  <a:lnTo>
                    <a:pt x="2208706" y="453573"/>
                  </a:lnTo>
                  <a:lnTo>
                    <a:pt x="2213917" y="455388"/>
                  </a:lnTo>
                  <a:lnTo>
                    <a:pt x="2218674" y="457657"/>
                  </a:lnTo>
                  <a:lnTo>
                    <a:pt x="2223206" y="460380"/>
                  </a:lnTo>
                  <a:lnTo>
                    <a:pt x="2227510" y="463556"/>
                  </a:lnTo>
                  <a:lnTo>
                    <a:pt x="2231589" y="467186"/>
                  </a:lnTo>
                  <a:lnTo>
                    <a:pt x="2235214" y="471271"/>
                  </a:lnTo>
                  <a:lnTo>
                    <a:pt x="2238385" y="475582"/>
                  </a:lnTo>
                  <a:lnTo>
                    <a:pt x="2241104" y="480119"/>
                  </a:lnTo>
                  <a:lnTo>
                    <a:pt x="2243596" y="484884"/>
                  </a:lnTo>
                  <a:lnTo>
                    <a:pt x="2245636" y="490103"/>
                  </a:lnTo>
                  <a:lnTo>
                    <a:pt x="2246768" y="495548"/>
                  </a:lnTo>
                  <a:lnTo>
                    <a:pt x="2247675" y="501221"/>
                  </a:lnTo>
                  <a:lnTo>
                    <a:pt x="2247901" y="506893"/>
                  </a:lnTo>
                  <a:lnTo>
                    <a:pt x="2247901" y="1818568"/>
                  </a:lnTo>
                  <a:lnTo>
                    <a:pt x="2247675" y="1824468"/>
                  </a:lnTo>
                  <a:lnTo>
                    <a:pt x="2246768" y="1829913"/>
                  </a:lnTo>
                  <a:lnTo>
                    <a:pt x="2245636" y="1835358"/>
                  </a:lnTo>
                  <a:lnTo>
                    <a:pt x="2243596" y="1840577"/>
                  </a:lnTo>
                  <a:lnTo>
                    <a:pt x="2241104" y="1845342"/>
                  </a:lnTo>
                  <a:lnTo>
                    <a:pt x="2238385" y="1850107"/>
                  </a:lnTo>
                  <a:lnTo>
                    <a:pt x="2235214" y="1854418"/>
                  </a:lnTo>
                  <a:lnTo>
                    <a:pt x="2231589" y="1858275"/>
                  </a:lnTo>
                  <a:lnTo>
                    <a:pt x="2227510" y="1861905"/>
                  </a:lnTo>
                  <a:lnTo>
                    <a:pt x="2223206" y="1865309"/>
                  </a:lnTo>
                  <a:lnTo>
                    <a:pt x="2218674" y="1867804"/>
                  </a:lnTo>
                  <a:lnTo>
                    <a:pt x="2213917" y="1870527"/>
                  </a:lnTo>
                  <a:lnTo>
                    <a:pt x="2208706" y="1872115"/>
                  </a:lnTo>
                  <a:lnTo>
                    <a:pt x="2203268" y="1873477"/>
                  </a:lnTo>
                  <a:lnTo>
                    <a:pt x="2197604" y="1874611"/>
                  </a:lnTo>
                  <a:lnTo>
                    <a:pt x="2191940" y="1874838"/>
                  </a:lnTo>
                  <a:lnTo>
                    <a:pt x="1841899" y="1874838"/>
                  </a:lnTo>
                  <a:lnTo>
                    <a:pt x="1836235" y="1874611"/>
                  </a:lnTo>
                  <a:lnTo>
                    <a:pt x="1830798" y="1873477"/>
                  </a:lnTo>
                  <a:lnTo>
                    <a:pt x="1825360" y="1872115"/>
                  </a:lnTo>
                  <a:lnTo>
                    <a:pt x="1820149" y="1870527"/>
                  </a:lnTo>
                  <a:lnTo>
                    <a:pt x="1815165" y="1867804"/>
                  </a:lnTo>
                  <a:lnTo>
                    <a:pt x="1810633" y="1865309"/>
                  </a:lnTo>
                  <a:lnTo>
                    <a:pt x="1806329" y="1861905"/>
                  </a:lnTo>
                  <a:lnTo>
                    <a:pt x="1802477" y="1858275"/>
                  </a:lnTo>
                  <a:lnTo>
                    <a:pt x="1798852" y="1854418"/>
                  </a:lnTo>
                  <a:lnTo>
                    <a:pt x="1795454" y="1850107"/>
                  </a:lnTo>
                  <a:lnTo>
                    <a:pt x="1792508" y="1845342"/>
                  </a:lnTo>
                  <a:lnTo>
                    <a:pt x="1790243" y="1840577"/>
                  </a:lnTo>
                  <a:lnTo>
                    <a:pt x="1788430" y="1835358"/>
                  </a:lnTo>
                  <a:lnTo>
                    <a:pt x="1786844" y="1829913"/>
                  </a:lnTo>
                  <a:lnTo>
                    <a:pt x="1786165" y="1824468"/>
                  </a:lnTo>
                  <a:lnTo>
                    <a:pt x="1785938" y="1818568"/>
                  </a:lnTo>
                  <a:lnTo>
                    <a:pt x="1785938" y="506893"/>
                  </a:lnTo>
                  <a:lnTo>
                    <a:pt x="1786165" y="501221"/>
                  </a:lnTo>
                  <a:lnTo>
                    <a:pt x="1786844" y="495548"/>
                  </a:lnTo>
                  <a:lnTo>
                    <a:pt x="1788430" y="490103"/>
                  </a:lnTo>
                  <a:lnTo>
                    <a:pt x="1790243" y="484884"/>
                  </a:lnTo>
                  <a:lnTo>
                    <a:pt x="1792508" y="480119"/>
                  </a:lnTo>
                  <a:lnTo>
                    <a:pt x="1795454" y="475582"/>
                  </a:lnTo>
                  <a:lnTo>
                    <a:pt x="1798852" y="471271"/>
                  </a:lnTo>
                  <a:lnTo>
                    <a:pt x="1802477" y="467186"/>
                  </a:lnTo>
                  <a:lnTo>
                    <a:pt x="1806329" y="463556"/>
                  </a:lnTo>
                  <a:lnTo>
                    <a:pt x="1810633" y="460380"/>
                  </a:lnTo>
                  <a:lnTo>
                    <a:pt x="1815165" y="457657"/>
                  </a:lnTo>
                  <a:lnTo>
                    <a:pt x="1820149" y="455388"/>
                  </a:lnTo>
                  <a:lnTo>
                    <a:pt x="1825360" y="453573"/>
                  </a:lnTo>
                  <a:lnTo>
                    <a:pt x="1830798" y="451985"/>
                  </a:lnTo>
                  <a:lnTo>
                    <a:pt x="1836235" y="451077"/>
                  </a:lnTo>
                  <a:lnTo>
                    <a:pt x="1841899" y="450850"/>
                  </a:lnTo>
                  <a:close/>
                  <a:moveTo>
                    <a:pt x="1458752" y="38100"/>
                  </a:moveTo>
                  <a:lnTo>
                    <a:pt x="1461698" y="38100"/>
                  </a:lnTo>
                  <a:lnTo>
                    <a:pt x="1464870" y="38100"/>
                  </a:lnTo>
                  <a:lnTo>
                    <a:pt x="1468043" y="38327"/>
                  </a:lnTo>
                  <a:lnTo>
                    <a:pt x="1470989" y="38554"/>
                  </a:lnTo>
                  <a:lnTo>
                    <a:pt x="1473935" y="39235"/>
                  </a:lnTo>
                  <a:lnTo>
                    <a:pt x="1477107" y="40143"/>
                  </a:lnTo>
                  <a:lnTo>
                    <a:pt x="1479827" y="40825"/>
                  </a:lnTo>
                  <a:lnTo>
                    <a:pt x="1482773" y="42187"/>
                  </a:lnTo>
                  <a:lnTo>
                    <a:pt x="1485718" y="43322"/>
                  </a:lnTo>
                  <a:lnTo>
                    <a:pt x="1488438" y="44684"/>
                  </a:lnTo>
                  <a:lnTo>
                    <a:pt x="1491157" y="46500"/>
                  </a:lnTo>
                  <a:lnTo>
                    <a:pt x="1493876" y="48317"/>
                  </a:lnTo>
                  <a:lnTo>
                    <a:pt x="1496143" y="50133"/>
                  </a:lnTo>
                  <a:lnTo>
                    <a:pt x="1498409" y="52176"/>
                  </a:lnTo>
                  <a:lnTo>
                    <a:pt x="1500675" y="54447"/>
                  </a:lnTo>
                  <a:lnTo>
                    <a:pt x="1502714" y="56490"/>
                  </a:lnTo>
                  <a:lnTo>
                    <a:pt x="1504754" y="59214"/>
                  </a:lnTo>
                  <a:lnTo>
                    <a:pt x="1506567" y="61485"/>
                  </a:lnTo>
                  <a:lnTo>
                    <a:pt x="1508153" y="64436"/>
                  </a:lnTo>
                  <a:lnTo>
                    <a:pt x="1509739" y="66934"/>
                  </a:lnTo>
                  <a:lnTo>
                    <a:pt x="1511099" y="69658"/>
                  </a:lnTo>
                  <a:lnTo>
                    <a:pt x="1512005" y="72609"/>
                  </a:lnTo>
                  <a:lnTo>
                    <a:pt x="1513138" y="75334"/>
                  </a:lnTo>
                  <a:lnTo>
                    <a:pt x="1514045" y="78512"/>
                  </a:lnTo>
                  <a:lnTo>
                    <a:pt x="1514725" y="81691"/>
                  </a:lnTo>
                  <a:lnTo>
                    <a:pt x="1515178" y="84642"/>
                  </a:lnTo>
                  <a:lnTo>
                    <a:pt x="1515405" y="87821"/>
                  </a:lnTo>
                  <a:lnTo>
                    <a:pt x="1543051" y="488083"/>
                  </a:lnTo>
                  <a:lnTo>
                    <a:pt x="1543051" y="493305"/>
                  </a:lnTo>
                  <a:lnTo>
                    <a:pt x="1542371" y="498754"/>
                  </a:lnTo>
                  <a:lnTo>
                    <a:pt x="1541691" y="503976"/>
                  </a:lnTo>
                  <a:lnTo>
                    <a:pt x="1540105" y="509198"/>
                  </a:lnTo>
                  <a:lnTo>
                    <a:pt x="1538066" y="513965"/>
                  </a:lnTo>
                  <a:lnTo>
                    <a:pt x="1535800" y="518506"/>
                  </a:lnTo>
                  <a:lnTo>
                    <a:pt x="1532854" y="522820"/>
                  </a:lnTo>
                  <a:lnTo>
                    <a:pt x="1529908" y="526906"/>
                  </a:lnTo>
                  <a:lnTo>
                    <a:pt x="1526282" y="530539"/>
                  </a:lnTo>
                  <a:lnTo>
                    <a:pt x="1522429" y="533944"/>
                  </a:lnTo>
                  <a:lnTo>
                    <a:pt x="1518350" y="537123"/>
                  </a:lnTo>
                  <a:lnTo>
                    <a:pt x="1513592" y="539620"/>
                  </a:lnTo>
                  <a:lnTo>
                    <a:pt x="1509059" y="541663"/>
                  </a:lnTo>
                  <a:lnTo>
                    <a:pt x="1503847" y="543253"/>
                  </a:lnTo>
                  <a:lnTo>
                    <a:pt x="1498635" y="544615"/>
                  </a:lnTo>
                  <a:lnTo>
                    <a:pt x="1493197" y="545069"/>
                  </a:lnTo>
                  <a:lnTo>
                    <a:pt x="1488211" y="545296"/>
                  </a:lnTo>
                  <a:lnTo>
                    <a:pt x="1482999" y="544842"/>
                  </a:lnTo>
                  <a:lnTo>
                    <a:pt x="1478014" y="543934"/>
                  </a:lnTo>
                  <a:lnTo>
                    <a:pt x="1473481" y="542799"/>
                  </a:lnTo>
                  <a:lnTo>
                    <a:pt x="1469629" y="541437"/>
                  </a:lnTo>
                  <a:lnTo>
                    <a:pt x="1466003" y="539847"/>
                  </a:lnTo>
                  <a:lnTo>
                    <a:pt x="1462604" y="537804"/>
                  </a:lnTo>
                  <a:lnTo>
                    <a:pt x="1459205" y="535761"/>
                  </a:lnTo>
                  <a:lnTo>
                    <a:pt x="1456032" y="533490"/>
                  </a:lnTo>
                  <a:lnTo>
                    <a:pt x="1453086" y="530766"/>
                  </a:lnTo>
                  <a:lnTo>
                    <a:pt x="1450367" y="528041"/>
                  </a:lnTo>
                  <a:lnTo>
                    <a:pt x="1447874" y="525090"/>
                  </a:lnTo>
                  <a:lnTo>
                    <a:pt x="1445382" y="522139"/>
                  </a:lnTo>
                  <a:lnTo>
                    <a:pt x="1443342" y="518733"/>
                  </a:lnTo>
                  <a:lnTo>
                    <a:pt x="1441529" y="515100"/>
                  </a:lnTo>
                  <a:lnTo>
                    <a:pt x="1439943" y="511468"/>
                  </a:lnTo>
                  <a:lnTo>
                    <a:pt x="1438583" y="507608"/>
                  </a:lnTo>
                  <a:lnTo>
                    <a:pt x="1437677" y="503749"/>
                  </a:lnTo>
                  <a:lnTo>
                    <a:pt x="1436770" y="499662"/>
                  </a:lnTo>
                  <a:lnTo>
                    <a:pt x="1436317" y="495348"/>
                  </a:lnTo>
                  <a:lnTo>
                    <a:pt x="1419775" y="256735"/>
                  </a:lnTo>
                  <a:lnTo>
                    <a:pt x="1404592" y="280119"/>
                  </a:lnTo>
                  <a:lnTo>
                    <a:pt x="1396434" y="292606"/>
                  </a:lnTo>
                  <a:lnTo>
                    <a:pt x="1387596" y="304866"/>
                  </a:lnTo>
                  <a:lnTo>
                    <a:pt x="1378531" y="317580"/>
                  </a:lnTo>
                  <a:lnTo>
                    <a:pt x="1369014" y="330748"/>
                  </a:lnTo>
                  <a:lnTo>
                    <a:pt x="1359270" y="343916"/>
                  </a:lnTo>
                  <a:lnTo>
                    <a:pt x="1348845" y="357311"/>
                  </a:lnTo>
                  <a:lnTo>
                    <a:pt x="1338421" y="370933"/>
                  </a:lnTo>
                  <a:lnTo>
                    <a:pt x="1327317" y="384782"/>
                  </a:lnTo>
                  <a:lnTo>
                    <a:pt x="1315760" y="398632"/>
                  </a:lnTo>
                  <a:lnTo>
                    <a:pt x="1303750" y="412935"/>
                  </a:lnTo>
                  <a:lnTo>
                    <a:pt x="1291513" y="426784"/>
                  </a:lnTo>
                  <a:lnTo>
                    <a:pt x="1278823" y="441314"/>
                  </a:lnTo>
                  <a:lnTo>
                    <a:pt x="1265679" y="455390"/>
                  </a:lnTo>
                  <a:lnTo>
                    <a:pt x="1252082" y="469920"/>
                  </a:lnTo>
                  <a:lnTo>
                    <a:pt x="1233500" y="488991"/>
                  </a:lnTo>
                  <a:lnTo>
                    <a:pt x="1214465" y="507608"/>
                  </a:lnTo>
                  <a:lnTo>
                    <a:pt x="1195430" y="525998"/>
                  </a:lnTo>
                  <a:lnTo>
                    <a:pt x="1175715" y="543707"/>
                  </a:lnTo>
                  <a:lnTo>
                    <a:pt x="1156226" y="560961"/>
                  </a:lnTo>
                  <a:lnTo>
                    <a:pt x="1136058" y="577762"/>
                  </a:lnTo>
                  <a:lnTo>
                    <a:pt x="1115663" y="594336"/>
                  </a:lnTo>
                  <a:lnTo>
                    <a:pt x="1095041" y="610455"/>
                  </a:lnTo>
                  <a:lnTo>
                    <a:pt x="1074193" y="625893"/>
                  </a:lnTo>
                  <a:lnTo>
                    <a:pt x="1053118" y="641105"/>
                  </a:lnTo>
                  <a:lnTo>
                    <a:pt x="1031590" y="655408"/>
                  </a:lnTo>
                  <a:lnTo>
                    <a:pt x="1010062" y="669711"/>
                  </a:lnTo>
                  <a:lnTo>
                    <a:pt x="988081" y="683333"/>
                  </a:lnTo>
                  <a:lnTo>
                    <a:pt x="966099" y="696501"/>
                  </a:lnTo>
                  <a:lnTo>
                    <a:pt x="943891" y="709442"/>
                  </a:lnTo>
                  <a:lnTo>
                    <a:pt x="921004" y="721702"/>
                  </a:lnTo>
                  <a:lnTo>
                    <a:pt x="906954" y="729194"/>
                  </a:lnTo>
                  <a:lnTo>
                    <a:pt x="892451" y="736232"/>
                  </a:lnTo>
                  <a:lnTo>
                    <a:pt x="878174" y="743497"/>
                  </a:lnTo>
                  <a:lnTo>
                    <a:pt x="863671" y="750309"/>
                  </a:lnTo>
                  <a:lnTo>
                    <a:pt x="848941" y="756893"/>
                  </a:lnTo>
                  <a:lnTo>
                    <a:pt x="834212" y="763477"/>
                  </a:lnTo>
                  <a:lnTo>
                    <a:pt x="819482" y="769834"/>
                  </a:lnTo>
                  <a:lnTo>
                    <a:pt x="804526" y="775736"/>
                  </a:lnTo>
                  <a:lnTo>
                    <a:pt x="789569" y="781866"/>
                  </a:lnTo>
                  <a:lnTo>
                    <a:pt x="774613" y="787542"/>
                  </a:lnTo>
                  <a:lnTo>
                    <a:pt x="759430" y="793218"/>
                  </a:lnTo>
                  <a:lnTo>
                    <a:pt x="744247" y="798440"/>
                  </a:lnTo>
                  <a:lnTo>
                    <a:pt x="729064" y="803435"/>
                  </a:lnTo>
                  <a:lnTo>
                    <a:pt x="713655" y="808657"/>
                  </a:lnTo>
                  <a:lnTo>
                    <a:pt x="698472" y="813197"/>
                  </a:lnTo>
                  <a:lnTo>
                    <a:pt x="682609" y="817965"/>
                  </a:lnTo>
                  <a:lnTo>
                    <a:pt x="667199" y="822279"/>
                  </a:lnTo>
                  <a:lnTo>
                    <a:pt x="651563" y="826365"/>
                  </a:lnTo>
                  <a:lnTo>
                    <a:pt x="635701" y="830452"/>
                  </a:lnTo>
                  <a:lnTo>
                    <a:pt x="620064" y="834084"/>
                  </a:lnTo>
                  <a:lnTo>
                    <a:pt x="604202" y="837717"/>
                  </a:lnTo>
                  <a:lnTo>
                    <a:pt x="588112" y="841350"/>
                  </a:lnTo>
                  <a:lnTo>
                    <a:pt x="572249" y="844528"/>
                  </a:lnTo>
                  <a:lnTo>
                    <a:pt x="555933" y="847479"/>
                  </a:lnTo>
                  <a:lnTo>
                    <a:pt x="539618" y="850431"/>
                  </a:lnTo>
                  <a:lnTo>
                    <a:pt x="523528" y="852928"/>
                  </a:lnTo>
                  <a:lnTo>
                    <a:pt x="507212" y="855653"/>
                  </a:lnTo>
                  <a:lnTo>
                    <a:pt x="490896" y="857923"/>
                  </a:lnTo>
                  <a:lnTo>
                    <a:pt x="474353" y="859966"/>
                  </a:lnTo>
                  <a:lnTo>
                    <a:pt x="458037" y="861783"/>
                  </a:lnTo>
                  <a:lnTo>
                    <a:pt x="441268" y="863372"/>
                  </a:lnTo>
                  <a:lnTo>
                    <a:pt x="424726" y="864961"/>
                  </a:lnTo>
                  <a:lnTo>
                    <a:pt x="419287" y="865188"/>
                  </a:lnTo>
                  <a:lnTo>
                    <a:pt x="414075" y="864734"/>
                  </a:lnTo>
                  <a:lnTo>
                    <a:pt x="409089" y="863826"/>
                  </a:lnTo>
                  <a:lnTo>
                    <a:pt x="404104" y="862464"/>
                  </a:lnTo>
                  <a:lnTo>
                    <a:pt x="400252" y="861329"/>
                  </a:lnTo>
                  <a:lnTo>
                    <a:pt x="396626" y="859739"/>
                  </a:lnTo>
                  <a:lnTo>
                    <a:pt x="393227" y="857923"/>
                  </a:lnTo>
                  <a:lnTo>
                    <a:pt x="389827" y="855880"/>
                  </a:lnTo>
                  <a:lnTo>
                    <a:pt x="386882" y="853609"/>
                  </a:lnTo>
                  <a:lnTo>
                    <a:pt x="383936" y="850885"/>
                  </a:lnTo>
                  <a:lnTo>
                    <a:pt x="381216" y="848161"/>
                  </a:lnTo>
                  <a:lnTo>
                    <a:pt x="378497" y="845209"/>
                  </a:lnTo>
                  <a:lnTo>
                    <a:pt x="376231" y="842258"/>
                  </a:lnTo>
                  <a:lnTo>
                    <a:pt x="374191" y="838852"/>
                  </a:lnTo>
                  <a:lnTo>
                    <a:pt x="372378" y="835447"/>
                  </a:lnTo>
                  <a:lnTo>
                    <a:pt x="370566" y="831814"/>
                  </a:lnTo>
                  <a:lnTo>
                    <a:pt x="369206" y="827955"/>
                  </a:lnTo>
                  <a:lnTo>
                    <a:pt x="368299" y="824095"/>
                  </a:lnTo>
                  <a:lnTo>
                    <a:pt x="367620" y="820008"/>
                  </a:lnTo>
                  <a:lnTo>
                    <a:pt x="366940" y="815922"/>
                  </a:lnTo>
                  <a:lnTo>
                    <a:pt x="366713" y="810473"/>
                  </a:lnTo>
                  <a:lnTo>
                    <a:pt x="367167" y="805024"/>
                  </a:lnTo>
                  <a:lnTo>
                    <a:pt x="368073" y="799802"/>
                  </a:lnTo>
                  <a:lnTo>
                    <a:pt x="369206" y="795034"/>
                  </a:lnTo>
                  <a:lnTo>
                    <a:pt x="371472" y="790040"/>
                  </a:lnTo>
                  <a:lnTo>
                    <a:pt x="373738" y="785272"/>
                  </a:lnTo>
                  <a:lnTo>
                    <a:pt x="376231" y="780958"/>
                  </a:lnTo>
                  <a:lnTo>
                    <a:pt x="379403" y="776872"/>
                  </a:lnTo>
                  <a:lnTo>
                    <a:pt x="383029" y="773239"/>
                  </a:lnTo>
                  <a:lnTo>
                    <a:pt x="386882" y="769607"/>
                  </a:lnTo>
                  <a:lnTo>
                    <a:pt x="390961" y="766882"/>
                  </a:lnTo>
                  <a:lnTo>
                    <a:pt x="395266" y="763931"/>
                  </a:lnTo>
                  <a:lnTo>
                    <a:pt x="400252" y="761887"/>
                  </a:lnTo>
                  <a:lnTo>
                    <a:pt x="405237" y="760071"/>
                  </a:lnTo>
                  <a:lnTo>
                    <a:pt x="410222" y="758709"/>
                  </a:lnTo>
                  <a:lnTo>
                    <a:pt x="415661" y="758255"/>
                  </a:lnTo>
                  <a:lnTo>
                    <a:pt x="431071" y="756666"/>
                  </a:lnTo>
                  <a:lnTo>
                    <a:pt x="446027" y="755076"/>
                  </a:lnTo>
                  <a:lnTo>
                    <a:pt x="461210" y="753714"/>
                  </a:lnTo>
                  <a:lnTo>
                    <a:pt x="476166" y="751898"/>
                  </a:lnTo>
                  <a:lnTo>
                    <a:pt x="491123" y="749854"/>
                  </a:lnTo>
                  <a:lnTo>
                    <a:pt x="506079" y="747357"/>
                  </a:lnTo>
                  <a:lnTo>
                    <a:pt x="521035" y="745087"/>
                  </a:lnTo>
                  <a:lnTo>
                    <a:pt x="535765" y="742589"/>
                  </a:lnTo>
                  <a:lnTo>
                    <a:pt x="550495" y="739638"/>
                  </a:lnTo>
                  <a:lnTo>
                    <a:pt x="565224" y="736913"/>
                  </a:lnTo>
                  <a:lnTo>
                    <a:pt x="579728" y="733735"/>
                  </a:lnTo>
                  <a:lnTo>
                    <a:pt x="594231" y="730329"/>
                  </a:lnTo>
                  <a:lnTo>
                    <a:pt x="608734" y="726697"/>
                  </a:lnTo>
                  <a:lnTo>
                    <a:pt x="623010" y="723064"/>
                  </a:lnTo>
                  <a:lnTo>
                    <a:pt x="637287" y="719432"/>
                  </a:lnTo>
                  <a:lnTo>
                    <a:pt x="651563" y="715345"/>
                  </a:lnTo>
                  <a:lnTo>
                    <a:pt x="665613" y="711259"/>
                  </a:lnTo>
                  <a:lnTo>
                    <a:pt x="679890" y="706945"/>
                  </a:lnTo>
                  <a:lnTo>
                    <a:pt x="693713" y="702404"/>
                  </a:lnTo>
                  <a:lnTo>
                    <a:pt x="707763" y="697864"/>
                  </a:lnTo>
                  <a:lnTo>
                    <a:pt x="721586" y="692869"/>
                  </a:lnTo>
                  <a:lnTo>
                    <a:pt x="735183" y="687874"/>
                  </a:lnTo>
                  <a:lnTo>
                    <a:pt x="749233" y="682652"/>
                  </a:lnTo>
                  <a:lnTo>
                    <a:pt x="762603" y="677430"/>
                  </a:lnTo>
                  <a:lnTo>
                    <a:pt x="776199" y="671755"/>
                  </a:lnTo>
                  <a:lnTo>
                    <a:pt x="789569" y="666079"/>
                  </a:lnTo>
                  <a:lnTo>
                    <a:pt x="803166" y="660176"/>
                  </a:lnTo>
                  <a:lnTo>
                    <a:pt x="816536" y="654273"/>
                  </a:lnTo>
                  <a:lnTo>
                    <a:pt x="829679" y="648143"/>
                  </a:lnTo>
                  <a:lnTo>
                    <a:pt x="842823" y="641559"/>
                  </a:lnTo>
                  <a:lnTo>
                    <a:pt x="855966" y="634975"/>
                  </a:lnTo>
                  <a:lnTo>
                    <a:pt x="868883" y="628164"/>
                  </a:lnTo>
                  <a:lnTo>
                    <a:pt x="889505" y="617039"/>
                  </a:lnTo>
                  <a:lnTo>
                    <a:pt x="910126" y="605460"/>
                  </a:lnTo>
                  <a:lnTo>
                    <a:pt x="930068" y="593655"/>
                  </a:lnTo>
                  <a:lnTo>
                    <a:pt x="950237" y="580941"/>
                  </a:lnTo>
                  <a:lnTo>
                    <a:pt x="970178" y="568000"/>
                  </a:lnTo>
                  <a:lnTo>
                    <a:pt x="989667" y="554832"/>
                  </a:lnTo>
                  <a:lnTo>
                    <a:pt x="1008929" y="540982"/>
                  </a:lnTo>
                  <a:lnTo>
                    <a:pt x="1027964" y="526906"/>
                  </a:lnTo>
                  <a:lnTo>
                    <a:pt x="1046773" y="512149"/>
                  </a:lnTo>
                  <a:lnTo>
                    <a:pt x="1065355" y="497165"/>
                  </a:lnTo>
                  <a:lnTo>
                    <a:pt x="1083937" y="481726"/>
                  </a:lnTo>
                  <a:lnTo>
                    <a:pt x="1102066" y="466061"/>
                  </a:lnTo>
                  <a:lnTo>
                    <a:pt x="1119742" y="449714"/>
                  </a:lnTo>
                  <a:lnTo>
                    <a:pt x="1137644" y="433141"/>
                  </a:lnTo>
                  <a:lnTo>
                    <a:pt x="1154866" y="416113"/>
                  </a:lnTo>
                  <a:lnTo>
                    <a:pt x="1171862" y="398859"/>
                  </a:lnTo>
                  <a:lnTo>
                    <a:pt x="1184779" y="385236"/>
                  </a:lnTo>
                  <a:lnTo>
                    <a:pt x="1197469" y="371841"/>
                  </a:lnTo>
                  <a:lnTo>
                    <a:pt x="1209480" y="358219"/>
                  </a:lnTo>
                  <a:lnTo>
                    <a:pt x="1221037" y="344597"/>
                  </a:lnTo>
                  <a:lnTo>
                    <a:pt x="1232367" y="331429"/>
                  </a:lnTo>
                  <a:lnTo>
                    <a:pt x="1243245" y="318261"/>
                  </a:lnTo>
                  <a:lnTo>
                    <a:pt x="1253895" y="305093"/>
                  </a:lnTo>
                  <a:lnTo>
                    <a:pt x="1263866" y="292606"/>
                  </a:lnTo>
                  <a:lnTo>
                    <a:pt x="1273384" y="279665"/>
                  </a:lnTo>
                  <a:lnTo>
                    <a:pt x="1282675" y="267178"/>
                  </a:lnTo>
                  <a:lnTo>
                    <a:pt x="1291739" y="255145"/>
                  </a:lnTo>
                  <a:lnTo>
                    <a:pt x="1300124" y="242886"/>
                  </a:lnTo>
                  <a:lnTo>
                    <a:pt x="1308282" y="231307"/>
                  </a:lnTo>
                  <a:lnTo>
                    <a:pt x="1316213" y="219728"/>
                  </a:lnTo>
                  <a:lnTo>
                    <a:pt x="1330263" y="197706"/>
                  </a:lnTo>
                  <a:lnTo>
                    <a:pt x="1107958" y="281027"/>
                  </a:lnTo>
                  <a:lnTo>
                    <a:pt x="1102746" y="282390"/>
                  </a:lnTo>
                  <a:lnTo>
                    <a:pt x="1097534" y="283525"/>
                  </a:lnTo>
                  <a:lnTo>
                    <a:pt x="1092322" y="283979"/>
                  </a:lnTo>
                  <a:lnTo>
                    <a:pt x="1087110" y="283979"/>
                  </a:lnTo>
                  <a:lnTo>
                    <a:pt x="1081898" y="283752"/>
                  </a:lnTo>
                  <a:lnTo>
                    <a:pt x="1076686" y="282844"/>
                  </a:lnTo>
                  <a:lnTo>
                    <a:pt x="1071927" y="281255"/>
                  </a:lnTo>
                  <a:lnTo>
                    <a:pt x="1067168" y="279438"/>
                  </a:lnTo>
                  <a:lnTo>
                    <a:pt x="1062636" y="277168"/>
                  </a:lnTo>
                  <a:lnTo>
                    <a:pt x="1058103" y="274216"/>
                  </a:lnTo>
                  <a:lnTo>
                    <a:pt x="1054251" y="270811"/>
                  </a:lnTo>
                  <a:lnTo>
                    <a:pt x="1050399" y="267178"/>
                  </a:lnTo>
                  <a:lnTo>
                    <a:pt x="1047226" y="263319"/>
                  </a:lnTo>
                  <a:lnTo>
                    <a:pt x="1044054" y="259005"/>
                  </a:lnTo>
                  <a:lnTo>
                    <a:pt x="1041561" y="254237"/>
                  </a:lnTo>
                  <a:lnTo>
                    <a:pt x="1039295" y="249470"/>
                  </a:lnTo>
                  <a:lnTo>
                    <a:pt x="1037482" y="244021"/>
                  </a:lnTo>
                  <a:lnTo>
                    <a:pt x="1036575" y="238799"/>
                  </a:lnTo>
                  <a:lnTo>
                    <a:pt x="1036122" y="233350"/>
                  </a:lnTo>
                  <a:lnTo>
                    <a:pt x="1036122" y="228355"/>
                  </a:lnTo>
                  <a:lnTo>
                    <a:pt x="1036349" y="223134"/>
                  </a:lnTo>
                  <a:lnTo>
                    <a:pt x="1037255" y="218139"/>
                  </a:lnTo>
                  <a:lnTo>
                    <a:pt x="1038841" y="213144"/>
                  </a:lnTo>
                  <a:lnTo>
                    <a:pt x="1040654" y="208376"/>
                  </a:lnTo>
                  <a:lnTo>
                    <a:pt x="1042920" y="203836"/>
                  </a:lnTo>
                  <a:lnTo>
                    <a:pt x="1045866" y="199295"/>
                  </a:lnTo>
                  <a:lnTo>
                    <a:pt x="1049266" y="195435"/>
                  </a:lnTo>
                  <a:lnTo>
                    <a:pt x="1052891" y="191576"/>
                  </a:lnTo>
                  <a:lnTo>
                    <a:pt x="1056744" y="188170"/>
                  </a:lnTo>
                  <a:lnTo>
                    <a:pt x="1061049" y="185219"/>
                  </a:lnTo>
                  <a:lnTo>
                    <a:pt x="1065582" y="182494"/>
                  </a:lnTo>
                  <a:lnTo>
                    <a:pt x="1070567" y="180451"/>
                  </a:lnTo>
                  <a:lnTo>
                    <a:pt x="1443569" y="41279"/>
                  </a:lnTo>
                  <a:lnTo>
                    <a:pt x="1446288" y="40370"/>
                  </a:lnTo>
                  <a:lnTo>
                    <a:pt x="1449461" y="39462"/>
                  </a:lnTo>
                  <a:lnTo>
                    <a:pt x="1452633" y="38781"/>
                  </a:lnTo>
                  <a:lnTo>
                    <a:pt x="1455579" y="38327"/>
                  </a:lnTo>
                  <a:lnTo>
                    <a:pt x="1458752" y="38100"/>
                  </a:lnTo>
                  <a:close/>
                  <a:moveTo>
                    <a:pt x="102528" y="0"/>
                  </a:moveTo>
                  <a:lnTo>
                    <a:pt x="107971" y="454"/>
                  </a:lnTo>
                  <a:lnTo>
                    <a:pt x="113189" y="681"/>
                  </a:lnTo>
                  <a:lnTo>
                    <a:pt x="118406" y="1361"/>
                  </a:lnTo>
                  <a:lnTo>
                    <a:pt x="123169" y="2268"/>
                  </a:lnTo>
                  <a:lnTo>
                    <a:pt x="128386" y="3403"/>
                  </a:lnTo>
                  <a:lnTo>
                    <a:pt x="133376" y="4764"/>
                  </a:lnTo>
                  <a:lnTo>
                    <a:pt x="137913" y="6578"/>
                  </a:lnTo>
                  <a:lnTo>
                    <a:pt x="142450" y="8393"/>
                  </a:lnTo>
                  <a:lnTo>
                    <a:pt x="147213" y="10434"/>
                  </a:lnTo>
                  <a:lnTo>
                    <a:pt x="151523" y="12476"/>
                  </a:lnTo>
                  <a:lnTo>
                    <a:pt x="156059" y="14971"/>
                  </a:lnTo>
                  <a:lnTo>
                    <a:pt x="160143" y="17693"/>
                  </a:lnTo>
                  <a:lnTo>
                    <a:pt x="164225" y="20642"/>
                  </a:lnTo>
                  <a:lnTo>
                    <a:pt x="168082" y="23590"/>
                  </a:lnTo>
                  <a:lnTo>
                    <a:pt x="171711" y="26993"/>
                  </a:lnTo>
                  <a:lnTo>
                    <a:pt x="175340" y="30169"/>
                  </a:lnTo>
                  <a:lnTo>
                    <a:pt x="178743" y="33798"/>
                  </a:lnTo>
                  <a:lnTo>
                    <a:pt x="181918" y="37427"/>
                  </a:lnTo>
                  <a:lnTo>
                    <a:pt x="185094" y="41510"/>
                  </a:lnTo>
                  <a:lnTo>
                    <a:pt x="188043" y="45593"/>
                  </a:lnTo>
                  <a:lnTo>
                    <a:pt x="190538" y="49676"/>
                  </a:lnTo>
                  <a:lnTo>
                    <a:pt x="193033" y="53986"/>
                  </a:lnTo>
                  <a:lnTo>
                    <a:pt x="195074" y="58296"/>
                  </a:lnTo>
                  <a:lnTo>
                    <a:pt x="197343" y="63059"/>
                  </a:lnTo>
                  <a:lnTo>
                    <a:pt x="199157" y="67596"/>
                  </a:lnTo>
                  <a:lnTo>
                    <a:pt x="200745" y="72359"/>
                  </a:lnTo>
                  <a:lnTo>
                    <a:pt x="202106" y="77122"/>
                  </a:lnTo>
                  <a:lnTo>
                    <a:pt x="203467" y="82340"/>
                  </a:lnTo>
                  <a:lnTo>
                    <a:pt x="204148" y="87330"/>
                  </a:lnTo>
                  <a:lnTo>
                    <a:pt x="205055" y="92320"/>
                  </a:lnTo>
                  <a:lnTo>
                    <a:pt x="205282" y="97537"/>
                  </a:lnTo>
                  <a:lnTo>
                    <a:pt x="205509" y="102981"/>
                  </a:lnTo>
                  <a:lnTo>
                    <a:pt x="205509" y="2092965"/>
                  </a:lnTo>
                  <a:lnTo>
                    <a:pt x="2195719" y="2092965"/>
                  </a:lnTo>
                  <a:lnTo>
                    <a:pt x="2201163" y="2093192"/>
                  </a:lnTo>
                  <a:lnTo>
                    <a:pt x="2206380" y="2093419"/>
                  </a:lnTo>
                  <a:lnTo>
                    <a:pt x="2211597" y="2094326"/>
                  </a:lnTo>
                  <a:lnTo>
                    <a:pt x="2216587" y="2095233"/>
                  </a:lnTo>
                  <a:lnTo>
                    <a:pt x="2221578" y="2096367"/>
                  </a:lnTo>
                  <a:lnTo>
                    <a:pt x="2226568" y="2097501"/>
                  </a:lnTo>
                  <a:lnTo>
                    <a:pt x="2231105" y="2099316"/>
                  </a:lnTo>
                  <a:lnTo>
                    <a:pt x="2235868" y="2101131"/>
                  </a:lnTo>
                  <a:lnTo>
                    <a:pt x="2240405" y="2103172"/>
                  </a:lnTo>
                  <a:lnTo>
                    <a:pt x="2244714" y="2105667"/>
                  </a:lnTo>
                  <a:lnTo>
                    <a:pt x="2249251" y="2107936"/>
                  </a:lnTo>
                  <a:lnTo>
                    <a:pt x="2253334" y="2110658"/>
                  </a:lnTo>
                  <a:lnTo>
                    <a:pt x="2257417" y="2113606"/>
                  </a:lnTo>
                  <a:lnTo>
                    <a:pt x="2261273" y="2116328"/>
                  </a:lnTo>
                  <a:lnTo>
                    <a:pt x="2264902" y="2119731"/>
                  </a:lnTo>
                  <a:lnTo>
                    <a:pt x="2268532" y="2123133"/>
                  </a:lnTo>
                  <a:lnTo>
                    <a:pt x="2271934" y="2126763"/>
                  </a:lnTo>
                  <a:lnTo>
                    <a:pt x="2275337" y="2130619"/>
                  </a:lnTo>
                  <a:lnTo>
                    <a:pt x="2278285" y="2134475"/>
                  </a:lnTo>
                  <a:lnTo>
                    <a:pt x="2281234" y="2138331"/>
                  </a:lnTo>
                  <a:lnTo>
                    <a:pt x="2283729" y="2142414"/>
                  </a:lnTo>
                  <a:lnTo>
                    <a:pt x="2286224" y="2146724"/>
                  </a:lnTo>
                  <a:lnTo>
                    <a:pt x="2288720" y="2151260"/>
                  </a:lnTo>
                  <a:lnTo>
                    <a:pt x="2290761" y="2155797"/>
                  </a:lnTo>
                  <a:lnTo>
                    <a:pt x="2292576" y="2160560"/>
                  </a:lnTo>
                  <a:lnTo>
                    <a:pt x="2294164" y="2165324"/>
                  </a:lnTo>
                  <a:lnTo>
                    <a:pt x="2295298" y="2170087"/>
                  </a:lnTo>
                  <a:lnTo>
                    <a:pt x="2296659" y="2175304"/>
                  </a:lnTo>
                  <a:lnTo>
                    <a:pt x="2297339" y="2180068"/>
                  </a:lnTo>
                  <a:lnTo>
                    <a:pt x="2298246" y="2185285"/>
                  </a:lnTo>
                  <a:lnTo>
                    <a:pt x="2298473" y="2190729"/>
                  </a:lnTo>
                  <a:lnTo>
                    <a:pt x="2298700" y="2195946"/>
                  </a:lnTo>
                  <a:lnTo>
                    <a:pt x="2298473" y="2201163"/>
                  </a:lnTo>
                  <a:lnTo>
                    <a:pt x="2298246" y="2206380"/>
                  </a:lnTo>
                  <a:lnTo>
                    <a:pt x="2297339" y="2211597"/>
                  </a:lnTo>
                  <a:lnTo>
                    <a:pt x="2296659" y="2216361"/>
                  </a:lnTo>
                  <a:lnTo>
                    <a:pt x="2295298" y="2221578"/>
                  </a:lnTo>
                  <a:lnTo>
                    <a:pt x="2294164" y="2226568"/>
                  </a:lnTo>
                  <a:lnTo>
                    <a:pt x="2292576" y="2231105"/>
                  </a:lnTo>
                  <a:lnTo>
                    <a:pt x="2290761" y="2235868"/>
                  </a:lnTo>
                  <a:lnTo>
                    <a:pt x="2288720" y="2240405"/>
                  </a:lnTo>
                  <a:lnTo>
                    <a:pt x="2286224" y="2244941"/>
                  </a:lnTo>
                  <a:lnTo>
                    <a:pt x="2283729" y="2249251"/>
                  </a:lnTo>
                  <a:lnTo>
                    <a:pt x="2281234" y="2253334"/>
                  </a:lnTo>
                  <a:lnTo>
                    <a:pt x="2278285" y="2257417"/>
                  </a:lnTo>
                  <a:lnTo>
                    <a:pt x="2275337" y="2261273"/>
                  </a:lnTo>
                  <a:lnTo>
                    <a:pt x="2271934" y="2264902"/>
                  </a:lnTo>
                  <a:lnTo>
                    <a:pt x="2268532" y="2268532"/>
                  </a:lnTo>
                  <a:lnTo>
                    <a:pt x="2264902" y="2271934"/>
                  </a:lnTo>
                  <a:lnTo>
                    <a:pt x="2261273" y="2275337"/>
                  </a:lnTo>
                  <a:lnTo>
                    <a:pt x="2257417" y="2278059"/>
                  </a:lnTo>
                  <a:lnTo>
                    <a:pt x="2253334" y="2281234"/>
                  </a:lnTo>
                  <a:lnTo>
                    <a:pt x="2249251" y="2283729"/>
                  </a:lnTo>
                  <a:lnTo>
                    <a:pt x="2244714" y="2286451"/>
                  </a:lnTo>
                  <a:lnTo>
                    <a:pt x="2240405" y="2288493"/>
                  </a:lnTo>
                  <a:lnTo>
                    <a:pt x="2235868" y="2290534"/>
                  </a:lnTo>
                  <a:lnTo>
                    <a:pt x="2231105" y="2292349"/>
                  </a:lnTo>
                  <a:lnTo>
                    <a:pt x="2226568" y="2294164"/>
                  </a:lnTo>
                  <a:lnTo>
                    <a:pt x="2221578" y="2295298"/>
                  </a:lnTo>
                  <a:lnTo>
                    <a:pt x="2216587" y="2296659"/>
                  </a:lnTo>
                  <a:lnTo>
                    <a:pt x="2211597" y="2297566"/>
                  </a:lnTo>
                  <a:lnTo>
                    <a:pt x="2206380" y="2298246"/>
                  </a:lnTo>
                  <a:lnTo>
                    <a:pt x="2201163" y="2298473"/>
                  </a:lnTo>
                  <a:lnTo>
                    <a:pt x="2195719" y="2298700"/>
                  </a:lnTo>
                  <a:lnTo>
                    <a:pt x="102528" y="2298700"/>
                  </a:lnTo>
                  <a:lnTo>
                    <a:pt x="97310" y="2298473"/>
                  </a:lnTo>
                  <a:lnTo>
                    <a:pt x="92093" y="2298246"/>
                  </a:lnTo>
                  <a:lnTo>
                    <a:pt x="86876" y="2297566"/>
                  </a:lnTo>
                  <a:lnTo>
                    <a:pt x="81886" y="2296659"/>
                  </a:lnTo>
                  <a:lnTo>
                    <a:pt x="77122" y="2295298"/>
                  </a:lnTo>
                  <a:lnTo>
                    <a:pt x="72132" y="2294164"/>
                  </a:lnTo>
                  <a:lnTo>
                    <a:pt x="67142" y="2292349"/>
                  </a:lnTo>
                  <a:lnTo>
                    <a:pt x="62605" y="2290534"/>
                  </a:lnTo>
                  <a:lnTo>
                    <a:pt x="57842" y="2288493"/>
                  </a:lnTo>
                  <a:lnTo>
                    <a:pt x="53532" y="2286451"/>
                  </a:lnTo>
                  <a:lnTo>
                    <a:pt x="49449" y="2283729"/>
                  </a:lnTo>
                  <a:lnTo>
                    <a:pt x="45139" y="2281234"/>
                  </a:lnTo>
                  <a:lnTo>
                    <a:pt x="41283" y="2278059"/>
                  </a:lnTo>
                  <a:lnTo>
                    <a:pt x="37200" y="2275337"/>
                  </a:lnTo>
                  <a:lnTo>
                    <a:pt x="33344" y="2271934"/>
                  </a:lnTo>
                  <a:lnTo>
                    <a:pt x="29715" y="2268532"/>
                  </a:lnTo>
                  <a:lnTo>
                    <a:pt x="26539" y="2264902"/>
                  </a:lnTo>
                  <a:lnTo>
                    <a:pt x="23364" y="2261273"/>
                  </a:lnTo>
                  <a:lnTo>
                    <a:pt x="20188" y="2257417"/>
                  </a:lnTo>
                  <a:lnTo>
                    <a:pt x="17466" y="2253334"/>
                  </a:lnTo>
                  <a:lnTo>
                    <a:pt x="14517" y="2249251"/>
                  </a:lnTo>
                  <a:lnTo>
                    <a:pt x="12249" y="2244941"/>
                  </a:lnTo>
                  <a:lnTo>
                    <a:pt x="9981" y="2240405"/>
                  </a:lnTo>
                  <a:lnTo>
                    <a:pt x="7939" y="2235868"/>
                  </a:lnTo>
                  <a:lnTo>
                    <a:pt x="6125" y="2231105"/>
                  </a:lnTo>
                  <a:lnTo>
                    <a:pt x="4537" y="2226568"/>
                  </a:lnTo>
                  <a:lnTo>
                    <a:pt x="2949" y="2221578"/>
                  </a:lnTo>
                  <a:lnTo>
                    <a:pt x="2042" y="2216361"/>
                  </a:lnTo>
                  <a:lnTo>
                    <a:pt x="907" y="2211597"/>
                  </a:lnTo>
                  <a:lnTo>
                    <a:pt x="454" y="2206380"/>
                  </a:lnTo>
                  <a:lnTo>
                    <a:pt x="0" y="2201163"/>
                  </a:lnTo>
                  <a:lnTo>
                    <a:pt x="0" y="2195946"/>
                  </a:lnTo>
                  <a:lnTo>
                    <a:pt x="0" y="102981"/>
                  </a:lnTo>
                  <a:lnTo>
                    <a:pt x="0" y="97537"/>
                  </a:lnTo>
                  <a:lnTo>
                    <a:pt x="454" y="92320"/>
                  </a:lnTo>
                  <a:lnTo>
                    <a:pt x="907" y="87330"/>
                  </a:lnTo>
                  <a:lnTo>
                    <a:pt x="2042" y="82340"/>
                  </a:lnTo>
                  <a:lnTo>
                    <a:pt x="2949" y="77122"/>
                  </a:lnTo>
                  <a:lnTo>
                    <a:pt x="4537" y="72359"/>
                  </a:lnTo>
                  <a:lnTo>
                    <a:pt x="6125" y="67596"/>
                  </a:lnTo>
                  <a:lnTo>
                    <a:pt x="7939" y="63059"/>
                  </a:lnTo>
                  <a:lnTo>
                    <a:pt x="9981" y="58296"/>
                  </a:lnTo>
                  <a:lnTo>
                    <a:pt x="12249" y="53986"/>
                  </a:lnTo>
                  <a:lnTo>
                    <a:pt x="14517" y="49676"/>
                  </a:lnTo>
                  <a:lnTo>
                    <a:pt x="17466" y="45593"/>
                  </a:lnTo>
                  <a:lnTo>
                    <a:pt x="20188" y="41510"/>
                  </a:lnTo>
                  <a:lnTo>
                    <a:pt x="23364" y="37427"/>
                  </a:lnTo>
                  <a:lnTo>
                    <a:pt x="26539" y="33798"/>
                  </a:lnTo>
                  <a:lnTo>
                    <a:pt x="29715" y="30169"/>
                  </a:lnTo>
                  <a:lnTo>
                    <a:pt x="33344" y="26993"/>
                  </a:lnTo>
                  <a:lnTo>
                    <a:pt x="37200" y="23590"/>
                  </a:lnTo>
                  <a:lnTo>
                    <a:pt x="41283" y="20642"/>
                  </a:lnTo>
                  <a:lnTo>
                    <a:pt x="45139" y="17693"/>
                  </a:lnTo>
                  <a:lnTo>
                    <a:pt x="49449" y="14971"/>
                  </a:lnTo>
                  <a:lnTo>
                    <a:pt x="53532" y="12476"/>
                  </a:lnTo>
                  <a:lnTo>
                    <a:pt x="57842" y="10434"/>
                  </a:lnTo>
                  <a:lnTo>
                    <a:pt x="62605" y="8393"/>
                  </a:lnTo>
                  <a:lnTo>
                    <a:pt x="67142" y="6578"/>
                  </a:lnTo>
                  <a:lnTo>
                    <a:pt x="72132" y="4764"/>
                  </a:lnTo>
                  <a:lnTo>
                    <a:pt x="77122" y="3403"/>
                  </a:lnTo>
                  <a:lnTo>
                    <a:pt x="81886" y="2268"/>
                  </a:lnTo>
                  <a:lnTo>
                    <a:pt x="86876" y="1361"/>
                  </a:lnTo>
                  <a:lnTo>
                    <a:pt x="92093" y="681"/>
                  </a:lnTo>
                  <a:lnTo>
                    <a:pt x="97310" y="454"/>
                  </a:lnTo>
                  <a:lnTo>
                    <a:pt x="10252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6" name="矩形 20"/>
          <p:cNvSpPr>
            <a:spLocks noChangeArrowheads="1"/>
          </p:cNvSpPr>
          <p:nvPr/>
        </p:nvSpPr>
        <p:spPr bwMode="auto">
          <a:xfrm>
            <a:off x="2043430" y="4781410"/>
            <a:ext cx="28089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3.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推荐最佳方案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5792" y="1572768"/>
            <a:ext cx="684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阶段得到的数据流图考虑各种可能的实现方案</a:t>
            </a:r>
            <a:endParaRPr lang="zh-CN" altLang="en-US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5792" y="3001823"/>
            <a:ext cx="68445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对于每个选择的方案，应该准备好以下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）系统流程图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）组成系统的物理元素清单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）成本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效益分析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）实现的进度计划</a:t>
            </a:r>
            <a:endParaRPr lang="zh-CN" altLang="en-US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5792" y="5304630"/>
            <a:ext cx="684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综合比较各个方案，选择最优方案，并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制定详细的实现计划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66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2" name="直接连接符 4"/>
          <p:cNvSpPr>
            <a:spLocks noChangeShapeType="1"/>
          </p:cNvSpPr>
          <p:nvPr/>
        </p:nvSpPr>
        <p:spPr bwMode="auto">
          <a:xfrm>
            <a:off x="1274763" y="3971925"/>
            <a:ext cx="9372600" cy="12700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直接连接符 46"/>
          <p:cNvSpPr>
            <a:spLocks noChangeShapeType="1"/>
          </p:cNvSpPr>
          <p:nvPr/>
        </p:nvSpPr>
        <p:spPr bwMode="auto">
          <a:xfrm rot="5400000">
            <a:off x="2540794" y="3964781"/>
            <a:ext cx="3467100" cy="1588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直接连接符 47"/>
          <p:cNvSpPr>
            <a:spLocks noChangeShapeType="1"/>
          </p:cNvSpPr>
          <p:nvPr/>
        </p:nvSpPr>
        <p:spPr bwMode="auto">
          <a:xfrm rot="5400000">
            <a:off x="5923757" y="3964781"/>
            <a:ext cx="3467100" cy="1587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" name="矩形 20"/>
          <p:cNvSpPr>
            <a:spLocks noChangeArrowheads="1"/>
          </p:cNvSpPr>
          <p:nvPr/>
        </p:nvSpPr>
        <p:spPr bwMode="auto">
          <a:xfrm>
            <a:off x="2043429" y="1020416"/>
            <a:ext cx="35246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4</a:t>
            </a: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功能分解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8212" name="矩形 21"/>
          <p:cNvSpPr>
            <a:spLocks noChangeArrowheads="1"/>
          </p:cNvSpPr>
          <p:nvPr/>
        </p:nvSpPr>
        <p:spPr bwMode="auto">
          <a:xfrm>
            <a:off x="1997392" y="2795595"/>
            <a:ext cx="33792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5</a:t>
            </a: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.</a:t>
            </a:r>
            <a:r>
              <a:rPr lang="zh-CN" altLang="en-US" sz="28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设计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软件结构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6" name="矩形 20"/>
          <p:cNvSpPr>
            <a:spLocks noChangeArrowheads="1"/>
          </p:cNvSpPr>
          <p:nvPr/>
        </p:nvSpPr>
        <p:spPr bwMode="auto">
          <a:xfrm>
            <a:off x="2043430" y="4440034"/>
            <a:ext cx="28089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6</a:t>
            </a: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设计数据库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5792" y="1572768"/>
            <a:ext cx="6844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首先进行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，确定模块组成以及他们之间的关系；然后进行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过程设计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，确定每个模块的处理过程。将实现复杂的功能进一步分解</a:t>
            </a:r>
            <a:endParaRPr lang="zh-CN" altLang="en-US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5792" y="3318815"/>
            <a:ext cx="6844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应把模块组织成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良好的层次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系统，根据情况使用层次图、结构图、数据流图等方法进行设计和描述</a:t>
            </a:r>
            <a:endParaRPr lang="zh-CN" altLang="en-US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5792" y="4963254"/>
            <a:ext cx="684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在需求分析的基础上，进一步设计数据库</a:t>
            </a:r>
            <a:endParaRPr lang="zh-CN" altLang="en-US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KSO_Shape"/>
          <p:cNvSpPr>
            <a:spLocks noChangeArrowheads="1"/>
          </p:cNvSpPr>
          <p:nvPr/>
        </p:nvSpPr>
        <p:spPr bwMode="auto">
          <a:xfrm>
            <a:off x="1439387" y="1008648"/>
            <a:ext cx="576262" cy="534988"/>
          </a:xfrm>
          <a:custGeom>
            <a:avLst/>
            <a:gdLst>
              <a:gd name="T0" fmla="*/ 483215 w 969654"/>
              <a:gd name="T1" fmla="*/ 288618 h 903534"/>
              <a:gd name="T2" fmla="*/ 461821 w 969654"/>
              <a:gd name="T3" fmla="*/ 309934 h 903534"/>
              <a:gd name="T4" fmla="*/ 483215 w 969654"/>
              <a:gd name="T5" fmla="*/ 331250 h 903534"/>
              <a:gd name="T6" fmla="*/ 504610 w 969654"/>
              <a:gd name="T7" fmla="*/ 309934 h 903534"/>
              <a:gd name="T8" fmla="*/ 483215 w 969654"/>
              <a:gd name="T9" fmla="*/ 288618 h 903534"/>
              <a:gd name="T10" fmla="*/ 360715 w 969654"/>
              <a:gd name="T11" fmla="*/ 288618 h 903534"/>
              <a:gd name="T12" fmla="*/ 339320 w 969654"/>
              <a:gd name="T13" fmla="*/ 309934 h 903534"/>
              <a:gd name="T14" fmla="*/ 360715 w 969654"/>
              <a:gd name="T15" fmla="*/ 331250 h 903534"/>
              <a:gd name="T16" fmla="*/ 382109 w 969654"/>
              <a:gd name="T17" fmla="*/ 309934 h 903534"/>
              <a:gd name="T18" fmla="*/ 360715 w 969654"/>
              <a:gd name="T19" fmla="*/ 288618 h 903534"/>
              <a:gd name="T20" fmla="*/ 410864 w 969654"/>
              <a:gd name="T21" fmla="*/ 199250 h 903534"/>
              <a:gd name="T22" fmla="*/ 535912 w 969654"/>
              <a:gd name="T23" fmla="*/ 249934 h 903534"/>
              <a:gd name="T24" fmla="*/ 523678 w 969654"/>
              <a:gd name="T25" fmla="*/ 458471 h 903534"/>
              <a:gd name="T26" fmla="*/ 538341 w 969654"/>
              <a:gd name="T27" fmla="*/ 534988 h 903534"/>
              <a:gd name="T28" fmla="*/ 470934 w 969654"/>
              <a:gd name="T29" fmla="*/ 488229 h 903534"/>
              <a:gd name="T30" fmla="*/ 273240 w 969654"/>
              <a:gd name="T31" fmla="*/ 422215 h 903534"/>
              <a:gd name="T32" fmla="*/ 329817 w 969654"/>
              <a:gd name="T33" fmla="*/ 221014 h 903534"/>
              <a:gd name="T34" fmla="*/ 410864 w 969654"/>
              <a:gd name="T35" fmla="*/ 199250 h 903534"/>
              <a:gd name="T36" fmla="*/ 325600 w 969654"/>
              <a:gd name="T37" fmla="*/ 110882 h 903534"/>
              <a:gd name="T38" fmla="*/ 293508 w 969654"/>
              <a:gd name="T39" fmla="*/ 142856 h 903534"/>
              <a:gd name="T40" fmla="*/ 325600 w 969654"/>
              <a:gd name="T41" fmla="*/ 174829 h 903534"/>
              <a:gd name="T42" fmla="*/ 357692 w 969654"/>
              <a:gd name="T43" fmla="*/ 142856 h 903534"/>
              <a:gd name="T44" fmla="*/ 325600 w 969654"/>
              <a:gd name="T45" fmla="*/ 110882 h 903534"/>
              <a:gd name="T46" fmla="*/ 174990 w 969654"/>
              <a:gd name="T47" fmla="*/ 110882 h 903534"/>
              <a:gd name="T48" fmla="*/ 142898 w 969654"/>
              <a:gd name="T49" fmla="*/ 142856 h 903534"/>
              <a:gd name="T50" fmla="*/ 174990 w 969654"/>
              <a:gd name="T51" fmla="*/ 174829 h 903534"/>
              <a:gd name="T52" fmla="*/ 207082 w 969654"/>
              <a:gd name="T53" fmla="*/ 142856 h 903534"/>
              <a:gd name="T54" fmla="*/ 174990 w 969654"/>
              <a:gd name="T55" fmla="*/ 110882 h 903534"/>
              <a:gd name="T56" fmla="*/ 242799 w 969654"/>
              <a:gd name="T57" fmla="*/ 99 h 903534"/>
              <a:gd name="T58" fmla="*/ 328730 w 969654"/>
              <a:gd name="T59" fmla="*/ 11132 h 903534"/>
              <a:gd name="T60" fmla="*/ 499372 w 969654"/>
              <a:gd name="T61" fmla="*/ 222313 h 903534"/>
              <a:gd name="T62" fmla="*/ 318198 w 969654"/>
              <a:gd name="T63" fmla="*/ 211679 h 903534"/>
              <a:gd name="T64" fmla="*/ 261620 w 969654"/>
              <a:gd name="T65" fmla="*/ 412880 h 903534"/>
              <a:gd name="T66" fmla="*/ 284310 w 969654"/>
              <a:gd name="T67" fmla="*/ 437897 h 903534"/>
              <a:gd name="T68" fmla="*/ 217914 w 969654"/>
              <a:gd name="T69" fmla="*/ 438985 h 903534"/>
              <a:gd name="T70" fmla="*/ 146025 w 969654"/>
              <a:gd name="T71" fmla="*/ 495939 h 903534"/>
              <a:gd name="T72" fmla="*/ 127314 w 969654"/>
              <a:gd name="T73" fmla="*/ 412387 h 903534"/>
              <a:gd name="T74" fmla="*/ 32351 w 969654"/>
              <a:gd name="T75" fmla="*/ 112111 h 903534"/>
              <a:gd name="T76" fmla="*/ 242799 w 969654"/>
              <a:gd name="T77" fmla="*/ 99 h 903534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969654"/>
              <a:gd name="T118" fmla="*/ 0 h 903534"/>
              <a:gd name="T119" fmla="*/ 969654 w 969654"/>
              <a:gd name="T120" fmla="*/ 903534 h 903534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969654" h="903534">
                <a:moveTo>
                  <a:pt x="813088" y="487443"/>
                </a:moveTo>
                <a:cubicBezTo>
                  <a:pt x="793206" y="487443"/>
                  <a:pt x="777088" y="503561"/>
                  <a:pt x="777088" y="523443"/>
                </a:cubicBezTo>
                <a:cubicBezTo>
                  <a:pt x="777088" y="543325"/>
                  <a:pt x="793206" y="559443"/>
                  <a:pt x="813088" y="559443"/>
                </a:cubicBezTo>
                <a:cubicBezTo>
                  <a:pt x="832970" y="559443"/>
                  <a:pt x="849088" y="543325"/>
                  <a:pt x="849088" y="523443"/>
                </a:cubicBezTo>
                <a:cubicBezTo>
                  <a:pt x="849088" y="503561"/>
                  <a:pt x="832970" y="487443"/>
                  <a:pt x="813088" y="487443"/>
                </a:cubicBezTo>
                <a:close/>
                <a:moveTo>
                  <a:pt x="606961" y="487443"/>
                </a:moveTo>
                <a:cubicBezTo>
                  <a:pt x="587079" y="487443"/>
                  <a:pt x="570961" y="503561"/>
                  <a:pt x="570961" y="523443"/>
                </a:cubicBezTo>
                <a:cubicBezTo>
                  <a:pt x="570961" y="543325"/>
                  <a:pt x="587079" y="559443"/>
                  <a:pt x="606961" y="559443"/>
                </a:cubicBezTo>
                <a:cubicBezTo>
                  <a:pt x="626843" y="559443"/>
                  <a:pt x="642961" y="543325"/>
                  <a:pt x="642961" y="523443"/>
                </a:cubicBezTo>
                <a:cubicBezTo>
                  <a:pt x="642961" y="503561"/>
                  <a:pt x="626843" y="487443"/>
                  <a:pt x="606961" y="487443"/>
                </a:cubicBezTo>
                <a:close/>
                <a:moveTo>
                  <a:pt x="691345" y="336511"/>
                </a:moveTo>
                <a:cubicBezTo>
                  <a:pt x="769490" y="335080"/>
                  <a:pt x="847112" y="364668"/>
                  <a:pt x="901758" y="422110"/>
                </a:cubicBezTo>
                <a:cubicBezTo>
                  <a:pt x="999759" y="525126"/>
                  <a:pt x="990612" y="681640"/>
                  <a:pt x="881173" y="774306"/>
                </a:cubicBezTo>
                <a:lnTo>
                  <a:pt x="905846" y="903534"/>
                </a:lnTo>
                <a:lnTo>
                  <a:pt x="792422" y="824563"/>
                </a:lnTo>
                <a:cubicBezTo>
                  <a:pt x="666952" y="867914"/>
                  <a:pt x="525982" y="820668"/>
                  <a:pt x="459770" y="713074"/>
                </a:cubicBezTo>
                <a:cubicBezTo>
                  <a:pt x="386891" y="594648"/>
                  <a:pt x="429055" y="444146"/>
                  <a:pt x="554971" y="373268"/>
                </a:cubicBezTo>
                <a:cubicBezTo>
                  <a:pt x="597384" y="349394"/>
                  <a:pt x="644458" y="337369"/>
                  <a:pt x="691345" y="336511"/>
                </a:cubicBezTo>
                <a:close/>
                <a:moveTo>
                  <a:pt x="547874" y="187267"/>
                </a:moveTo>
                <a:cubicBezTo>
                  <a:pt x="518051" y="187267"/>
                  <a:pt x="493874" y="211444"/>
                  <a:pt x="493874" y="241267"/>
                </a:cubicBezTo>
                <a:cubicBezTo>
                  <a:pt x="493874" y="271090"/>
                  <a:pt x="518051" y="295267"/>
                  <a:pt x="547874" y="295267"/>
                </a:cubicBezTo>
                <a:cubicBezTo>
                  <a:pt x="577697" y="295267"/>
                  <a:pt x="601874" y="271090"/>
                  <a:pt x="601874" y="241267"/>
                </a:cubicBezTo>
                <a:cubicBezTo>
                  <a:pt x="601874" y="211444"/>
                  <a:pt x="577697" y="187267"/>
                  <a:pt x="547874" y="187267"/>
                </a:cubicBezTo>
                <a:close/>
                <a:moveTo>
                  <a:pt x="294449" y="187267"/>
                </a:moveTo>
                <a:cubicBezTo>
                  <a:pt x="264626" y="187267"/>
                  <a:pt x="240449" y="211444"/>
                  <a:pt x="240449" y="241267"/>
                </a:cubicBezTo>
                <a:cubicBezTo>
                  <a:pt x="240449" y="271090"/>
                  <a:pt x="264626" y="295267"/>
                  <a:pt x="294449" y="295267"/>
                </a:cubicBezTo>
                <a:cubicBezTo>
                  <a:pt x="324272" y="295267"/>
                  <a:pt x="348449" y="271090"/>
                  <a:pt x="348449" y="241267"/>
                </a:cubicBezTo>
                <a:cubicBezTo>
                  <a:pt x="348449" y="211444"/>
                  <a:pt x="324272" y="187267"/>
                  <a:pt x="294449" y="187267"/>
                </a:cubicBezTo>
                <a:close/>
                <a:moveTo>
                  <a:pt x="408549" y="168"/>
                </a:moveTo>
                <a:cubicBezTo>
                  <a:pt x="456533" y="-1113"/>
                  <a:pt x="505397" y="4870"/>
                  <a:pt x="553141" y="18800"/>
                </a:cubicBezTo>
                <a:cubicBezTo>
                  <a:pt x="730896" y="70663"/>
                  <a:pt x="843952" y="217556"/>
                  <a:pt x="840274" y="375462"/>
                </a:cubicBezTo>
                <a:cubicBezTo>
                  <a:pt x="754752" y="310337"/>
                  <a:pt x="632797" y="302687"/>
                  <a:pt x="535419" y="357502"/>
                </a:cubicBezTo>
                <a:cubicBezTo>
                  <a:pt x="409503" y="428380"/>
                  <a:pt x="367339" y="578882"/>
                  <a:pt x="440218" y="697308"/>
                </a:cubicBezTo>
                <a:cubicBezTo>
                  <a:pt x="450352" y="713775"/>
                  <a:pt x="462237" y="728829"/>
                  <a:pt x="478397" y="739559"/>
                </a:cubicBezTo>
                <a:cubicBezTo>
                  <a:pt x="442192" y="745523"/>
                  <a:pt x="404623" y="745773"/>
                  <a:pt x="366675" y="741395"/>
                </a:cubicBezTo>
                <a:lnTo>
                  <a:pt x="245711" y="837584"/>
                </a:lnTo>
                <a:lnTo>
                  <a:pt x="214226" y="696474"/>
                </a:lnTo>
                <a:cubicBezTo>
                  <a:pt x="11680" y="595442"/>
                  <a:pt x="-59861" y="368389"/>
                  <a:pt x="54436" y="189343"/>
                </a:cubicBezTo>
                <a:cubicBezTo>
                  <a:pt x="128564" y="73222"/>
                  <a:pt x="264598" y="4010"/>
                  <a:pt x="408549" y="168"/>
                </a:cubicBezTo>
                <a:close/>
              </a:path>
            </a:pathLst>
          </a:cu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5" name="KSO_Shape"/>
          <p:cNvSpPr>
            <a:spLocks noChangeArrowheads="1"/>
          </p:cNvSpPr>
          <p:nvPr/>
        </p:nvSpPr>
        <p:spPr bwMode="auto">
          <a:xfrm>
            <a:off x="1453674" y="2867499"/>
            <a:ext cx="547687" cy="379412"/>
          </a:xfrm>
          <a:custGeom>
            <a:avLst/>
            <a:gdLst>
              <a:gd name="T0" fmla="*/ 2147483647 w 6190"/>
              <a:gd name="T1" fmla="*/ 1221604691 h 4291"/>
              <a:gd name="T2" fmla="*/ 2147483647 w 6190"/>
              <a:gd name="T3" fmla="*/ 1654457636 h 4291"/>
              <a:gd name="T4" fmla="*/ 2147483647 w 6190"/>
              <a:gd name="T5" fmla="*/ 2147483647 h 4291"/>
              <a:gd name="T6" fmla="*/ 2147483647 w 6190"/>
              <a:gd name="T7" fmla="*/ 2147483647 h 4291"/>
              <a:gd name="T8" fmla="*/ 2147483647 w 6190"/>
              <a:gd name="T9" fmla="*/ 2147483647 h 4291"/>
              <a:gd name="T10" fmla="*/ 2147483647 w 6190"/>
              <a:gd name="T11" fmla="*/ 2147483647 h 4291"/>
              <a:gd name="T12" fmla="*/ 2147483647 w 6190"/>
              <a:gd name="T13" fmla="*/ 2147483647 h 4291"/>
              <a:gd name="T14" fmla="*/ 2147483647 w 6190"/>
              <a:gd name="T15" fmla="*/ 2147483647 h 4291"/>
              <a:gd name="T16" fmla="*/ 2147483647 w 6190"/>
              <a:gd name="T17" fmla="*/ 2147483647 h 4291"/>
              <a:gd name="T18" fmla="*/ 2147483647 w 6190"/>
              <a:gd name="T19" fmla="*/ 2147483647 h 4291"/>
              <a:gd name="T20" fmla="*/ 2147483647 w 6190"/>
              <a:gd name="T21" fmla="*/ 2147483647 h 4291"/>
              <a:gd name="T22" fmla="*/ 2147483647 w 6190"/>
              <a:gd name="T23" fmla="*/ 2147483647 h 4291"/>
              <a:gd name="T24" fmla="*/ 2147483647 w 6190"/>
              <a:gd name="T25" fmla="*/ 2147483647 h 4291"/>
              <a:gd name="T26" fmla="*/ 2147483647 w 6190"/>
              <a:gd name="T27" fmla="*/ 2147483647 h 4291"/>
              <a:gd name="T28" fmla="*/ 1522668691 w 6190"/>
              <a:gd name="T29" fmla="*/ 2147483647 h 4291"/>
              <a:gd name="T30" fmla="*/ 1522668691 w 6190"/>
              <a:gd name="T31" fmla="*/ 2147483647 h 4291"/>
              <a:gd name="T32" fmla="*/ 1676860543 w 6190"/>
              <a:gd name="T33" fmla="*/ 2147483647 h 4291"/>
              <a:gd name="T34" fmla="*/ 1980429821 w 6190"/>
              <a:gd name="T35" fmla="*/ 2147483647 h 4291"/>
              <a:gd name="T36" fmla="*/ 2147483647 w 6190"/>
              <a:gd name="T37" fmla="*/ 2147483647 h 4291"/>
              <a:gd name="T38" fmla="*/ 2147483647 w 6190"/>
              <a:gd name="T39" fmla="*/ 2147483647 h 4291"/>
              <a:gd name="T40" fmla="*/ 2147483647 w 6190"/>
              <a:gd name="T41" fmla="*/ 2147483647 h 4291"/>
              <a:gd name="T42" fmla="*/ 2147483647 w 6190"/>
              <a:gd name="T43" fmla="*/ 2147483647 h 4291"/>
              <a:gd name="T44" fmla="*/ 2147483647 w 6190"/>
              <a:gd name="T45" fmla="*/ 2147483647 h 4291"/>
              <a:gd name="T46" fmla="*/ 2147483647 w 6190"/>
              <a:gd name="T47" fmla="*/ 2147483647 h 4291"/>
              <a:gd name="T48" fmla="*/ 2147483647 w 6190"/>
              <a:gd name="T49" fmla="*/ 2147483647 h 4291"/>
              <a:gd name="T50" fmla="*/ 0 w 6190"/>
              <a:gd name="T51" fmla="*/ 2147483647 h 4291"/>
              <a:gd name="T52" fmla="*/ 0 w 6190"/>
              <a:gd name="T53" fmla="*/ 1654457636 h 4291"/>
              <a:gd name="T54" fmla="*/ 431261396 w 6190"/>
              <a:gd name="T55" fmla="*/ 1221604691 h 4291"/>
              <a:gd name="T56" fmla="*/ 2147483647 w 6190"/>
              <a:gd name="T57" fmla="*/ 2147483647 h 4291"/>
              <a:gd name="T58" fmla="*/ 2147483647 w 6190"/>
              <a:gd name="T59" fmla="*/ 0 h 4291"/>
              <a:gd name="T60" fmla="*/ 2147483647 w 6190"/>
              <a:gd name="T61" fmla="*/ 2147483647 h 4291"/>
              <a:gd name="T62" fmla="*/ 2147483647 w 6190"/>
              <a:gd name="T63" fmla="*/ 899370990 h 4291"/>
              <a:gd name="T64" fmla="*/ 2147483647 w 6190"/>
              <a:gd name="T65" fmla="*/ 1902152927 h 4291"/>
              <a:gd name="T66" fmla="*/ 2147483647 w 6190"/>
              <a:gd name="T67" fmla="*/ 899370990 h 4291"/>
              <a:gd name="T68" fmla="*/ 2147483647 w 6190"/>
              <a:gd name="T69" fmla="*/ 2147483647 h 4291"/>
              <a:gd name="T70" fmla="*/ 2147483647 w 6190"/>
              <a:gd name="T71" fmla="*/ 2147483647 h 4291"/>
              <a:gd name="T72" fmla="*/ 2147483647 w 6190"/>
              <a:gd name="T73" fmla="*/ 2147483647 h 4291"/>
              <a:gd name="T74" fmla="*/ 2147483647 w 6190"/>
              <a:gd name="T75" fmla="*/ 2147483647 h 4291"/>
              <a:gd name="T76" fmla="*/ 2147483647 w 6190"/>
              <a:gd name="T77" fmla="*/ 2147483647 h 4291"/>
              <a:gd name="T78" fmla="*/ 2147483647 w 6190"/>
              <a:gd name="T79" fmla="*/ 2147483647 h 4291"/>
              <a:gd name="T80" fmla="*/ 2147483647 w 6190"/>
              <a:gd name="T81" fmla="*/ 2147483647 h 4291"/>
              <a:gd name="T82" fmla="*/ 2147483647 w 6190"/>
              <a:gd name="T83" fmla="*/ 2147483647 h 4291"/>
              <a:gd name="T84" fmla="*/ 2147483647 w 6190"/>
              <a:gd name="T85" fmla="*/ 2147483647 h 4291"/>
              <a:gd name="T86" fmla="*/ 2147483647 w 6190"/>
              <a:gd name="T87" fmla="*/ 2087318451 h 4291"/>
              <a:gd name="T88" fmla="*/ 864933943 w 6190"/>
              <a:gd name="T89" fmla="*/ 2147483647 h 4291"/>
              <a:gd name="T90" fmla="*/ 2147483647 w 6190"/>
              <a:gd name="T91" fmla="*/ 2087318451 h 4291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6190"/>
              <a:gd name="T139" fmla="*/ 0 h 4291"/>
              <a:gd name="T140" fmla="*/ 6190 w 6190"/>
              <a:gd name="T141" fmla="*/ 4291 h 4291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6190" h="4291">
                <a:moveTo>
                  <a:pt x="179" y="508"/>
                </a:moveTo>
                <a:lnTo>
                  <a:pt x="4027" y="508"/>
                </a:lnTo>
                <a:lnTo>
                  <a:pt x="4206" y="508"/>
                </a:lnTo>
                <a:lnTo>
                  <a:pt x="4206" y="688"/>
                </a:lnTo>
                <a:lnTo>
                  <a:pt x="4206" y="3418"/>
                </a:lnTo>
                <a:lnTo>
                  <a:pt x="4206" y="3598"/>
                </a:lnTo>
                <a:lnTo>
                  <a:pt x="4027" y="3598"/>
                </a:lnTo>
                <a:lnTo>
                  <a:pt x="2568" y="3598"/>
                </a:lnTo>
                <a:lnTo>
                  <a:pt x="2568" y="3721"/>
                </a:lnTo>
                <a:lnTo>
                  <a:pt x="2634" y="3731"/>
                </a:lnTo>
                <a:lnTo>
                  <a:pt x="2698" y="3740"/>
                </a:lnTo>
                <a:lnTo>
                  <a:pt x="2764" y="3752"/>
                </a:lnTo>
                <a:lnTo>
                  <a:pt x="2829" y="3765"/>
                </a:lnTo>
                <a:lnTo>
                  <a:pt x="2895" y="3779"/>
                </a:lnTo>
                <a:lnTo>
                  <a:pt x="2961" y="3794"/>
                </a:lnTo>
                <a:lnTo>
                  <a:pt x="3026" y="3811"/>
                </a:lnTo>
                <a:lnTo>
                  <a:pt x="3092" y="3829"/>
                </a:lnTo>
                <a:lnTo>
                  <a:pt x="3157" y="3848"/>
                </a:lnTo>
                <a:lnTo>
                  <a:pt x="3223" y="3868"/>
                </a:lnTo>
                <a:lnTo>
                  <a:pt x="3288" y="3891"/>
                </a:lnTo>
                <a:lnTo>
                  <a:pt x="3354" y="3914"/>
                </a:lnTo>
                <a:lnTo>
                  <a:pt x="3419" y="3938"/>
                </a:lnTo>
                <a:lnTo>
                  <a:pt x="3485" y="3965"/>
                </a:lnTo>
                <a:lnTo>
                  <a:pt x="3550" y="3993"/>
                </a:lnTo>
                <a:lnTo>
                  <a:pt x="3616" y="4021"/>
                </a:lnTo>
                <a:lnTo>
                  <a:pt x="3616" y="4291"/>
                </a:lnTo>
                <a:lnTo>
                  <a:pt x="632" y="4291"/>
                </a:lnTo>
                <a:lnTo>
                  <a:pt x="632" y="4021"/>
                </a:lnTo>
                <a:lnTo>
                  <a:pt x="696" y="3995"/>
                </a:lnTo>
                <a:lnTo>
                  <a:pt x="758" y="3970"/>
                </a:lnTo>
                <a:lnTo>
                  <a:pt x="822" y="3946"/>
                </a:lnTo>
                <a:lnTo>
                  <a:pt x="885" y="3924"/>
                </a:lnTo>
                <a:lnTo>
                  <a:pt x="949" y="3901"/>
                </a:lnTo>
                <a:lnTo>
                  <a:pt x="1013" y="3881"/>
                </a:lnTo>
                <a:lnTo>
                  <a:pt x="1075" y="3861"/>
                </a:lnTo>
                <a:lnTo>
                  <a:pt x="1139" y="3843"/>
                </a:lnTo>
                <a:lnTo>
                  <a:pt x="1203" y="3825"/>
                </a:lnTo>
                <a:lnTo>
                  <a:pt x="1266" y="3809"/>
                </a:lnTo>
                <a:lnTo>
                  <a:pt x="1330" y="3793"/>
                </a:lnTo>
                <a:lnTo>
                  <a:pt x="1394" y="3779"/>
                </a:lnTo>
                <a:lnTo>
                  <a:pt x="1456" y="3765"/>
                </a:lnTo>
                <a:lnTo>
                  <a:pt x="1520" y="3753"/>
                </a:lnTo>
                <a:lnTo>
                  <a:pt x="1584" y="3743"/>
                </a:lnTo>
                <a:lnTo>
                  <a:pt x="1647" y="3733"/>
                </a:lnTo>
                <a:lnTo>
                  <a:pt x="1647" y="3598"/>
                </a:lnTo>
                <a:lnTo>
                  <a:pt x="179" y="3598"/>
                </a:lnTo>
                <a:lnTo>
                  <a:pt x="0" y="3598"/>
                </a:lnTo>
                <a:lnTo>
                  <a:pt x="0" y="3418"/>
                </a:lnTo>
                <a:lnTo>
                  <a:pt x="0" y="688"/>
                </a:lnTo>
                <a:lnTo>
                  <a:pt x="0" y="508"/>
                </a:lnTo>
                <a:lnTo>
                  <a:pt x="179" y="508"/>
                </a:lnTo>
                <a:close/>
                <a:moveTo>
                  <a:pt x="4438" y="4291"/>
                </a:moveTo>
                <a:lnTo>
                  <a:pt x="6190" y="4291"/>
                </a:lnTo>
                <a:lnTo>
                  <a:pt x="6190" y="0"/>
                </a:lnTo>
                <a:lnTo>
                  <a:pt x="4438" y="0"/>
                </a:lnTo>
                <a:lnTo>
                  <a:pt x="4438" y="4291"/>
                </a:lnTo>
                <a:close/>
                <a:moveTo>
                  <a:pt x="4659" y="374"/>
                </a:moveTo>
                <a:lnTo>
                  <a:pt x="6000" y="374"/>
                </a:lnTo>
                <a:lnTo>
                  <a:pt x="6000" y="791"/>
                </a:lnTo>
                <a:lnTo>
                  <a:pt x="4659" y="791"/>
                </a:lnTo>
                <a:lnTo>
                  <a:pt x="4659" y="374"/>
                </a:lnTo>
                <a:close/>
                <a:moveTo>
                  <a:pt x="4659" y="1025"/>
                </a:moveTo>
                <a:lnTo>
                  <a:pt x="6000" y="1025"/>
                </a:lnTo>
                <a:lnTo>
                  <a:pt x="6000" y="1444"/>
                </a:lnTo>
                <a:lnTo>
                  <a:pt x="4659" y="1444"/>
                </a:lnTo>
                <a:lnTo>
                  <a:pt x="4659" y="1025"/>
                </a:lnTo>
                <a:close/>
                <a:moveTo>
                  <a:pt x="4652" y="1798"/>
                </a:moveTo>
                <a:lnTo>
                  <a:pt x="5102" y="1798"/>
                </a:lnTo>
                <a:lnTo>
                  <a:pt x="5102" y="2121"/>
                </a:lnTo>
                <a:lnTo>
                  <a:pt x="4652" y="2121"/>
                </a:lnTo>
                <a:lnTo>
                  <a:pt x="4652" y="1798"/>
                </a:lnTo>
                <a:close/>
                <a:moveTo>
                  <a:pt x="4652" y="2317"/>
                </a:moveTo>
                <a:lnTo>
                  <a:pt x="5102" y="2317"/>
                </a:lnTo>
                <a:lnTo>
                  <a:pt x="5102" y="2640"/>
                </a:lnTo>
                <a:lnTo>
                  <a:pt x="4652" y="2640"/>
                </a:lnTo>
                <a:lnTo>
                  <a:pt x="4652" y="2317"/>
                </a:lnTo>
                <a:close/>
                <a:moveTo>
                  <a:pt x="3847" y="868"/>
                </a:moveTo>
                <a:lnTo>
                  <a:pt x="359" y="868"/>
                </a:lnTo>
                <a:lnTo>
                  <a:pt x="359" y="3238"/>
                </a:lnTo>
                <a:lnTo>
                  <a:pt x="3847" y="3238"/>
                </a:lnTo>
                <a:lnTo>
                  <a:pt x="3847" y="868"/>
                </a:lnTo>
                <a:close/>
              </a:path>
            </a:pathLst>
          </a:cu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476295" y="4461155"/>
            <a:ext cx="502444" cy="502099"/>
            <a:chOff x="1108075" y="4525204"/>
            <a:chExt cx="1003300" cy="1003300"/>
          </a:xfrm>
        </p:grpSpPr>
        <p:sp>
          <p:nvSpPr>
            <p:cNvPr id="27" name="流程图: 联系 16"/>
            <p:cNvSpPr>
              <a:spLocks noChangeArrowheads="1"/>
            </p:cNvSpPr>
            <p:nvPr/>
          </p:nvSpPr>
          <p:spPr bwMode="auto">
            <a:xfrm>
              <a:off x="1108075" y="4525204"/>
              <a:ext cx="1003300" cy="1003300"/>
            </a:xfrm>
            <a:prstGeom prst="flowChartConnector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8" name="KSO_Shape"/>
            <p:cNvSpPr>
              <a:spLocks noChangeArrowheads="1"/>
            </p:cNvSpPr>
            <p:nvPr/>
          </p:nvSpPr>
          <p:spPr bwMode="auto">
            <a:xfrm>
              <a:off x="1320800" y="4633154"/>
              <a:ext cx="577850" cy="787400"/>
            </a:xfrm>
            <a:custGeom>
              <a:avLst/>
              <a:gdLst>
                <a:gd name="T0" fmla="*/ 217664 w 1122363"/>
                <a:gd name="T1" fmla="*/ 348576 h 1531938"/>
                <a:gd name="T2" fmla="*/ 216990 w 1122363"/>
                <a:gd name="T3" fmla="*/ 363076 h 1531938"/>
                <a:gd name="T4" fmla="*/ 202250 w 1122363"/>
                <a:gd name="T5" fmla="*/ 371925 h 1531938"/>
                <a:gd name="T6" fmla="*/ 163738 w 1122363"/>
                <a:gd name="T7" fmla="*/ 282614 h 1531938"/>
                <a:gd name="T8" fmla="*/ 157730 w 1122363"/>
                <a:gd name="T9" fmla="*/ 269529 h 1531938"/>
                <a:gd name="T10" fmla="*/ 163513 w 1122363"/>
                <a:gd name="T11" fmla="*/ 260431 h 1531938"/>
                <a:gd name="T12" fmla="*/ 169334 w 1122363"/>
                <a:gd name="T13" fmla="*/ 227480 h 1531938"/>
                <a:gd name="T14" fmla="*/ 141286 w 1122363"/>
                <a:gd name="T15" fmla="*/ 237838 h 1531938"/>
                <a:gd name="T16" fmla="*/ 125205 w 1122363"/>
                <a:gd name="T17" fmla="*/ 253413 h 1531938"/>
                <a:gd name="T18" fmla="*/ 118623 w 1122363"/>
                <a:gd name="T19" fmla="*/ 282401 h 1531938"/>
                <a:gd name="T20" fmla="*/ 128197 w 1122363"/>
                <a:gd name="T21" fmla="*/ 305277 h 1531938"/>
                <a:gd name="T22" fmla="*/ 149289 w 1122363"/>
                <a:gd name="T23" fmla="*/ 320554 h 1531938"/>
                <a:gd name="T24" fmla="*/ 170082 w 1122363"/>
                <a:gd name="T25" fmla="*/ 371748 h 1531938"/>
                <a:gd name="T26" fmla="*/ 138444 w 1122363"/>
                <a:gd name="T27" fmla="*/ 359378 h 1531938"/>
                <a:gd name="T28" fmla="*/ 149214 w 1122363"/>
                <a:gd name="T29" fmla="*/ 397084 h 1531938"/>
                <a:gd name="T30" fmla="*/ 203440 w 1122363"/>
                <a:gd name="T31" fmla="*/ 403194 h 1531938"/>
                <a:gd name="T32" fmla="*/ 231413 w 1122363"/>
                <a:gd name="T33" fmla="*/ 394551 h 1531938"/>
                <a:gd name="T34" fmla="*/ 249364 w 1122363"/>
                <a:gd name="T35" fmla="*/ 379647 h 1531938"/>
                <a:gd name="T36" fmla="*/ 258563 w 1122363"/>
                <a:gd name="T37" fmla="*/ 357366 h 1531938"/>
                <a:gd name="T38" fmla="*/ 253776 w 1122363"/>
                <a:gd name="T39" fmla="*/ 328900 h 1531938"/>
                <a:gd name="T40" fmla="*/ 228645 w 1122363"/>
                <a:gd name="T41" fmla="*/ 306246 h 1531938"/>
                <a:gd name="T42" fmla="*/ 206058 w 1122363"/>
                <a:gd name="T43" fmla="*/ 260194 h 1531938"/>
                <a:gd name="T44" fmla="*/ 249438 w 1122363"/>
                <a:gd name="T45" fmla="*/ 282177 h 1531938"/>
                <a:gd name="T46" fmla="*/ 215482 w 1122363"/>
                <a:gd name="T47" fmla="*/ 229567 h 1531938"/>
                <a:gd name="T48" fmla="*/ 203739 w 1122363"/>
                <a:gd name="T49" fmla="*/ 122782 h 1531938"/>
                <a:gd name="T50" fmla="*/ 253477 w 1122363"/>
                <a:gd name="T51" fmla="*/ 136196 h 1531938"/>
                <a:gd name="T52" fmla="*/ 293342 w 1122363"/>
                <a:gd name="T53" fmla="*/ 167121 h 1531938"/>
                <a:gd name="T54" fmla="*/ 325429 w 1122363"/>
                <a:gd name="T55" fmla="*/ 216675 h 1531938"/>
                <a:gd name="T56" fmla="*/ 351756 w 1122363"/>
                <a:gd name="T57" fmla="*/ 285829 h 1531938"/>
                <a:gd name="T58" fmla="*/ 370231 w 1122363"/>
                <a:gd name="T59" fmla="*/ 368246 h 1531938"/>
                <a:gd name="T60" fmla="*/ 359236 w 1122363"/>
                <a:gd name="T61" fmla="*/ 422122 h 1531938"/>
                <a:gd name="T62" fmla="*/ 325728 w 1122363"/>
                <a:gd name="T63" fmla="*/ 462362 h 1531938"/>
                <a:gd name="T64" fmla="*/ 275915 w 1122363"/>
                <a:gd name="T65" fmla="*/ 488891 h 1531938"/>
                <a:gd name="T66" fmla="*/ 215706 w 1122363"/>
                <a:gd name="T67" fmla="*/ 501782 h 1531938"/>
                <a:gd name="T68" fmla="*/ 151458 w 1122363"/>
                <a:gd name="T69" fmla="*/ 501037 h 1531938"/>
                <a:gd name="T70" fmla="*/ 90650 w 1122363"/>
                <a:gd name="T71" fmla="*/ 485537 h 1531938"/>
                <a:gd name="T72" fmla="*/ 40538 w 1122363"/>
                <a:gd name="T73" fmla="*/ 455879 h 1531938"/>
                <a:gd name="T74" fmla="*/ 8302 w 1122363"/>
                <a:gd name="T75" fmla="*/ 412957 h 1531938"/>
                <a:gd name="T76" fmla="*/ 972 w 1122363"/>
                <a:gd name="T77" fmla="*/ 357366 h 1531938"/>
                <a:gd name="T78" fmla="*/ 33582 w 1122363"/>
                <a:gd name="T79" fmla="*/ 253115 h 1531938"/>
                <a:gd name="T80" fmla="*/ 61181 w 1122363"/>
                <a:gd name="T81" fmla="*/ 196332 h 1531938"/>
                <a:gd name="T82" fmla="*/ 96036 w 1122363"/>
                <a:gd name="T83" fmla="*/ 153782 h 1531938"/>
                <a:gd name="T84" fmla="*/ 141660 w 1122363"/>
                <a:gd name="T85" fmla="*/ 128297 h 1531938"/>
                <a:gd name="T86" fmla="*/ 158096 w 1122363"/>
                <a:gd name="T87" fmla="*/ 523 h 1531938"/>
                <a:gd name="T88" fmla="*/ 182088 w 1122363"/>
                <a:gd name="T89" fmla="*/ 9854 h 1531938"/>
                <a:gd name="T90" fmla="*/ 206305 w 1122363"/>
                <a:gd name="T91" fmla="*/ 8510 h 1531938"/>
                <a:gd name="T92" fmla="*/ 234035 w 1122363"/>
                <a:gd name="T93" fmla="*/ 75 h 1531938"/>
                <a:gd name="T94" fmla="*/ 250329 w 1122363"/>
                <a:gd name="T95" fmla="*/ 9033 h 1531938"/>
                <a:gd name="T96" fmla="*/ 262886 w 1122363"/>
                <a:gd name="T97" fmla="*/ 41581 h 1531938"/>
                <a:gd name="T98" fmla="*/ 277985 w 1122363"/>
                <a:gd name="T99" fmla="*/ 43597 h 1531938"/>
                <a:gd name="T100" fmla="*/ 289645 w 1122363"/>
                <a:gd name="T101" fmla="*/ 42178 h 1531938"/>
                <a:gd name="T102" fmla="*/ 281871 w 1122363"/>
                <a:gd name="T103" fmla="*/ 69127 h 1531938"/>
                <a:gd name="T104" fmla="*/ 259448 w 1122363"/>
                <a:gd name="T105" fmla="*/ 91971 h 1531938"/>
                <a:gd name="T106" fmla="*/ 221703 w 1122363"/>
                <a:gd name="T107" fmla="*/ 111530 h 1531938"/>
                <a:gd name="T108" fmla="*/ 174315 w 1122363"/>
                <a:gd name="T109" fmla="*/ 106902 h 1531938"/>
                <a:gd name="T110" fmla="*/ 147034 w 1122363"/>
                <a:gd name="T111" fmla="*/ 110783 h 1531938"/>
                <a:gd name="T112" fmla="*/ 83053 w 1122363"/>
                <a:gd name="T113" fmla="*/ 58005 h 1531938"/>
                <a:gd name="T114" fmla="*/ 108764 w 1122363"/>
                <a:gd name="T115" fmla="*/ 45015 h 1531938"/>
                <a:gd name="T116" fmla="*/ 128646 w 1122363"/>
                <a:gd name="T117" fmla="*/ 42029 h 1531938"/>
                <a:gd name="T118" fmla="*/ 137616 w 1122363"/>
                <a:gd name="T119" fmla="*/ 14408 h 153193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122363"/>
                <a:gd name="T181" fmla="*/ 0 h 1531938"/>
                <a:gd name="T182" fmla="*/ 1122363 w 1122363"/>
                <a:gd name="T183" fmla="*/ 1531938 h 153193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122363" h="1531938">
                  <a:moveTo>
                    <a:pt x="600075" y="1019175"/>
                  </a:moveTo>
                  <a:lnTo>
                    <a:pt x="608240" y="1022344"/>
                  </a:lnTo>
                  <a:lnTo>
                    <a:pt x="615950" y="1025965"/>
                  </a:lnTo>
                  <a:lnTo>
                    <a:pt x="622981" y="1029134"/>
                  </a:lnTo>
                  <a:lnTo>
                    <a:pt x="629331" y="1032303"/>
                  </a:lnTo>
                  <a:lnTo>
                    <a:pt x="635227" y="1035925"/>
                  </a:lnTo>
                  <a:lnTo>
                    <a:pt x="640443" y="1039093"/>
                  </a:lnTo>
                  <a:lnTo>
                    <a:pt x="644979" y="1042488"/>
                  </a:lnTo>
                  <a:lnTo>
                    <a:pt x="649061" y="1045884"/>
                  </a:lnTo>
                  <a:lnTo>
                    <a:pt x="652236" y="1049505"/>
                  </a:lnTo>
                  <a:lnTo>
                    <a:pt x="655411" y="1053127"/>
                  </a:lnTo>
                  <a:lnTo>
                    <a:pt x="657906" y="1056974"/>
                  </a:lnTo>
                  <a:lnTo>
                    <a:pt x="659720" y="1061049"/>
                  </a:lnTo>
                  <a:lnTo>
                    <a:pt x="661534" y="1065576"/>
                  </a:lnTo>
                  <a:lnTo>
                    <a:pt x="662668" y="1070329"/>
                  </a:lnTo>
                  <a:lnTo>
                    <a:pt x="663348" y="1074856"/>
                  </a:lnTo>
                  <a:lnTo>
                    <a:pt x="663575" y="1080062"/>
                  </a:lnTo>
                  <a:lnTo>
                    <a:pt x="663575" y="1083230"/>
                  </a:lnTo>
                  <a:lnTo>
                    <a:pt x="663348" y="1086626"/>
                  </a:lnTo>
                  <a:lnTo>
                    <a:pt x="662895" y="1089568"/>
                  </a:lnTo>
                  <a:lnTo>
                    <a:pt x="662441" y="1092510"/>
                  </a:lnTo>
                  <a:lnTo>
                    <a:pt x="661761" y="1095227"/>
                  </a:lnTo>
                  <a:lnTo>
                    <a:pt x="660854" y="1097716"/>
                  </a:lnTo>
                  <a:lnTo>
                    <a:pt x="659947" y="1100432"/>
                  </a:lnTo>
                  <a:lnTo>
                    <a:pt x="659040" y="1102922"/>
                  </a:lnTo>
                  <a:lnTo>
                    <a:pt x="657679" y="1105186"/>
                  </a:lnTo>
                  <a:lnTo>
                    <a:pt x="656545" y="1107449"/>
                  </a:lnTo>
                  <a:lnTo>
                    <a:pt x="654957" y="1109486"/>
                  </a:lnTo>
                  <a:lnTo>
                    <a:pt x="653143" y="1111523"/>
                  </a:lnTo>
                  <a:lnTo>
                    <a:pt x="651556" y="1113334"/>
                  </a:lnTo>
                  <a:lnTo>
                    <a:pt x="649515" y="1115145"/>
                  </a:lnTo>
                  <a:lnTo>
                    <a:pt x="647473" y="1116729"/>
                  </a:lnTo>
                  <a:lnTo>
                    <a:pt x="645206" y="1118087"/>
                  </a:lnTo>
                  <a:lnTo>
                    <a:pt x="640670" y="1120803"/>
                  </a:lnTo>
                  <a:lnTo>
                    <a:pt x="635681" y="1123520"/>
                  </a:lnTo>
                  <a:lnTo>
                    <a:pt x="630238" y="1126009"/>
                  </a:lnTo>
                  <a:lnTo>
                    <a:pt x="625022" y="1128046"/>
                  </a:lnTo>
                  <a:lnTo>
                    <a:pt x="619125" y="1130310"/>
                  </a:lnTo>
                  <a:lnTo>
                    <a:pt x="613002" y="1132121"/>
                  </a:lnTo>
                  <a:lnTo>
                    <a:pt x="606652" y="1133705"/>
                  </a:lnTo>
                  <a:lnTo>
                    <a:pt x="600075" y="1135063"/>
                  </a:lnTo>
                  <a:lnTo>
                    <a:pt x="600075" y="1019175"/>
                  </a:lnTo>
                  <a:close/>
                  <a:moveTo>
                    <a:pt x="538162" y="779462"/>
                  </a:moveTo>
                  <a:lnTo>
                    <a:pt x="538162" y="877887"/>
                  </a:lnTo>
                  <a:lnTo>
                    <a:pt x="529967" y="875827"/>
                  </a:lnTo>
                  <a:lnTo>
                    <a:pt x="522227" y="873538"/>
                  </a:lnTo>
                  <a:lnTo>
                    <a:pt x="515398" y="870791"/>
                  </a:lnTo>
                  <a:lnTo>
                    <a:pt x="509024" y="868273"/>
                  </a:lnTo>
                  <a:lnTo>
                    <a:pt x="503333" y="865298"/>
                  </a:lnTo>
                  <a:lnTo>
                    <a:pt x="500829" y="863467"/>
                  </a:lnTo>
                  <a:lnTo>
                    <a:pt x="498553" y="861864"/>
                  </a:lnTo>
                  <a:lnTo>
                    <a:pt x="496276" y="860262"/>
                  </a:lnTo>
                  <a:lnTo>
                    <a:pt x="494227" y="858431"/>
                  </a:lnTo>
                  <a:lnTo>
                    <a:pt x="492406" y="856600"/>
                  </a:lnTo>
                  <a:lnTo>
                    <a:pt x="490813" y="854540"/>
                  </a:lnTo>
                  <a:lnTo>
                    <a:pt x="487626" y="850877"/>
                  </a:lnTo>
                  <a:lnTo>
                    <a:pt x="485122" y="846986"/>
                  </a:lnTo>
                  <a:lnTo>
                    <a:pt x="482618" y="843324"/>
                  </a:lnTo>
                  <a:lnTo>
                    <a:pt x="481024" y="839662"/>
                  </a:lnTo>
                  <a:lnTo>
                    <a:pt x="479658" y="835999"/>
                  </a:lnTo>
                  <a:lnTo>
                    <a:pt x="478520" y="832337"/>
                  </a:lnTo>
                  <a:lnTo>
                    <a:pt x="478065" y="828903"/>
                  </a:lnTo>
                  <a:lnTo>
                    <a:pt x="477837" y="825241"/>
                  </a:lnTo>
                  <a:lnTo>
                    <a:pt x="477837" y="822952"/>
                  </a:lnTo>
                  <a:lnTo>
                    <a:pt x="478065" y="820434"/>
                  </a:lnTo>
                  <a:lnTo>
                    <a:pt x="478520" y="817916"/>
                  </a:lnTo>
                  <a:lnTo>
                    <a:pt x="478975" y="815627"/>
                  </a:lnTo>
                  <a:lnTo>
                    <a:pt x="479431" y="813339"/>
                  </a:lnTo>
                  <a:lnTo>
                    <a:pt x="480341" y="810821"/>
                  </a:lnTo>
                  <a:lnTo>
                    <a:pt x="481252" y="808761"/>
                  </a:lnTo>
                  <a:lnTo>
                    <a:pt x="482162" y="806701"/>
                  </a:lnTo>
                  <a:lnTo>
                    <a:pt x="483528" y="804869"/>
                  </a:lnTo>
                  <a:lnTo>
                    <a:pt x="484894" y="802809"/>
                  </a:lnTo>
                  <a:lnTo>
                    <a:pt x="486260" y="800978"/>
                  </a:lnTo>
                  <a:lnTo>
                    <a:pt x="487853" y="799147"/>
                  </a:lnTo>
                  <a:lnTo>
                    <a:pt x="489447" y="797545"/>
                  </a:lnTo>
                  <a:lnTo>
                    <a:pt x="491496" y="795714"/>
                  </a:lnTo>
                  <a:lnTo>
                    <a:pt x="495593" y="792738"/>
                  </a:lnTo>
                  <a:lnTo>
                    <a:pt x="500146" y="789991"/>
                  </a:lnTo>
                  <a:lnTo>
                    <a:pt x="504699" y="787244"/>
                  </a:lnTo>
                  <a:lnTo>
                    <a:pt x="509935" y="785184"/>
                  </a:lnTo>
                  <a:lnTo>
                    <a:pt x="515170" y="783582"/>
                  </a:lnTo>
                  <a:lnTo>
                    <a:pt x="520634" y="781980"/>
                  </a:lnTo>
                  <a:lnTo>
                    <a:pt x="526097" y="780835"/>
                  </a:lnTo>
                  <a:lnTo>
                    <a:pt x="532016" y="779920"/>
                  </a:lnTo>
                  <a:lnTo>
                    <a:pt x="538162" y="779462"/>
                  </a:lnTo>
                  <a:close/>
                  <a:moveTo>
                    <a:pt x="538626" y="654332"/>
                  </a:moveTo>
                  <a:lnTo>
                    <a:pt x="538626" y="688810"/>
                  </a:lnTo>
                  <a:lnTo>
                    <a:pt x="530011" y="689945"/>
                  </a:lnTo>
                  <a:lnTo>
                    <a:pt x="521624" y="691079"/>
                  </a:lnTo>
                  <a:lnTo>
                    <a:pt x="513236" y="692440"/>
                  </a:lnTo>
                  <a:lnTo>
                    <a:pt x="505302" y="694028"/>
                  </a:lnTo>
                  <a:lnTo>
                    <a:pt x="497594" y="695842"/>
                  </a:lnTo>
                  <a:lnTo>
                    <a:pt x="490113" y="697657"/>
                  </a:lnTo>
                  <a:lnTo>
                    <a:pt x="482859" y="699471"/>
                  </a:lnTo>
                  <a:lnTo>
                    <a:pt x="475831" y="701740"/>
                  </a:lnTo>
                  <a:lnTo>
                    <a:pt x="469257" y="704008"/>
                  </a:lnTo>
                  <a:lnTo>
                    <a:pt x="462683" y="706276"/>
                  </a:lnTo>
                  <a:lnTo>
                    <a:pt x="456336" y="708998"/>
                  </a:lnTo>
                  <a:lnTo>
                    <a:pt x="450215" y="711720"/>
                  </a:lnTo>
                  <a:lnTo>
                    <a:pt x="444321" y="714442"/>
                  </a:lnTo>
                  <a:lnTo>
                    <a:pt x="438654" y="717618"/>
                  </a:lnTo>
                  <a:lnTo>
                    <a:pt x="433440" y="720567"/>
                  </a:lnTo>
                  <a:lnTo>
                    <a:pt x="428226" y="723969"/>
                  </a:lnTo>
                  <a:lnTo>
                    <a:pt x="423238" y="727372"/>
                  </a:lnTo>
                  <a:lnTo>
                    <a:pt x="418478" y="731001"/>
                  </a:lnTo>
                  <a:lnTo>
                    <a:pt x="413944" y="734403"/>
                  </a:lnTo>
                  <a:lnTo>
                    <a:pt x="409410" y="738033"/>
                  </a:lnTo>
                  <a:lnTo>
                    <a:pt x="405556" y="741435"/>
                  </a:lnTo>
                  <a:lnTo>
                    <a:pt x="401476" y="744837"/>
                  </a:lnTo>
                  <a:lnTo>
                    <a:pt x="397849" y="748694"/>
                  </a:lnTo>
                  <a:lnTo>
                    <a:pt x="394221" y="752323"/>
                  </a:lnTo>
                  <a:lnTo>
                    <a:pt x="391048" y="755952"/>
                  </a:lnTo>
                  <a:lnTo>
                    <a:pt x="387874" y="760035"/>
                  </a:lnTo>
                  <a:lnTo>
                    <a:pt x="384927" y="763664"/>
                  </a:lnTo>
                  <a:lnTo>
                    <a:pt x="382207" y="767520"/>
                  </a:lnTo>
                  <a:lnTo>
                    <a:pt x="379486" y="771377"/>
                  </a:lnTo>
                  <a:lnTo>
                    <a:pt x="377219" y="775460"/>
                  </a:lnTo>
                  <a:lnTo>
                    <a:pt x="375179" y="779316"/>
                  </a:lnTo>
                  <a:lnTo>
                    <a:pt x="373366" y="783399"/>
                  </a:lnTo>
                  <a:lnTo>
                    <a:pt x="369738" y="791338"/>
                  </a:lnTo>
                  <a:lnTo>
                    <a:pt x="367018" y="799277"/>
                  </a:lnTo>
                  <a:lnTo>
                    <a:pt x="364298" y="806989"/>
                  </a:lnTo>
                  <a:lnTo>
                    <a:pt x="362258" y="814701"/>
                  </a:lnTo>
                  <a:lnTo>
                    <a:pt x="360671" y="822187"/>
                  </a:lnTo>
                  <a:lnTo>
                    <a:pt x="359537" y="829672"/>
                  </a:lnTo>
                  <a:lnTo>
                    <a:pt x="358857" y="836931"/>
                  </a:lnTo>
                  <a:lnTo>
                    <a:pt x="358630" y="844189"/>
                  </a:lnTo>
                  <a:lnTo>
                    <a:pt x="358857" y="851901"/>
                  </a:lnTo>
                  <a:lnTo>
                    <a:pt x="359537" y="859614"/>
                  </a:lnTo>
                  <a:lnTo>
                    <a:pt x="360444" y="867326"/>
                  </a:lnTo>
                  <a:lnTo>
                    <a:pt x="362031" y="874811"/>
                  </a:lnTo>
                  <a:lnTo>
                    <a:pt x="363844" y="882297"/>
                  </a:lnTo>
                  <a:lnTo>
                    <a:pt x="366111" y="889782"/>
                  </a:lnTo>
                  <a:lnTo>
                    <a:pt x="368832" y="897267"/>
                  </a:lnTo>
                  <a:lnTo>
                    <a:pt x="371779" y="904526"/>
                  </a:lnTo>
                  <a:lnTo>
                    <a:pt x="373592" y="907928"/>
                  </a:lnTo>
                  <a:lnTo>
                    <a:pt x="375633" y="911558"/>
                  </a:lnTo>
                  <a:lnTo>
                    <a:pt x="377673" y="915187"/>
                  </a:lnTo>
                  <a:lnTo>
                    <a:pt x="379940" y="918816"/>
                  </a:lnTo>
                  <a:lnTo>
                    <a:pt x="382660" y="922219"/>
                  </a:lnTo>
                  <a:lnTo>
                    <a:pt x="385380" y="925848"/>
                  </a:lnTo>
                  <a:lnTo>
                    <a:pt x="388554" y="929250"/>
                  </a:lnTo>
                  <a:lnTo>
                    <a:pt x="391501" y="932880"/>
                  </a:lnTo>
                  <a:lnTo>
                    <a:pt x="395128" y="936282"/>
                  </a:lnTo>
                  <a:lnTo>
                    <a:pt x="398529" y="939685"/>
                  </a:lnTo>
                  <a:lnTo>
                    <a:pt x="402609" y="943087"/>
                  </a:lnTo>
                  <a:lnTo>
                    <a:pt x="406463" y="946489"/>
                  </a:lnTo>
                  <a:lnTo>
                    <a:pt x="410770" y="949892"/>
                  </a:lnTo>
                  <a:lnTo>
                    <a:pt x="415077" y="953294"/>
                  </a:lnTo>
                  <a:lnTo>
                    <a:pt x="424372" y="959646"/>
                  </a:lnTo>
                  <a:lnTo>
                    <a:pt x="429586" y="963048"/>
                  </a:lnTo>
                  <a:lnTo>
                    <a:pt x="434800" y="966224"/>
                  </a:lnTo>
                  <a:lnTo>
                    <a:pt x="440467" y="969626"/>
                  </a:lnTo>
                  <a:lnTo>
                    <a:pt x="446361" y="972575"/>
                  </a:lnTo>
                  <a:lnTo>
                    <a:pt x="452482" y="975751"/>
                  </a:lnTo>
                  <a:lnTo>
                    <a:pt x="459056" y="978473"/>
                  </a:lnTo>
                  <a:lnTo>
                    <a:pt x="465630" y="981421"/>
                  </a:lnTo>
                  <a:lnTo>
                    <a:pt x="472658" y="984370"/>
                  </a:lnTo>
                  <a:lnTo>
                    <a:pt x="479912" y="987092"/>
                  </a:lnTo>
                  <a:lnTo>
                    <a:pt x="487619" y="989814"/>
                  </a:lnTo>
                  <a:lnTo>
                    <a:pt x="495327" y="992309"/>
                  </a:lnTo>
                  <a:lnTo>
                    <a:pt x="503488" y="994804"/>
                  </a:lnTo>
                  <a:lnTo>
                    <a:pt x="520490" y="1000021"/>
                  </a:lnTo>
                  <a:lnTo>
                    <a:pt x="538626" y="1004785"/>
                  </a:lnTo>
                  <a:lnTo>
                    <a:pt x="538626" y="1135439"/>
                  </a:lnTo>
                  <a:lnTo>
                    <a:pt x="530918" y="1134305"/>
                  </a:lnTo>
                  <a:lnTo>
                    <a:pt x="523210" y="1133171"/>
                  </a:lnTo>
                  <a:lnTo>
                    <a:pt x="515503" y="1131583"/>
                  </a:lnTo>
                  <a:lnTo>
                    <a:pt x="507795" y="1129768"/>
                  </a:lnTo>
                  <a:lnTo>
                    <a:pt x="500088" y="1127727"/>
                  </a:lnTo>
                  <a:lnTo>
                    <a:pt x="492607" y="1125685"/>
                  </a:lnTo>
                  <a:lnTo>
                    <a:pt x="485126" y="1123417"/>
                  </a:lnTo>
                  <a:lnTo>
                    <a:pt x="477645" y="1120695"/>
                  </a:lnTo>
                  <a:lnTo>
                    <a:pt x="470164" y="1117973"/>
                  </a:lnTo>
                  <a:lnTo>
                    <a:pt x="462683" y="1115024"/>
                  </a:lnTo>
                  <a:lnTo>
                    <a:pt x="455429" y="1111849"/>
                  </a:lnTo>
                  <a:lnTo>
                    <a:pt x="448175" y="1108673"/>
                  </a:lnTo>
                  <a:lnTo>
                    <a:pt x="440920" y="1105044"/>
                  </a:lnTo>
                  <a:lnTo>
                    <a:pt x="433893" y="1101641"/>
                  </a:lnTo>
                  <a:lnTo>
                    <a:pt x="426639" y="1097785"/>
                  </a:lnTo>
                  <a:lnTo>
                    <a:pt x="419611" y="1093929"/>
                  </a:lnTo>
                  <a:lnTo>
                    <a:pt x="405783" y="1085310"/>
                  </a:lnTo>
                  <a:lnTo>
                    <a:pt x="392181" y="1076690"/>
                  </a:lnTo>
                  <a:lnTo>
                    <a:pt x="379033" y="1067617"/>
                  </a:lnTo>
                  <a:lnTo>
                    <a:pt x="366338" y="1058317"/>
                  </a:lnTo>
                  <a:lnTo>
                    <a:pt x="366338" y="1169917"/>
                  </a:lnTo>
                  <a:lnTo>
                    <a:pt x="376313" y="1175588"/>
                  </a:lnTo>
                  <a:lnTo>
                    <a:pt x="386287" y="1181032"/>
                  </a:lnTo>
                  <a:lnTo>
                    <a:pt x="396715" y="1186249"/>
                  </a:lnTo>
                  <a:lnTo>
                    <a:pt x="407370" y="1191466"/>
                  </a:lnTo>
                  <a:lnTo>
                    <a:pt x="418251" y="1196003"/>
                  </a:lnTo>
                  <a:lnTo>
                    <a:pt x="429359" y="1200539"/>
                  </a:lnTo>
                  <a:lnTo>
                    <a:pt x="440694" y="1204849"/>
                  </a:lnTo>
                  <a:lnTo>
                    <a:pt x="452255" y="1208705"/>
                  </a:lnTo>
                  <a:lnTo>
                    <a:pt x="464043" y="1212561"/>
                  </a:lnTo>
                  <a:lnTo>
                    <a:pt x="475151" y="1215964"/>
                  </a:lnTo>
                  <a:lnTo>
                    <a:pt x="486486" y="1218686"/>
                  </a:lnTo>
                  <a:lnTo>
                    <a:pt x="497367" y="1221634"/>
                  </a:lnTo>
                  <a:lnTo>
                    <a:pt x="508022" y="1223903"/>
                  </a:lnTo>
                  <a:lnTo>
                    <a:pt x="518450" y="1225944"/>
                  </a:lnTo>
                  <a:lnTo>
                    <a:pt x="528878" y="1227759"/>
                  </a:lnTo>
                  <a:lnTo>
                    <a:pt x="538626" y="1229120"/>
                  </a:lnTo>
                  <a:lnTo>
                    <a:pt x="538626" y="1297396"/>
                  </a:lnTo>
                  <a:lnTo>
                    <a:pt x="600740" y="1297396"/>
                  </a:lnTo>
                  <a:lnTo>
                    <a:pt x="600740" y="1229120"/>
                  </a:lnTo>
                  <a:lnTo>
                    <a:pt x="608674" y="1228213"/>
                  </a:lnTo>
                  <a:lnTo>
                    <a:pt x="616608" y="1227305"/>
                  </a:lnTo>
                  <a:lnTo>
                    <a:pt x="624089" y="1225944"/>
                  </a:lnTo>
                  <a:lnTo>
                    <a:pt x="631570" y="1224810"/>
                  </a:lnTo>
                  <a:lnTo>
                    <a:pt x="638824" y="1223449"/>
                  </a:lnTo>
                  <a:lnTo>
                    <a:pt x="645852" y="1221861"/>
                  </a:lnTo>
                  <a:lnTo>
                    <a:pt x="652880" y="1220273"/>
                  </a:lnTo>
                  <a:lnTo>
                    <a:pt x="659454" y="1218232"/>
                  </a:lnTo>
                  <a:lnTo>
                    <a:pt x="666028" y="1216191"/>
                  </a:lnTo>
                  <a:lnTo>
                    <a:pt x="672375" y="1214149"/>
                  </a:lnTo>
                  <a:lnTo>
                    <a:pt x="678723" y="1211881"/>
                  </a:lnTo>
                  <a:lnTo>
                    <a:pt x="684617" y="1209386"/>
                  </a:lnTo>
                  <a:lnTo>
                    <a:pt x="690284" y="1206890"/>
                  </a:lnTo>
                  <a:lnTo>
                    <a:pt x="695951" y="1203942"/>
                  </a:lnTo>
                  <a:lnTo>
                    <a:pt x="701392" y="1200993"/>
                  </a:lnTo>
                  <a:lnTo>
                    <a:pt x="706833" y="1198044"/>
                  </a:lnTo>
                  <a:lnTo>
                    <a:pt x="711593" y="1194868"/>
                  </a:lnTo>
                  <a:lnTo>
                    <a:pt x="716581" y="1191693"/>
                  </a:lnTo>
                  <a:lnTo>
                    <a:pt x="721341" y="1188290"/>
                  </a:lnTo>
                  <a:lnTo>
                    <a:pt x="725875" y="1184888"/>
                  </a:lnTo>
                  <a:lnTo>
                    <a:pt x="730182" y="1181486"/>
                  </a:lnTo>
                  <a:lnTo>
                    <a:pt x="734263" y="1178083"/>
                  </a:lnTo>
                  <a:lnTo>
                    <a:pt x="738343" y="1174227"/>
                  </a:lnTo>
                  <a:lnTo>
                    <a:pt x="742197" y="1170825"/>
                  </a:lnTo>
                  <a:lnTo>
                    <a:pt x="745824" y="1166968"/>
                  </a:lnTo>
                  <a:lnTo>
                    <a:pt x="749225" y="1163339"/>
                  </a:lnTo>
                  <a:lnTo>
                    <a:pt x="752625" y="1159256"/>
                  </a:lnTo>
                  <a:lnTo>
                    <a:pt x="755799" y="1155627"/>
                  </a:lnTo>
                  <a:lnTo>
                    <a:pt x="758746" y="1151544"/>
                  </a:lnTo>
                  <a:lnTo>
                    <a:pt x="761466" y="1147461"/>
                  </a:lnTo>
                  <a:lnTo>
                    <a:pt x="763960" y="1143378"/>
                  </a:lnTo>
                  <a:lnTo>
                    <a:pt x="766453" y="1139295"/>
                  </a:lnTo>
                  <a:lnTo>
                    <a:pt x="770760" y="1130676"/>
                  </a:lnTo>
                  <a:lnTo>
                    <a:pt x="774614" y="1122056"/>
                  </a:lnTo>
                  <a:lnTo>
                    <a:pt x="777561" y="1113436"/>
                  </a:lnTo>
                  <a:lnTo>
                    <a:pt x="778921" y="1109354"/>
                  </a:lnTo>
                  <a:lnTo>
                    <a:pt x="780055" y="1105044"/>
                  </a:lnTo>
                  <a:lnTo>
                    <a:pt x="781415" y="1100507"/>
                  </a:lnTo>
                  <a:lnTo>
                    <a:pt x="782322" y="1096424"/>
                  </a:lnTo>
                  <a:lnTo>
                    <a:pt x="783002" y="1092114"/>
                  </a:lnTo>
                  <a:lnTo>
                    <a:pt x="783682" y="1087805"/>
                  </a:lnTo>
                  <a:lnTo>
                    <a:pt x="784135" y="1083495"/>
                  </a:lnTo>
                  <a:lnTo>
                    <a:pt x="784589" y="1079185"/>
                  </a:lnTo>
                  <a:lnTo>
                    <a:pt x="784816" y="1074875"/>
                  </a:lnTo>
                  <a:lnTo>
                    <a:pt x="784816" y="1070339"/>
                  </a:lnTo>
                  <a:lnTo>
                    <a:pt x="784589" y="1061719"/>
                  </a:lnTo>
                  <a:lnTo>
                    <a:pt x="784135" y="1053326"/>
                  </a:lnTo>
                  <a:lnTo>
                    <a:pt x="783229" y="1045161"/>
                  </a:lnTo>
                  <a:lnTo>
                    <a:pt x="781869" y="1037222"/>
                  </a:lnTo>
                  <a:lnTo>
                    <a:pt x="779828" y="1029509"/>
                  </a:lnTo>
                  <a:lnTo>
                    <a:pt x="777788" y="1022251"/>
                  </a:lnTo>
                  <a:lnTo>
                    <a:pt x="775294" y="1014992"/>
                  </a:lnTo>
                  <a:lnTo>
                    <a:pt x="772347" y="1007960"/>
                  </a:lnTo>
                  <a:lnTo>
                    <a:pt x="769174" y="1001156"/>
                  </a:lnTo>
                  <a:lnTo>
                    <a:pt x="765320" y="994577"/>
                  </a:lnTo>
                  <a:lnTo>
                    <a:pt x="761466" y="988226"/>
                  </a:lnTo>
                  <a:lnTo>
                    <a:pt x="756705" y="982329"/>
                  </a:lnTo>
                  <a:lnTo>
                    <a:pt x="752172" y="976431"/>
                  </a:lnTo>
                  <a:lnTo>
                    <a:pt x="746731" y="970987"/>
                  </a:lnTo>
                  <a:lnTo>
                    <a:pt x="741064" y="965543"/>
                  </a:lnTo>
                  <a:lnTo>
                    <a:pt x="734943" y="960553"/>
                  </a:lnTo>
                  <a:lnTo>
                    <a:pt x="728822" y="955563"/>
                  </a:lnTo>
                  <a:lnTo>
                    <a:pt x="722248" y="950572"/>
                  </a:lnTo>
                  <a:lnTo>
                    <a:pt x="715220" y="946036"/>
                  </a:lnTo>
                  <a:lnTo>
                    <a:pt x="708193" y="941272"/>
                  </a:lnTo>
                  <a:lnTo>
                    <a:pt x="700712" y="936509"/>
                  </a:lnTo>
                  <a:lnTo>
                    <a:pt x="693004" y="932199"/>
                  </a:lnTo>
                  <a:lnTo>
                    <a:pt x="685070" y="927889"/>
                  </a:lnTo>
                  <a:lnTo>
                    <a:pt x="676456" y="923806"/>
                  </a:lnTo>
                  <a:lnTo>
                    <a:pt x="668068" y="919497"/>
                  </a:lnTo>
                  <a:lnTo>
                    <a:pt x="659227" y="915641"/>
                  </a:lnTo>
                  <a:lnTo>
                    <a:pt x="650159" y="911558"/>
                  </a:lnTo>
                  <a:lnTo>
                    <a:pt x="641091" y="907475"/>
                  </a:lnTo>
                  <a:lnTo>
                    <a:pt x="631117" y="903845"/>
                  </a:lnTo>
                  <a:lnTo>
                    <a:pt x="621369" y="899989"/>
                  </a:lnTo>
                  <a:lnTo>
                    <a:pt x="611394" y="896587"/>
                  </a:lnTo>
                  <a:lnTo>
                    <a:pt x="600740" y="892958"/>
                  </a:lnTo>
                  <a:lnTo>
                    <a:pt x="600740" y="785894"/>
                  </a:lnTo>
                  <a:lnTo>
                    <a:pt x="612755" y="788616"/>
                  </a:lnTo>
                  <a:lnTo>
                    <a:pt x="624543" y="792018"/>
                  </a:lnTo>
                  <a:lnTo>
                    <a:pt x="636331" y="795421"/>
                  </a:lnTo>
                  <a:lnTo>
                    <a:pt x="647892" y="799504"/>
                  </a:lnTo>
                  <a:lnTo>
                    <a:pt x="659227" y="803813"/>
                  </a:lnTo>
                  <a:lnTo>
                    <a:pt x="670562" y="808577"/>
                  </a:lnTo>
                  <a:lnTo>
                    <a:pt x="681443" y="813794"/>
                  </a:lnTo>
                  <a:lnTo>
                    <a:pt x="692324" y="819465"/>
                  </a:lnTo>
                  <a:lnTo>
                    <a:pt x="702752" y="824909"/>
                  </a:lnTo>
                  <a:lnTo>
                    <a:pt x="712727" y="830806"/>
                  </a:lnTo>
                  <a:lnTo>
                    <a:pt x="722475" y="836477"/>
                  </a:lnTo>
                  <a:lnTo>
                    <a:pt x="731542" y="842148"/>
                  </a:lnTo>
                  <a:lnTo>
                    <a:pt x="740157" y="847592"/>
                  </a:lnTo>
                  <a:lnTo>
                    <a:pt x="748318" y="853262"/>
                  </a:lnTo>
                  <a:lnTo>
                    <a:pt x="756025" y="858933"/>
                  </a:lnTo>
                  <a:lnTo>
                    <a:pt x="763280" y="864604"/>
                  </a:lnTo>
                  <a:lnTo>
                    <a:pt x="763280" y="748240"/>
                  </a:lnTo>
                  <a:lnTo>
                    <a:pt x="752625" y="741889"/>
                  </a:lnTo>
                  <a:lnTo>
                    <a:pt x="741744" y="735764"/>
                  </a:lnTo>
                  <a:lnTo>
                    <a:pt x="731316" y="730547"/>
                  </a:lnTo>
                  <a:lnTo>
                    <a:pt x="720888" y="725103"/>
                  </a:lnTo>
                  <a:lnTo>
                    <a:pt x="710913" y="720340"/>
                  </a:lnTo>
                  <a:lnTo>
                    <a:pt x="701165" y="716030"/>
                  </a:lnTo>
                  <a:lnTo>
                    <a:pt x="691644" y="711720"/>
                  </a:lnTo>
                  <a:lnTo>
                    <a:pt x="682123" y="708318"/>
                  </a:lnTo>
                  <a:lnTo>
                    <a:pt x="672602" y="704689"/>
                  </a:lnTo>
                  <a:lnTo>
                    <a:pt x="663081" y="701740"/>
                  </a:lnTo>
                  <a:lnTo>
                    <a:pt x="653106" y="698791"/>
                  </a:lnTo>
                  <a:lnTo>
                    <a:pt x="643132" y="696296"/>
                  </a:lnTo>
                  <a:lnTo>
                    <a:pt x="632930" y="694254"/>
                  </a:lnTo>
                  <a:lnTo>
                    <a:pt x="622276" y="691986"/>
                  </a:lnTo>
                  <a:lnTo>
                    <a:pt x="611848" y="690171"/>
                  </a:lnTo>
                  <a:lnTo>
                    <a:pt x="600740" y="688810"/>
                  </a:lnTo>
                  <a:lnTo>
                    <a:pt x="600740" y="654332"/>
                  </a:lnTo>
                  <a:lnTo>
                    <a:pt x="538626" y="654332"/>
                  </a:lnTo>
                  <a:close/>
                  <a:moveTo>
                    <a:pt x="549280" y="371475"/>
                  </a:moveTo>
                  <a:lnTo>
                    <a:pt x="564015" y="371475"/>
                  </a:lnTo>
                  <a:lnTo>
                    <a:pt x="577844" y="371475"/>
                  </a:lnTo>
                  <a:lnTo>
                    <a:pt x="591219" y="371929"/>
                  </a:lnTo>
                  <a:lnTo>
                    <a:pt x="604594" y="372609"/>
                  </a:lnTo>
                  <a:lnTo>
                    <a:pt x="617515" y="373743"/>
                  </a:lnTo>
                  <a:lnTo>
                    <a:pt x="630210" y="375104"/>
                  </a:lnTo>
                  <a:lnTo>
                    <a:pt x="642905" y="376692"/>
                  </a:lnTo>
                  <a:lnTo>
                    <a:pt x="655373" y="378507"/>
                  </a:lnTo>
                  <a:lnTo>
                    <a:pt x="667388" y="380775"/>
                  </a:lnTo>
                  <a:lnTo>
                    <a:pt x="679403" y="383497"/>
                  </a:lnTo>
                  <a:lnTo>
                    <a:pt x="691191" y="386219"/>
                  </a:lnTo>
                  <a:lnTo>
                    <a:pt x="702752" y="389168"/>
                  </a:lnTo>
                  <a:lnTo>
                    <a:pt x="714314" y="392797"/>
                  </a:lnTo>
                  <a:lnTo>
                    <a:pt x="725422" y="396426"/>
                  </a:lnTo>
                  <a:lnTo>
                    <a:pt x="736530" y="400509"/>
                  </a:lnTo>
                  <a:lnTo>
                    <a:pt x="747184" y="405046"/>
                  </a:lnTo>
                  <a:lnTo>
                    <a:pt x="757839" y="409582"/>
                  </a:lnTo>
                  <a:lnTo>
                    <a:pt x="768267" y="414573"/>
                  </a:lnTo>
                  <a:lnTo>
                    <a:pt x="778468" y="420017"/>
                  </a:lnTo>
                  <a:lnTo>
                    <a:pt x="788669" y="425461"/>
                  </a:lnTo>
                  <a:lnTo>
                    <a:pt x="798644" y="431358"/>
                  </a:lnTo>
                  <a:lnTo>
                    <a:pt x="808392" y="437709"/>
                  </a:lnTo>
                  <a:lnTo>
                    <a:pt x="818140" y="444288"/>
                  </a:lnTo>
                  <a:lnTo>
                    <a:pt x="827434" y="451092"/>
                  </a:lnTo>
                  <a:lnTo>
                    <a:pt x="836729" y="458351"/>
                  </a:lnTo>
                  <a:lnTo>
                    <a:pt x="845796" y="466063"/>
                  </a:lnTo>
                  <a:lnTo>
                    <a:pt x="854864" y="473775"/>
                  </a:lnTo>
                  <a:lnTo>
                    <a:pt x="863705" y="481941"/>
                  </a:lnTo>
                  <a:lnTo>
                    <a:pt x="872319" y="490561"/>
                  </a:lnTo>
                  <a:lnTo>
                    <a:pt x="880934" y="499407"/>
                  </a:lnTo>
                  <a:lnTo>
                    <a:pt x="889095" y="508707"/>
                  </a:lnTo>
                  <a:lnTo>
                    <a:pt x="897483" y="518234"/>
                  </a:lnTo>
                  <a:lnTo>
                    <a:pt x="905417" y="527988"/>
                  </a:lnTo>
                  <a:lnTo>
                    <a:pt x="913351" y="538422"/>
                  </a:lnTo>
                  <a:lnTo>
                    <a:pt x="921512" y="548856"/>
                  </a:lnTo>
                  <a:lnTo>
                    <a:pt x="929220" y="559744"/>
                  </a:lnTo>
                  <a:lnTo>
                    <a:pt x="936701" y="571086"/>
                  </a:lnTo>
                  <a:lnTo>
                    <a:pt x="944182" y="582654"/>
                  </a:lnTo>
                  <a:lnTo>
                    <a:pt x="951436" y="594449"/>
                  </a:lnTo>
                  <a:lnTo>
                    <a:pt x="958690" y="606925"/>
                  </a:lnTo>
                  <a:lnTo>
                    <a:pt x="965944" y="619627"/>
                  </a:lnTo>
                  <a:lnTo>
                    <a:pt x="972745" y="632330"/>
                  </a:lnTo>
                  <a:lnTo>
                    <a:pt x="979546" y="645713"/>
                  </a:lnTo>
                  <a:lnTo>
                    <a:pt x="986347" y="659549"/>
                  </a:lnTo>
                  <a:lnTo>
                    <a:pt x="993148" y="673613"/>
                  </a:lnTo>
                  <a:lnTo>
                    <a:pt x="999722" y="687903"/>
                  </a:lnTo>
                  <a:lnTo>
                    <a:pt x="1006069" y="702647"/>
                  </a:lnTo>
                  <a:lnTo>
                    <a:pt x="1012643" y="717845"/>
                  </a:lnTo>
                  <a:lnTo>
                    <a:pt x="1018991" y="733269"/>
                  </a:lnTo>
                  <a:lnTo>
                    <a:pt x="1025111" y="748920"/>
                  </a:lnTo>
                  <a:lnTo>
                    <a:pt x="1031005" y="765252"/>
                  </a:lnTo>
                  <a:lnTo>
                    <a:pt x="1037126" y="781584"/>
                  </a:lnTo>
                  <a:lnTo>
                    <a:pt x="1043247" y="798823"/>
                  </a:lnTo>
                  <a:lnTo>
                    <a:pt x="1049141" y="816062"/>
                  </a:lnTo>
                  <a:lnTo>
                    <a:pt x="1054808" y="833528"/>
                  </a:lnTo>
                  <a:lnTo>
                    <a:pt x="1060476" y="851674"/>
                  </a:lnTo>
                  <a:lnTo>
                    <a:pt x="1066143" y="870048"/>
                  </a:lnTo>
                  <a:lnTo>
                    <a:pt x="1071810" y="888875"/>
                  </a:lnTo>
                  <a:lnTo>
                    <a:pt x="1077478" y="907928"/>
                  </a:lnTo>
                  <a:lnTo>
                    <a:pt x="1082692" y="927436"/>
                  </a:lnTo>
                  <a:lnTo>
                    <a:pt x="1088132" y="947624"/>
                  </a:lnTo>
                  <a:lnTo>
                    <a:pt x="1093573" y="967812"/>
                  </a:lnTo>
                  <a:lnTo>
                    <a:pt x="1098787" y="988453"/>
                  </a:lnTo>
                  <a:lnTo>
                    <a:pt x="1109215" y="1030870"/>
                  </a:lnTo>
                  <a:lnTo>
                    <a:pt x="1112615" y="1046522"/>
                  </a:lnTo>
                  <a:lnTo>
                    <a:pt x="1115789" y="1061946"/>
                  </a:lnTo>
                  <a:lnTo>
                    <a:pt x="1118056" y="1076917"/>
                  </a:lnTo>
                  <a:lnTo>
                    <a:pt x="1119870" y="1091888"/>
                  </a:lnTo>
                  <a:lnTo>
                    <a:pt x="1121456" y="1106405"/>
                  </a:lnTo>
                  <a:lnTo>
                    <a:pt x="1122136" y="1120922"/>
                  </a:lnTo>
                  <a:lnTo>
                    <a:pt x="1122363" y="1134985"/>
                  </a:lnTo>
                  <a:lnTo>
                    <a:pt x="1122136" y="1148822"/>
                  </a:lnTo>
                  <a:lnTo>
                    <a:pt x="1121456" y="1162659"/>
                  </a:lnTo>
                  <a:lnTo>
                    <a:pt x="1120096" y="1176042"/>
                  </a:lnTo>
                  <a:lnTo>
                    <a:pt x="1118509" y="1188971"/>
                  </a:lnTo>
                  <a:lnTo>
                    <a:pt x="1116469" y="1201900"/>
                  </a:lnTo>
                  <a:lnTo>
                    <a:pt x="1113749" y="1214603"/>
                  </a:lnTo>
                  <a:lnTo>
                    <a:pt x="1110575" y="1227078"/>
                  </a:lnTo>
                  <a:lnTo>
                    <a:pt x="1107175" y="1239100"/>
                  </a:lnTo>
                  <a:lnTo>
                    <a:pt x="1103321" y="1250896"/>
                  </a:lnTo>
                  <a:lnTo>
                    <a:pt x="1098787" y="1262464"/>
                  </a:lnTo>
                  <a:lnTo>
                    <a:pt x="1094026" y="1274032"/>
                  </a:lnTo>
                  <a:lnTo>
                    <a:pt x="1088812" y="1284920"/>
                  </a:lnTo>
                  <a:lnTo>
                    <a:pt x="1083145" y="1296035"/>
                  </a:lnTo>
                  <a:lnTo>
                    <a:pt x="1077251" y="1306469"/>
                  </a:lnTo>
                  <a:lnTo>
                    <a:pt x="1070904" y="1317130"/>
                  </a:lnTo>
                  <a:lnTo>
                    <a:pt x="1064103" y="1327110"/>
                  </a:lnTo>
                  <a:lnTo>
                    <a:pt x="1056849" y="1336864"/>
                  </a:lnTo>
                  <a:lnTo>
                    <a:pt x="1049368" y="1346845"/>
                  </a:lnTo>
                  <a:lnTo>
                    <a:pt x="1041660" y="1356145"/>
                  </a:lnTo>
                  <a:lnTo>
                    <a:pt x="1033499" y="1365218"/>
                  </a:lnTo>
                  <a:lnTo>
                    <a:pt x="1024658" y="1374064"/>
                  </a:lnTo>
                  <a:lnTo>
                    <a:pt x="1015817" y="1382911"/>
                  </a:lnTo>
                  <a:lnTo>
                    <a:pt x="1006749" y="1391303"/>
                  </a:lnTo>
                  <a:lnTo>
                    <a:pt x="997228" y="1399469"/>
                  </a:lnTo>
                  <a:lnTo>
                    <a:pt x="987253" y="1407408"/>
                  </a:lnTo>
                  <a:lnTo>
                    <a:pt x="977279" y="1415121"/>
                  </a:lnTo>
                  <a:lnTo>
                    <a:pt x="967078" y="1422606"/>
                  </a:lnTo>
                  <a:lnTo>
                    <a:pt x="956196" y="1429638"/>
                  </a:lnTo>
                  <a:lnTo>
                    <a:pt x="945315" y="1436669"/>
                  </a:lnTo>
                  <a:lnTo>
                    <a:pt x="934207" y="1443474"/>
                  </a:lnTo>
                  <a:lnTo>
                    <a:pt x="922872" y="1449826"/>
                  </a:lnTo>
                  <a:lnTo>
                    <a:pt x="911084" y="1455950"/>
                  </a:lnTo>
                  <a:lnTo>
                    <a:pt x="899296" y="1461848"/>
                  </a:lnTo>
                  <a:lnTo>
                    <a:pt x="887055" y="1467745"/>
                  </a:lnTo>
                  <a:lnTo>
                    <a:pt x="874586" y="1473189"/>
                  </a:lnTo>
                  <a:lnTo>
                    <a:pt x="862118" y="1478179"/>
                  </a:lnTo>
                  <a:lnTo>
                    <a:pt x="849197" y="1483396"/>
                  </a:lnTo>
                  <a:lnTo>
                    <a:pt x="836275" y="1488160"/>
                  </a:lnTo>
                  <a:lnTo>
                    <a:pt x="823127" y="1492470"/>
                  </a:lnTo>
                  <a:lnTo>
                    <a:pt x="809752" y="1496779"/>
                  </a:lnTo>
                  <a:lnTo>
                    <a:pt x="796377" y="1500862"/>
                  </a:lnTo>
                  <a:lnTo>
                    <a:pt x="782549" y="1504492"/>
                  </a:lnTo>
                  <a:lnTo>
                    <a:pt x="768720" y="1508348"/>
                  </a:lnTo>
                  <a:lnTo>
                    <a:pt x="754892" y="1511523"/>
                  </a:lnTo>
                  <a:lnTo>
                    <a:pt x="740610" y="1514472"/>
                  </a:lnTo>
                  <a:lnTo>
                    <a:pt x="726555" y="1517194"/>
                  </a:lnTo>
                  <a:lnTo>
                    <a:pt x="712047" y="1519689"/>
                  </a:lnTo>
                  <a:lnTo>
                    <a:pt x="697538" y="1521958"/>
                  </a:lnTo>
                  <a:lnTo>
                    <a:pt x="683030" y="1524226"/>
                  </a:lnTo>
                  <a:lnTo>
                    <a:pt x="668521" y="1526040"/>
                  </a:lnTo>
                  <a:lnTo>
                    <a:pt x="653786" y="1527401"/>
                  </a:lnTo>
                  <a:lnTo>
                    <a:pt x="638824" y="1528762"/>
                  </a:lnTo>
                  <a:lnTo>
                    <a:pt x="624089" y="1529897"/>
                  </a:lnTo>
                  <a:lnTo>
                    <a:pt x="609128" y="1530804"/>
                  </a:lnTo>
                  <a:lnTo>
                    <a:pt x="594166" y="1531484"/>
                  </a:lnTo>
                  <a:lnTo>
                    <a:pt x="579204" y="1531938"/>
                  </a:lnTo>
                  <a:lnTo>
                    <a:pt x="564015" y="1531938"/>
                  </a:lnTo>
                  <a:lnTo>
                    <a:pt x="549054" y="1531938"/>
                  </a:lnTo>
                  <a:lnTo>
                    <a:pt x="533865" y="1531484"/>
                  </a:lnTo>
                  <a:lnTo>
                    <a:pt x="518903" y="1530804"/>
                  </a:lnTo>
                  <a:lnTo>
                    <a:pt x="503941" y="1529670"/>
                  </a:lnTo>
                  <a:lnTo>
                    <a:pt x="488980" y="1528309"/>
                  </a:lnTo>
                  <a:lnTo>
                    <a:pt x="474018" y="1526948"/>
                  </a:lnTo>
                  <a:lnTo>
                    <a:pt x="459056" y="1525133"/>
                  </a:lnTo>
                  <a:lnTo>
                    <a:pt x="444321" y="1523319"/>
                  </a:lnTo>
                  <a:lnTo>
                    <a:pt x="429359" y="1520823"/>
                  </a:lnTo>
                  <a:lnTo>
                    <a:pt x="414851" y="1518328"/>
                  </a:lnTo>
                  <a:lnTo>
                    <a:pt x="400115" y="1515606"/>
                  </a:lnTo>
                  <a:lnTo>
                    <a:pt x="385607" y="1512204"/>
                  </a:lnTo>
                  <a:lnTo>
                    <a:pt x="371325" y="1509028"/>
                  </a:lnTo>
                  <a:lnTo>
                    <a:pt x="357044" y="1505172"/>
                  </a:lnTo>
                  <a:lnTo>
                    <a:pt x="342989" y="1501543"/>
                  </a:lnTo>
                  <a:lnTo>
                    <a:pt x="329160" y="1497233"/>
                  </a:lnTo>
                  <a:lnTo>
                    <a:pt x="315332" y="1492696"/>
                  </a:lnTo>
                  <a:lnTo>
                    <a:pt x="301730" y="1488160"/>
                  </a:lnTo>
                  <a:lnTo>
                    <a:pt x="288129" y="1483170"/>
                  </a:lnTo>
                  <a:lnTo>
                    <a:pt x="274754" y="1477952"/>
                  </a:lnTo>
                  <a:lnTo>
                    <a:pt x="261832" y="1472735"/>
                  </a:lnTo>
                  <a:lnTo>
                    <a:pt x="248910" y="1466838"/>
                  </a:lnTo>
                  <a:lnTo>
                    <a:pt x="235988" y="1460940"/>
                  </a:lnTo>
                  <a:lnTo>
                    <a:pt x="223520" y="1454816"/>
                  </a:lnTo>
                  <a:lnTo>
                    <a:pt x="211505" y="1448238"/>
                  </a:lnTo>
                  <a:lnTo>
                    <a:pt x="199264" y="1441660"/>
                  </a:lnTo>
                  <a:lnTo>
                    <a:pt x="187703" y="1434855"/>
                  </a:lnTo>
                  <a:lnTo>
                    <a:pt x="176141" y="1427596"/>
                  </a:lnTo>
                  <a:lnTo>
                    <a:pt x="164806" y="1420111"/>
                  </a:lnTo>
                  <a:lnTo>
                    <a:pt x="153925" y="1412399"/>
                  </a:lnTo>
                  <a:lnTo>
                    <a:pt x="143497" y="1404233"/>
                  </a:lnTo>
                  <a:lnTo>
                    <a:pt x="132843" y="1396067"/>
                  </a:lnTo>
                  <a:lnTo>
                    <a:pt x="122868" y="1387674"/>
                  </a:lnTo>
                  <a:lnTo>
                    <a:pt x="113120" y="1379055"/>
                  </a:lnTo>
                  <a:lnTo>
                    <a:pt x="103826" y="1370208"/>
                  </a:lnTo>
                  <a:lnTo>
                    <a:pt x="94758" y="1361135"/>
                  </a:lnTo>
                  <a:lnTo>
                    <a:pt x="86144" y="1351608"/>
                  </a:lnTo>
                  <a:lnTo>
                    <a:pt x="77756" y="1342081"/>
                  </a:lnTo>
                  <a:lnTo>
                    <a:pt x="69822" y="1332328"/>
                  </a:lnTo>
                  <a:lnTo>
                    <a:pt x="62341" y="1322120"/>
                  </a:lnTo>
                  <a:lnTo>
                    <a:pt x="55086" y="1311913"/>
                  </a:lnTo>
                  <a:lnTo>
                    <a:pt x="48286" y="1301479"/>
                  </a:lnTo>
                  <a:lnTo>
                    <a:pt x="41711" y="1290591"/>
                  </a:lnTo>
                  <a:lnTo>
                    <a:pt x="35817" y="1279703"/>
                  </a:lnTo>
                  <a:lnTo>
                    <a:pt x="30150" y="1268361"/>
                  </a:lnTo>
                  <a:lnTo>
                    <a:pt x="25163" y="1257020"/>
                  </a:lnTo>
                  <a:lnTo>
                    <a:pt x="20402" y="1245225"/>
                  </a:lnTo>
                  <a:lnTo>
                    <a:pt x="16095" y="1233203"/>
                  </a:lnTo>
                  <a:lnTo>
                    <a:pt x="12468" y="1221181"/>
                  </a:lnTo>
                  <a:lnTo>
                    <a:pt x="9068" y="1208932"/>
                  </a:lnTo>
                  <a:lnTo>
                    <a:pt x="6347" y="1196229"/>
                  </a:lnTo>
                  <a:lnTo>
                    <a:pt x="4080" y="1183527"/>
                  </a:lnTo>
                  <a:lnTo>
                    <a:pt x="2493" y="1170371"/>
                  </a:lnTo>
                  <a:lnTo>
                    <a:pt x="907" y="1157215"/>
                  </a:lnTo>
                  <a:lnTo>
                    <a:pt x="226" y="1143605"/>
                  </a:lnTo>
                  <a:lnTo>
                    <a:pt x="0" y="1129995"/>
                  </a:lnTo>
                  <a:lnTo>
                    <a:pt x="453" y="1116158"/>
                  </a:lnTo>
                  <a:lnTo>
                    <a:pt x="1133" y="1102095"/>
                  </a:lnTo>
                  <a:lnTo>
                    <a:pt x="2947" y="1087805"/>
                  </a:lnTo>
                  <a:lnTo>
                    <a:pt x="4760" y="1073288"/>
                  </a:lnTo>
                  <a:lnTo>
                    <a:pt x="7481" y="1058544"/>
                  </a:lnTo>
                  <a:lnTo>
                    <a:pt x="10654" y="1043573"/>
                  </a:lnTo>
                  <a:lnTo>
                    <a:pt x="14508" y="1028375"/>
                  </a:lnTo>
                  <a:lnTo>
                    <a:pt x="19042" y="1012951"/>
                  </a:lnTo>
                  <a:lnTo>
                    <a:pt x="29697" y="978473"/>
                  </a:lnTo>
                  <a:lnTo>
                    <a:pt x="40578" y="944448"/>
                  </a:lnTo>
                  <a:lnTo>
                    <a:pt x="51233" y="911104"/>
                  </a:lnTo>
                  <a:lnTo>
                    <a:pt x="62114" y="878667"/>
                  </a:lnTo>
                  <a:lnTo>
                    <a:pt x="73222" y="846684"/>
                  </a:lnTo>
                  <a:lnTo>
                    <a:pt x="84557" y="815608"/>
                  </a:lnTo>
                  <a:lnTo>
                    <a:pt x="95891" y="785213"/>
                  </a:lnTo>
                  <a:lnTo>
                    <a:pt x="101785" y="770469"/>
                  </a:lnTo>
                  <a:lnTo>
                    <a:pt x="107679" y="755725"/>
                  </a:lnTo>
                  <a:lnTo>
                    <a:pt x="113574" y="741435"/>
                  </a:lnTo>
                  <a:lnTo>
                    <a:pt x="119468" y="727145"/>
                  </a:lnTo>
                  <a:lnTo>
                    <a:pt x="125588" y="713081"/>
                  </a:lnTo>
                  <a:lnTo>
                    <a:pt x="131936" y="699245"/>
                  </a:lnTo>
                  <a:lnTo>
                    <a:pt x="138283" y="685635"/>
                  </a:lnTo>
                  <a:lnTo>
                    <a:pt x="144631" y="672479"/>
                  </a:lnTo>
                  <a:lnTo>
                    <a:pt x="151205" y="659322"/>
                  </a:lnTo>
                  <a:lnTo>
                    <a:pt x="157552" y="646393"/>
                  </a:lnTo>
                  <a:lnTo>
                    <a:pt x="164353" y="633691"/>
                  </a:lnTo>
                  <a:lnTo>
                    <a:pt x="171381" y="621669"/>
                  </a:lnTo>
                  <a:lnTo>
                    <a:pt x="178181" y="609420"/>
                  </a:lnTo>
                  <a:lnTo>
                    <a:pt x="185436" y="597625"/>
                  </a:lnTo>
                  <a:lnTo>
                    <a:pt x="192463" y="585830"/>
                  </a:lnTo>
                  <a:lnTo>
                    <a:pt x="199944" y="574488"/>
                  </a:lnTo>
                  <a:lnTo>
                    <a:pt x="207425" y="563600"/>
                  </a:lnTo>
                  <a:lnTo>
                    <a:pt x="215133" y="552712"/>
                  </a:lnTo>
                  <a:lnTo>
                    <a:pt x="222840" y="542051"/>
                  </a:lnTo>
                  <a:lnTo>
                    <a:pt x="230774" y="531844"/>
                  </a:lnTo>
                  <a:lnTo>
                    <a:pt x="238935" y="521863"/>
                  </a:lnTo>
                  <a:lnTo>
                    <a:pt x="247324" y="512110"/>
                  </a:lnTo>
                  <a:lnTo>
                    <a:pt x="255711" y="502810"/>
                  </a:lnTo>
                  <a:lnTo>
                    <a:pt x="264326" y="493736"/>
                  </a:lnTo>
                  <a:lnTo>
                    <a:pt x="272940" y="484663"/>
                  </a:lnTo>
                  <a:lnTo>
                    <a:pt x="282008" y="476271"/>
                  </a:lnTo>
                  <a:lnTo>
                    <a:pt x="291076" y="468105"/>
                  </a:lnTo>
                  <a:lnTo>
                    <a:pt x="300597" y="460166"/>
                  </a:lnTo>
                  <a:lnTo>
                    <a:pt x="310118" y="452453"/>
                  </a:lnTo>
                  <a:lnTo>
                    <a:pt x="319639" y="445195"/>
                  </a:lnTo>
                  <a:lnTo>
                    <a:pt x="329840" y="438163"/>
                  </a:lnTo>
                  <a:lnTo>
                    <a:pt x="339815" y="431585"/>
                  </a:lnTo>
                  <a:lnTo>
                    <a:pt x="350243" y="425234"/>
                  </a:lnTo>
                  <a:lnTo>
                    <a:pt x="360897" y="419336"/>
                  </a:lnTo>
                  <a:lnTo>
                    <a:pt x="371552" y="413665"/>
                  </a:lnTo>
                  <a:lnTo>
                    <a:pt x="382660" y="408222"/>
                  </a:lnTo>
                  <a:lnTo>
                    <a:pt x="393995" y="403231"/>
                  </a:lnTo>
                  <a:lnTo>
                    <a:pt x="405556" y="398695"/>
                  </a:lnTo>
                  <a:lnTo>
                    <a:pt x="417344" y="394385"/>
                  </a:lnTo>
                  <a:lnTo>
                    <a:pt x="429359" y="390529"/>
                  </a:lnTo>
                  <a:lnTo>
                    <a:pt x="441601" y="386899"/>
                  </a:lnTo>
                  <a:lnTo>
                    <a:pt x="454069" y="383724"/>
                  </a:lnTo>
                  <a:lnTo>
                    <a:pt x="466764" y="380775"/>
                  </a:lnTo>
                  <a:lnTo>
                    <a:pt x="479912" y="378280"/>
                  </a:lnTo>
                  <a:lnTo>
                    <a:pt x="493287" y="376238"/>
                  </a:lnTo>
                  <a:lnTo>
                    <a:pt x="506888" y="374424"/>
                  </a:lnTo>
                  <a:lnTo>
                    <a:pt x="520717" y="373063"/>
                  </a:lnTo>
                  <a:lnTo>
                    <a:pt x="534772" y="372156"/>
                  </a:lnTo>
                  <a:lnTo>
                    <a:pt x="549280" y="371475"/>
                  </a:lnTo>
                  <a:close/>
                  <a:moveTo>
                    <a:pt x="455387" y="0"/>
                  </a:moveTo>
                  <a:lnTo>
                    <a:pt x="463542" y="227"/>
                  </a:lnTo>
                  <a:lnTo>
                    <a:pt x="471471" y="682"/>
                  </a:lnTo>
                  <a:lnTo>
                    <a:pt x="479174" y="1591"/>
                  </a:lnTo>
                  <a:lnTo>
                    <a:pt x="486423" y="2500"/>
                  </a:lnTo>
                  <a:lnTo>
                    <a:pt x="493446" y="3863"/>
                  </a:lnTo>
                  <a:lnTo>
                    <a:pt x="500242" y="5681"/>
                  </a:lnTo>
                  <a:lnTo>
                    <a:pt x="506812" y="7499"/>
                  </a:lnTo>
                  <a:lnTo>
                    <a:pt x="512702" y="9317"/>
                  </a:lnTo>
                  <a:lnTo>
                    <a:pt x="518592" y="11362"/>
                  </a:lnTo>
                  <a:lnTo>
                    <a:pt x="524256" y="13861"/>
                  </a:lnTo>
                  <a:lnTo>
                    <a:pt x="529466" y="16361"/>
                  </a:lnTo>
                  <a:lnTo>
                    <a:pt x="534450" y="18861"/>
                  </a:lnTo>
                  <a:lnTo>
                    <a:pt x="539207" y="21587"/>
                  </a:lnTo>
                  <a:lnTo>
                    <a:pt x="543738" y="24314"/>
                  </a:lnTo>
                  <a:lnTo>
                    <a:pt x="547816" y="27268"/>
                  </a:lnTo>
                  <a:lnTo>
                    <a:pt x="551894" y="29995"/>
                  </a:lnTo>
                  <a:lnTo>
                    <a:pt x="555292" y="32722"/>
                  </a:lnTo>
                  <a:lnTo>
                    <a:pt x="558916" y="35676"/>
                  </a:lnTo>
                  <a:lnTo>
                    <a:pt x="564807" y="40903"/>
                  </a:lnTo>
                  <a:lnTo>
                    <a:pt x="569790" y="45902"/>
                  </a:lnTo>
                  <a:lnTo>
                    <a:pt x="574095" y="50674"/>
                  </a:lnTo>
                  <a:lnTo>
                    <a:pt x="577040" y="54310"/>
                  </a:lnTo>
                  <a:lnTo>
                    <a:pt x="579079" y="57491"/>
                  </a:lnTo>
                  <a:lnTo>
                    <a:pt x="581118" y="59990"/>
                  </a:lnTo>
                  <a:lnTo>
                    <a:pt x="590406" y="51810"/>
                  </a:lnTo>
                  <a:lnTo>
                    <a:pt x="599467" y="44311"/>
                  </a:lnTo>
                  <a:lnTo>
                    <a:pt x="608076" y="37494"/>
                  </a:lnTo>
                  <a:lnTo>
                    <a:pt x="616685" y="31359"/>
                  </a:lnTo>
                  <a:lnTo>
                    <a:pt x="625293" y="25905"/>
                  </a:lnTo>
                  <a:lnTo>
                    <a:pt x="633449" y="21360"/>
                  </a:lnTo>
                  <a:lnTo>
                    <a:pt x="641151" y="17043"/>
                  </a:lnTo>
                  <a:lnTo>
                    <a:pt x="648854" y="13407"/>
                  </a:lnTo>
                  <a:lnTo>
                    <a:pt x="656103" y="10226"/>
                  </a:lnTo>
                  <a:lnTo>
                    <a:pt x="663126" y="7499"/>
                  </a:lnTo>
                  <a:lnTo>
                    <a:pt x="669922" y="5454"/>
                  </a:lnTo>
                  <a:lnTo>
                    <a:pt x="676492" y="3409"/>
                  </a:lnTo>
                  <a:lnTo>
                    <a:pt x="682608" y="2272"/>
                  </a:lnTo>
                  <a:lnTo>
                    <a:pt x="688498" y="1136"/>
                  </a:lnTo>
                  <a:lnTo>
                    <a:pt x="694162" y="454"/>
                  </a:lnTo>
                  <a:lnTo>
                    <a:pt x="699599" y="227"/>
                  </a:lnTo>
                  <a:lnTo>
                    <a:pt x="704583" y="0"/>
                  </a:lnTo>
                  <a:lnTo>
                    <a:pt x="709340" y="227"/>
                  </a:lnTo>
                  <a:lnTo>
                    <a:pt x="713871" y="454"/>
                  </a:lnTo>
                  <a:lnTo>
                    <a:pt x="717949" y="909"/>
                  </a:lnTo>
                  <a:lnTo>
                    <a:pt x="721800" y="1591"/>
                  </a:lnTo>
                  <a:lnTo>
                    <a:pt x="725198" y="2272"/>
                  </a:lnTo>
                  <a:lnTo>
                    <a:pt x="728596" y="3181"/>
                  </a:lnTo>
                  <a:lnTo>
                    <a:pt x="731315" y="3863"/>
                  </a:lnTo>
                  <a:lnTo>
                    <a:pt x="736299" y="5908"/>
                  </a:lnTo>
                  <a:lnTo>
                    <a:pt x="739697" y="7499"/>
                  </a:lnTo>
                  <a:lnTo>
                    <a:pt x="742415" y="8862"/>
                  </a:lnTo>
                  <a:lnTo>
                    <a:pt x="746720" y="13180"/>
                  </a:lnTo>
                  <a:lnTo>
                    <a:pt x="751024" y="17497"/>
                  </a:lnTo>
                  <a:lnTo>
                    <a:pt x="754875" y="22269"/>
                  </a:lnTo>
                  <a:lnTo>
                    <a:pt x="758726" y="27496"/>
                  </a:lnTo>
                  <a:lnTo>
                    <a:pt x="762124" y="32495"/>
                  </a:lnTo>
                  <a:lnTo>
                    <a:pt x="765523" y="37949"/>
                  </a:lnTo>
                  <a:lnTo>
                    <a:pt x="768694" y="43629"/>
                  </a:lnTo>
                  <a:lnTo>
                    <a:pt x="771639" y="49310"/>
                  </a:lnTo>
                  <a:lnTo>
                    <a:pt x="774584" y="54764"/>
                  </a:lnTo>
                  <a:lnTo>
                    <a:pt x="777076" y="60672"/>
                  </a:lnTo>
                  <a:lnTo>
                    <a:pt x="779342" y="66808"/>
                  </a:lnTo>
                  <a:lnTo>
                    <a:pt x="781834" y="72716"/>
                  </a:lnTo>
                  <a:lnTo>
                    <a:pt x="785911" y="84305"/>
                  </a:lnTo>
                  <a:lnTo>
                    <a:pt x="789536" y="95894"/>
                  </a:lnTo>
                  <a:lnTo>
                    <a:pt x="792481" y="106801"/>
                  </a:lnTo>
                  <a:lnTo>
                    <a:pt x="794973" y="117254"/>
                  </a:lnTo>
                  <a:lnTo>
                    <a:pt x="796785" y="126571"/>
                  </a:lnTo>
                  <a:lnTo>
                    <a:pt x="798371" y="134524"/>
                  </a:lnTo>
                  <a:lnTo>
                    <a:pt x="800183" y="146568"/>
                  </a:lnTo>
                  <a:lnTo>
                    <a:pt x="800636" y="150658"/>
                  </a:lnTo>
                  <a:lnTo>
                    <a:pt x="805847" y="149294"/>
                  </a:lnTo>
                  <a:lnTo>
                    <a:pt x="810831" y="147931"/>
                  </a:lnTo>
                  <a:lnTo>
                    <a:pt x="815362" y="146340"/>
                  </a:lnTo>
                  <a:lnTo>
                    <a:pt x="820119" y="144522"/>
                  </a:lnTo>
                  <a:lnTo>
                    <a:pt x="824197" y="142705"/>
                  </a:lnTo>
                  <a:lnTo>
                    <a:pt x="828275" y="140887"/>
                  </a:lnTo>
                  <a:lnTo>
                    <a:pt x="832352" y="139069"/>
                  </a:lnTo>
                  <a:lnTo>
                    <a:pt x="835750" y="136796"/>
                  </a:lnTo>
                  <a:lnTo>
                    <a:pt x="839375" y="134751"/>
                  </a:lnTo>
                  <a:lnTo>
                    <a:pt x="842547" y="132706"/>
                  </a:lnTo>
                  <a:lnTo>
                    <a:pt x="848663" y="128389"/>
                  </a:lnTo>
                  <a:lnTo>
                    <a:pt x="853647" y="124071"/>
                  </a:lnTo>
                  <a:lnTo>
                    <a:pt x="858405" y="119754"/>
                  </a:lnTo>
                  <a:lnTo>
                    <a:pt x="862482" y="115663"/>
                  </a:lnTo>
                  <a:lnTo>
                    <a:pt x="865654" y="111800"/>
                  </a:lnTo>
                  <a:lnTo>
                    <a:pt x="868372" y="108392"/>
                  </a:lnTo>
                  <a:lnTo>
                    <a:pt x="870638" y="105211"/>
                  </a:lnTo>
                  <a:lnTo>
                    <a:pt x="873130" y="100439"/>
                  </a:lnTo>
                  <a:lnTo>
                    <a:pt x="874036" y="98848"/>
                  </a:lnTo>
                  <a:lnTo>
                    <a:pt x="875395" y="106347"/>
                  </a:lnTo>
                  <a:lnTo>
                    <a:pt x="876755" y="113846"/>
                  </a:lnTo>
                  <a:lnTo>
                    <a:pt x="877434" y="121117"/>
                  </a:lnTo>
                  <a:lnTo>
                    <a:pt x="877887" y="128389"/>
                  </a:lnTo>
                  <a:lnTo>
                    <a:pt x="877887" y="135433"/>
                  </a:lnTo>
                  <a:lnTo>
                    <a:pt x="877434" y="142250"/>
                  </a:lnTo>
                  <a:lnTo>
                    <a:pt x="876755" y="149067"/>
                  </a:lnTo>
                  <a:lnTo>
                    <a:pt x="875622" y="155884"/>
                  </a:lnTo>
                  <a:lnTo>
                    <a:pt x="874263" y="162474"/>
                  </a:lnTo>
                  <a:lnTo>
                    <a:pt x="872903" y="168837"/>
                  </a:lnTo>
                  <a:lnTo>
                    <a:pt x="870864" y="175199"/>
                  </a:lnTo>
                  <a:lnTo>
                    <a:pt x="868599" y="181335"/>
                  </a:lnTo>
                  <a:lnTo>
                    <a:pt x="866334" y="187243"/>
                  </a:lnTo>
                  <a:lnTo>
                    <a:pt x="863615" y="193378"/>
                  </a:lnTo>
                  <a:lnTo>
                    <a:pt x="860670" y="199287"/>
                  </a:lnTo>
                  <a:lnTo>
                    <a:pt x="857725" y="204967"/>
                  </a:lnTo>
                  <a:lnTo>
                    <a:pt x="854327" y="210421"/>
                  </a:lnTo>
                  <a:lnTo>
                    <a:pt x="850702" y="215875"/>
                  </a:lnTo>
                  <a:lnTo>
                    <a:pt x="847078" y="221328"/>
                  </a:lnTo>
                  <a:lnTo>
                    <a:pt x="843000" y="226328"/>
                  </a:lnTo>
                  <a:lnTo>
                    <a:pt x="838922" y="231554"/>
                  </a:lnTo>
                  <a:lnTo>
                    <a:pt x="834844" y="236553"/>
                  </a:lnTo>
                  <a:lnTo>
                    <a:pt x="830313" y="241325"/>
                  </a:lnTo>
                  <a:lnTo>
                    <a:pt x="826009" y="246097"/>
                  </a:lnTo>
                  <a:lnTo>
                    <a:pt x="821252" y="250869"/>
                  </a:lnTo>
                  <a:lnTo>
                    <a:pt x="816494" y="255187"/>
                  </a:lnTo>
                  <a:lnTo>
                    <a:pt x="811737" y="259731"/>
                  </a:lnTo>
                  <a:lnTo>
                    <a:pt x="806753" y="264049"/>
                  </a:lnTo>
                  <a:lnTo>
                    <a:pt x="796785" y="272229"/>
                  </a:lnTo>
                  <a:lnTo>
                    <a:pt x="786364" y="279955"/>
                  </a:lnTo>
                  <a:lnTo>
                    <a:pt x="776170" y="287227"/>
                  </a:lnTo>
                  <a:lnTo>
                    <a:pt x="765749" y="294044"/>
                  </a:lnTo>
                  <a:lnTo>
                    <a:pt x="755328" y="300180"/>
                  </a:lnTo>
                  <a:lnTo>
                    <a:pt x="745360" y="305860"/>
                  </a:lnTo>
                  <a:lnTo>
                    <a:pt x="735619" y="311314"/>
                  </a:lnTo>
                  <a:lnTo>
                    <a:pt x="725878" y="316313"/>
                  </a:lnTo>
                  <a:lnTo>
                    <a:pt x="717043" y="320631"/>
                  </a:lnTo>
                  <a:lnTo>
                    <a:pt x="708661" y="324721"/>
                  </a:lnTo>
                  <a:lnTo>
                    <a:pt x="700732" y="327902"/>
                  </a:lnTo>
                  <a:lnTo>
                    <a:pt x="693709" y="331084"/>
                  </a:lnTo>
                  <a:lnTo>
                    <a:pt x="681929" y="335628"/>
                  </a:lnTo>
                  <a:lnTo>
                    <a:pt x="674453" y="338583"/>
                  </a:lnTo>
                  <a:lnTo>
                    <a:pt x="671961" y="339492"/>
                  </a:lnTo>
                  <a:lnTo>
                    <a:pt x="658142" y="336083"/>
                  </a:lnTo>
                  <a:lnTo>
                    <a:pt x="644776" y="333583"/>
                  </a:lnTo>
                  <a:lnTo>
                    <a:pt x="632089" y="331311"/>
                  </a:lnTo>
                  <a:lnTo>
                    <a:pt x="619630" y="329266"/>
                  </a:lnTo>
                  <a:lnTo>
                    <a:pt x="607623" y="327675"/>
                  </a:lnTo>
                  <a:lnTo>
                    <a:pt x="596069" y="326539"/>
                  </a:lnTo>
                  <a:lnTo>
                    <a:pt x="584969" y="325630"/>
                  </a:lnTo>
                  <a:lnTo>
                    <a:pt x="574548" y="324948"/>
                  </a:lnTo>
                  <a:lnTo>
                    <a:pt x="564127" y="324494"/>
                  </a:lnTo>
                  <a:lnTo>
                    <a:pt x="554612" y="324494"/>
                  </a:lnTo>
                  <a:lnTo>
                    <a:pt x="545324" y="324494"/>
                  </a:lnTo>
                  <a:lnTo>
                    <a:pt x="536715" y="324948"/>
                  </a:lnTo>
                  <a:lnTo>
                    <a:pt x="528333" y="325403"/>
                  </a:lnTo>
                  <a:lnTo>
                    <a:pt x="520178" y="326085"/>
                  </a:lnTo>
                  <a:lnTo>
                    <a:pt x="512702" y="326766"/>
                  </a:lnTo>
                  <a:lnTo>
                    <a:pt x="505679" y="327675"/>
                  </a:lnTo>
                  <a:lnTo>
                    <a:pt x="499109" y="328811"/>
                  </a:lnTo>
                  <a:lnTo>
                    <a:pt x="492993" y="329948"/>
                  </a:lnTo>
                  <a:lnTo>
                    <a:pt x="487329" y="331311"/>
                  </a:lnTo>
                  <a:lnTo>
                    <a:pt x="481892" y="332447"/>
                  </a:lnTo>
                  <a:lnTo>
                    <a:pt x="472604" y="334947"/>
                  </a:lnTo>
                  <a:lnTo>
                    <a:pt x="465128" y="337219"/>
                  </a:lnTo>
                  <a:lnTo>
                    <a:pt x="459012" y="339719"/>
                  </a:lnTo>
                  <a:lnTo>
                    <a:pt x="454934" y="341309"/>
                  </a:lnTo>
                  <a:lnTo>
                    <a:pt x="451536" y="342900"/>
                  </a:lnTo>
                  <a:lnTo>
                    <a:pt x="445646" y="337219"/>
                  </a:lnTo>
                  <a:lnTo>
                    <a:pt x="439529" y="331311"/>
                  </a:lnTo>
                  <a:lnTo>
                    <a:pt x="425710" y="318813"/>
                  </a:lnTo>
                  <a:lnTo>
                    <a:pt x="410532" y="305860"/>
                  </a:lnTo>
                  <a:lnTo>
                    <a:pt x="394221" y="292454"/>
                  </a:lnTo>
                  <a:lnTo>
                    <a:pt x="377456" y="279274"/>
                  </a:lnTo>
                  <a:lnTo>
                    <a:pt x="360239" y="266094"/>
                  </a:lnTo>
                  <a:lnTo>
                    <a:pt x="343249" y="252914"/>
                  </a:lnTo>
                  <a:lnTo>
                    <a:pt x="326258" y="240416"/>
                  </a:lnTo>
                  <a:lnTo>
                    <a:pt x="295222" y="217693"/>
                  </a:lnTo>
                  <a:lnTo>
                    <a:pt x="269849" y="199514"/>
                  </a:lnTo>
                  <a:lnTo>
                    <a:pt x="252405" y="187243"/>
                  </a:lnTo>
                  <a:lnTo>
                    <a:pt x="246062" y="183153"/>
                  </a:lnTo>
                  <a:lnTo>
                    <a:pt x="251726" y="176563"/>
                  </a:lnTo>
                  <a:lnTo>
                    <a:pt x="257616" y="170655"/>
                  </a:lnTo>
                  <a:lnTo>
                    <a:pt x="263506" y="165428"/>
                  </a:lnTo>
                  <a:lnTo>
                    <a:pt x="269623" y="160656"/>
                  </a:lnTo>
                  <a:lnTo>
                    <a:pt x="275286" y="156339"/>
                  </a:lnTo>
                  <a:lnTo>
                    <a:pt x="281629" y="152476"/>
                  </a:lnTo>
                  <a:lnTo>
                    <a:pt x="287746" y="149294"/>
                  </a:lnTo>
                  <a:lnTo>
                    <a:pt x="293863" y="146568"/>
                  </a:lnTo>
                  <a:lnTo>
                    <a:pt x="299979" y="144068"/>
                  </a:lnTo>
                  <a:lnTo>
                    <a:pt x="306096" y="142023"/>
                  </a:lnTo>
                  <a:lnTo>
                    <a:pt x="311986" y="140432"/>
                  </a:lnTo>
                  <a:lnTo>
                    <a:pt x="317876" y="139069"/>
                  </a:lnTo>
                  <a:lnTo>
                    <a:pt x="323766" y="138160"/>
                  </a:lnTo>
                  <a:lnTo>
                    <a:pt x="329656" y="137024"/>
                  </a:lnTo>
                  <a:lnTo>
                    <a:pt x="335093" y="136569"/>
                  </a:lnTo>
                  <a:lnTo>
                    <a:pt x="340530" y="136342"/>
                  </a:lnTo>
                  <a:lnTo>
                    <a:pt x="345967" y="136342"/>
                  </a:lnTo>
                  <a:lnTo>
                    <a:pt x="350951" y="136569"/>
                  </a:lnTo>
                  <a:lnTo>
                    <a:pt x="355708" y="136796"/>
                  </a:lnTo>
                  <a:lnTo>
                    <a:pt x="360466" y="137251"/>
                  </a:lnTo>
                  <a:lnTo>
                    <a:pt x="368848" y="138614"/>
                  </a:lnTo>
                  <a:lnTo>
                    <a:pt x="376097" y="139978"/>
                  </a:lnTo>
                  <a:lnTo>
                    <a:pt x="382214" y="141341"/>
                  </a:lnTo>
                  <a:lnTo>
                    <a:pt x="386518" y="142705"/>
                  </a:lnTo>
                  <a:lnTo>
                    <a:pt x="390369" y="143841"/>
                  </a:lnTo>
                  <a:lnTo>
                    <a:pt x="389916" y="135888"/>
                  </a:lnTo>
                  <a:lnTo>
                    <a:pt x="389916" y="127934"/>
                  </a:lnTo>
                  <a:lnTo>
                    <a:pt x="390369" y="120208"/>
                  </a:lnTo>
                  <a:lnTo>
                    <a:pt x="391049" y="112482"/>
                  </a:lnTo>
                  <a:lnTo>
                    <a:pt x="392182" y="105211"/>
                  </a:lnTo>
                  <a:lnTo>
                    <a:pt x="393767" y="98166"/>
                  </a:lnTo>
                  <a:lnTo>
                    <a:pt x="395580" y="91122"/>
                  </a:lnTo>
                  <a:lnTo>
                    <a:pt x="397619" y="84305"/>
                  </a:lnTo>
                  <a:lnTo>
                    <a:pt x="399884" y="77942"/>
                  </a:lnTo>
                  <a:lnTo>
                    <a:pt x="402376" y="71807"/>
                  </a:lnTo>
                  <a:lnTo>
                    <a:pt x="405095" y="65671"/>
                  </a:lnTo>
                  <a:lnTo>
                    <a:pt x="407813" y="59763"/>
                  </a:lnTo>
                  <a:lnTo>
                    <a:pt x="410985" y="54310"/>
                  </a:lnTo>
                  <a:lnTo>
                    <a:pt x="413930" y="49083"/>
                  </a:lnTo>
                  <a:lnTo>
                    <a:pt x="417101" y="43857"/>
                  </a:lnTo>
                  <a:lnTo>
                    <a:pt x="420273" y="39085"/>
                  </a:lnTo>
                  <a:lnTo>
                    <a:pt x="423444" y="34540"/>
                  </a:lnTo>
                  <a:lnTo>
                    <a:pt x="426616" y="30222"/>
                  </a:lnTo>
                  <a:lnTo>
                    <a:pt x="432959" y="22496"/>
                  </a:lnTo>
                  <a:lnTo>
                    <a:pt x="438849" y="15679"/>
                  </a:lnTo>
                  <a:lnTo>
                    <a:pt x="444060" y="10226"/>
                  </a:lnTo>
                  <a:lnTo>
                    <a:pt x="448817" y="5908"/>
                  </a:lnTo>
                  <a:lnTo>
                    <a:pt x="452215" y="2500"/>
                  </a:lnTo>
                  <a:lnTo>
                    <a:pt x="45538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80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2" name="直接连接符 4"/>
          <p:cNvSpPr>
            <a:spLocks noChangeShapeType="1"/>
          </p:cNvSpPr>
          <p:nvPr/>
        </p:nvSpPr>
        <p:spPr bwMode="auto">
          <a:xfrm>
            <a:off x="1274763" y="3971925"/>
            <a:ext cx="9372600" cy="12700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直接连接符 46"/>
          <p:cNvSpPr>
            <a:spLocks noChangeShapeType="1"/>
          </p:cNvSpPr>
          <p:nvPr/>
        </p:nvSpPr>
        <p:spPr bwMode="auto">
          <a:xfrm rot="5400000">
            <a:off x="2540794" y="3964781"/>
            <a:ext cx="3467100" cy="1588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直接连接符 47"/>
          <p:cNvSpPr>
            <a:spLocks noChangeShapeType="1"/>
          </p:cNvSpPr>
          <p:nvPr/>
        </p:nvSpPr>
        <p:spPr bwMode="auto">
          <a:xfrm rot="5400000">
            <a:off x="5923757" y="3964781"/>
            <a:ext cx="3467100" cy="1587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" name="矩形 20"/>
          <p:cNvSpPr>
            <a:spLocks noChangeArrowheads="1"/>
          </p:cNvSpPr>
          <p:nvPr/>
        </p:nvSpPr>
        <p:spPr bwMode="auto">
          <a:xfrm>
            <a:off x="2043429" y="1020416"/>
            <a:ext cx="35246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7.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制定测试计划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8212" name="矩形 21"/>
          <p:cNvSpPr>
            <a:spLocks noChangeArrowheads="1"/>
          </p:cNvSpPr>
          <p:nvPr/>
        </p:nvSpPr>
        <p:spPr bwMode="auto">
          <a:xfrm>
            <a:off x="1997392" y="2478603"/>
            <a:ext cx="33792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8.</a:t>
            </a:r>
            <a:r>
              <a:rPr lang="zh-CN" altLang="en-US" sz="28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书写文档</a:t>
            </a:r>
          </a:p>
        </p:txBody>
      </p:sp>
      <p:sp>
        <p:nvSpPr>
          <p:cNvPr id="36" name="矩形 20"/>
          <p:cNvSpPr>
            <a:spLocks noChangeArrowheads="1"/>
          </p:cNvSpPr>
          <p:nvPr/>
        </p:nvSpPr>
        <p:spPr bwMode="auto">
          <a:xfrm>
            <a:off x="2043430" y="4781410"/>
            <a:ext cx="28089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9</a:t>
            </a:r>
            <a:r>
              <a:rPr lang="en-US" altLang="zh-CN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.</a:t>
            </a:r>
            <a:r>
              <a:rPr lang="zh-CN" altLang="en-US" sz="28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审查和复审</a:t>
            </a:r>
            <a:endParaRPr lang="zh-CN" altLang="en-US" sz="28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5792" y="1572768"/>
            <a:ext cx="6844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在软件开发早期考虑测试问题，可以促使软件设计人员在设计的时候注意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提高软件的可测试性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5792" y="3001823"/>
            <a:ext cx="6844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用以下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几种文档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记录总体设计的结果：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）系统说明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）用户手册（基于需求分析阶段产生的用户手册进行修改）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）测试计划（上一步所制定的计划）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）详细的实现计划</a:t>
            </a:r>
            <a:endParaRPr lang="en-US" altLang="zh-CN" b="1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）数据库设计结果</a:t>
            </a:r>
            <a:endParaRPr lang="zh-CN" altLang="en-US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5792" y="5304630"/>
            <a:ext cx="684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对结果进行审查，之后进行复审，以确保正确性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KSO_Shape"/>
          <p:cNvSpPr>
            <a:spLocks noChangeArrowheads="1"/>
          </p:cNvSpPr>
          <p:nvPr/>
        </p:nvSpPr>
        <p:spPr bwMode="auto">
          <a:xfrm>
            <a:off x="1459292" y="1020415"/>
            <a:ext cx="538163" cy="442913"/>
          </a:xfrm>
          <a:custGeom>
            <a:avLst/>
            <a:gdLst>
              <a:gd name="T0" fmla="*/ 243183 w 1903412"/>
              <a:gd name="T1" fmla="*/ 441564 h 1563688"/>
              <a:gd name="T2" fmla="*/ 353818 w 1903412"/>
              <a:gd name="T3" fmla="*/ 434546 h 1563688"/>
              <a:gd name="T4" fmla="*/ 463475 w 1903412"/>
              <a:gd name="T5" fmla="*/ 397951 h 1563688"/>
              <a:gd name="T6" fmla="*/ 385289 w 1903412"/>
              <a:gd name="T7" fmla="*/ 389929 h 1563688"/>
              <a:gd name="T8" fmla="*/ 111420 w 1903412"/>
              <a:gd name="T9" fmla="*/ 379781 h 1563688"/>
              <a:gd name="T10" fmla="*/ 474145 w 1903412"/>
              <a:gd name="T11" fmla="*/ 379654 h 1563688"/>
              <a:gd name="T12" fmla="*/ 354804 w 1903412"/>
              <a:gd name="T13" fmla="*/ 379113 h 1563688"/>
              <a:gd name="T14" fmla="*/ 140935 w 1903412"/>
              <a:gd name="T15" fmla="*/ 373935 h 1563688"/>
              <a:gd name="T16" fmla="*/ 477372 w 1903412"/>
              <a:gd name="T17" fmla="*/ 368928 h 1563688"/>
              <a:gd name="T18" fmla="*/ 403043 w 1903412"/>
              <a:gd name="T19" fmla="*/ 376228 h 1563688"/>
              <a:gd name="T20" fmla="*/ 303249 w 1903412"/>
              <a:gd name="T21" fmla="*/ 368387 h 1563688"/>
              <a:gd name="T22" fmla="*/ 201041 w 1903412"/>
              <a:gd name="T23" fmla="*/ 414854 h 1563688"/>
              <a:gd name="T24" fmla="*/ 407615 w 1903412"/>
              <a:gd name="T25" fmla="*/ 365593 h 1563688"/>
              <a:gd name="T26" fmla="*/ 334362 w 1903412"/>
              <a:gd name="T27" fmla="*/ 357841 h 1563688"/>
              <a:gd name="T28" fmla="*/ 423934 w 1903412"/>
              <a:gd name="T29" fmla="*/ 347385 h 1563688"/>
              <a:gd name="T30" fmla="*/ 351756 w 1903412"/>
              <a:gd name="T31" fmla="*/ 354866 h 1563688"/>
              <a:gd name="T32" fmla="*/ 456122 w 1903412"/>
              <a:gd name="T33" fmla="*/ 336749 h 1563688"/>
              <a:gd name="T34" fmla="*/ 357136 w 1903412"/>
              <a:gd name="T35" fmla="*/ 344230 h 1563688"/>
              <a:gd name="T36" fmla="*/ 490014 w 1903412"/>
              <a:gd name="T37" fmla="*/ 321426 h 1563688"/>
              <a:gd name="T38" fmla="*/ 502926 w 1903412"/>
              <a:gd name="T39" fmla="*/ 322238 h 1563688"/>
              <a:gd name="T40" fmla="*/ 480690 w 1903412"/>
              <a:gd name="T41" fmla="*/ 329268 h 1563688"/>
              <a:gd name="T42" fmla="*/ 446529 w 1903412"/>
              <a:gd name="T43" fmla="*/ 327465 h 1563688"/>
              <a:gd name="T44" fmla="*/ 427162 w 1903412"/>
              <a:gd name="T45" fmla="*/ 320886 h 1563688"/>
              <a:gd name="T46" fmla="*/ 439266 w 1903412"/>
              <a:gd name="T47" fmla="*/ 323499 h 1563688"/>
              <a:gd name="T48" fmla="*/ 514582 w 1903412"/>
              <a:gd name="T49" fmla="*/ 327285 h 1563688"/>
              <a:gd name="T50" fmla="*/ 238692 w 1903412"/>
              <a:gd name="T51" fmla="*/ 432292 h 1563688"/>
              <a:gd name="T52" fmla="*/ 68090 w 1903412"/>
              <a:gd name="T53" fmla="*/ 316019 h 1563688"/>
              <a:gd name="T54" fmla="*/ 87198 w 1903412"/>
              <a:gd name="T55" fmla="*/ 340391 h 1563688"/>
              <a:gd name="T56" fmla="*/ 116354 w 1903412"/>
              <a:gd name="T57" fmla="*/ 358197 h 1563688"/>
              <a:gd name="T58" fmla="*/ 153763 w 1903412"/>
              <a:gd name="T59" fmla="*/ 320156 h 1563688"/>
              <a:gd name="T60" fmla="*/ 161927 w 1903412"/>
              <a:gd name="T61" fmla="*/ 276540 h 1563688"/>
              <a:gd name="T62" fmla="*/ 97067 w 1903412"/>
              <a:gd name="T63" fmla="*/ 288590 h 1563688"/>
              <a:gd name="T64" fmla="*/ 28528 w 1903412"/>
              <a:gd name="T65" fmla="*/ 286972 h 1563688"/>
              <a:gd name="T66" fmla="*/ 61362 w 1903412"/>
              <a:gd name="T67" fmla="*/ 240747 h 1563688"/>
              <a:gd name="T68" fmla="*/ 423467 w 1903412"/>
              <a:gd name="T69" fmla="*/ 286522 h 1563688"/>
              <a:gd name="T70" fmla="*/ 488609 w 1903412"/>
              <a:gd name="T71" fmla="*/ 226178 h 1563688"/>
              <a:gd name="T72" fmla="*/ 354379 w 1903412"/>
              <a:gd name="T73" fmla="*/ 158190 h 1563688"/>
              <a:gd name="T74" fmla="*/ 288248 w 1903412"/>
              <a:gd name="T75" fmla="*/ 229775 h 1563688"/>
              <a:gd name="T76" fmla="*/ 277116 w 1903412"/>
              <a:gd name="T77" fmla="*/ 151355 h 1563688"/>
              <a:gd name="T78" fmla="*/ 495613 w 1903412"/>
              <a:gd name="T79" fmla="*/ 146409 h 1563688"/>
              <a:gd name="T80" fmla="*/ 130439 w 1903412"/>
              <a:gd name="T81" fmla="*/ 156481 h 1563688"/>
              <a:gd name="T82" fmla="*/ 506565 w 1903412"/>
              <a:gd name="T83" fmla="*/ 309814 h 1563688"/>
              <a:gd name="T84" fmla="*/ 26644 w 1903412"/>
              <a:gd name="T85" fmla="*/ 155672 h 1563688"/>
              <a:gd name="T86" fmla="*/ 70961 w 1903412"/>
              <a:gd name="T87" fmla="*/ 140563 h 1563688"/>
              <a:gd name="T88" fmla="*/ 203911 w 1903412"/>
              <a:gd name="T89" fmla="*/ 85885 h 1563688"/>
              <a:gd name="T90" fmla="*/ 106307 w 1903412"/>
              <a:gd name="T91" fmla="*/ 134088 h 1563688"/>
              <a:gd name="T92" fmla="*/ 67911 w 1903412"/>
              <a:gd name="T93" fmla="*/ 84086 h 1563688"/>
              <a:gd name="T94" fmla="*/ 99130 w 1903412"/>
              <a:gd name="T95" fmla="*/ 75183 h 1563688"/>
              <a:gd name="T96" fmla="*/ 122813 w 1903412"/>
              <a:gd name="T97" fmla="*/ 40649 h 1563688"/>
              <a:gd name="T98" fmla="*/ 295506 w 1903412"/>
              <a:gd name="T99" fmla="*/ 63492 h 1563688"/>
              <a:gd name="T100" fmla="*/ 150354 w 1903412"/>
              <a:gd name="T101" fmla="*/ 41728 h 1563688"/>
              <a:gd name="T102" fmla="*/ 264376 w 1903412"/>
              <a:gd name="T103" fmla="*/ 61423 h 1563688"/>
              <a:gd name="T104" fmla="*/ 194223 w 1903412"/>
              <a:gd name="T105" fmla="*/ 28239 h 1563688"/>
              <a:gd name="T106" fmla="*/ 246972 w 1903412"/>
              <a:gd name="T107" fmla="*/ 1799 h 1563688"/>
              <a:gd name="T108" fmla="*/ 359110 w 1903412"/>
              <a:gd name="T109" fmla="*/ 51621 h 1563688"/>
              <a:gd name="T110" fmla="*/ 368530 w 1903412"/>
              <a:gd name="T111" fmla="*/ 84086 h 1563688"/>
              <a:gd name="T112" fmla="*/ 304297 w 1903412"/>
              <a:gd name="T113" fmla="*/ 78960 h 1563688"/>
              <a:gd name="T114" fmla="*/ 226518 w 1903412"/>
              <a:gd name="T115" fmla="*/ 86065 h 1563688"/>
              <a:gd name="T116" fmla="*/ 239796 w 1903412"/>
              <a:gd name="T117" fmla="*/ 351722 h 1563688"/>
              <a:gd name="T118" fmla="*/ 122903 w 1903412"/>
              <a:gd name="T119" fmla="*/ 415574 h 1563688"/>
              <a:gd name="T120" fmla="*/ 25478 w 1903412"/>
              <a:gd name="T121" fmla="*/ 321326 h 1563688"/>
              <a:gd name="T122" fmla="*/ 12290 w 1903412"/>
              <a:gd name="T123" fmla="*/ 146049 h 1563688"/>
              <a:gd name="T124" fmla="*/ 103077 w 1903412"/>
              <a:gd name="T125" fmla="*/ 32915 h 1563688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1903412"/>
              <a:gd name="T190" fmla="*/ 0 h 1563688"/>
              <a:gd name="T191" fmla="*/ 1903412 w 1903412"/>
              <a:gd name="T192" fmla="*/ 1563688 h 1563688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1903412" h="1563688">
                <a:moveTo>
                  <a:pt x="872180" y="1544638"/>
                </a:moveTo>
                <a:lnTo>
                  <a:pt x="875675" y="1544638"/>
                </a:lnTo>
                <a:lnTo>
                  <a:pt x="1859905" y="1544638"/>
                </a:lnTo>
                <a:lnTo>
                  <a:pt x="1863400" y="1544638"/>
                </a:lnTo>
                <a:lnTo>
                  <a:pt x="1866577" y="1545233"/>
                </a:lnTo>
                <a:lnTo>
                  <a:pt x="1869118" y="1545829"/>
                </a:lnTo>
                <a:lnTo>
                  <a:pt x="1871660" y="1546722"/>
                </a:lnTo>
                <a:lnTo>
                  <a:pt x="1873884" y="1547912"/>
                </a:lnTo>
                <a:lnTo>
                  <a:pt x="1875154" y="1549103"/>
                </a:lnTo>
                <a:lnTo>
                  <a:pt x="1876107" y="1550591"/>
                </a:lnTo>
                <a:lnTo>
                  <a:pt x="1876425" y="1552079"/>
                </a:lnTo>
                <a:lnTo>
                  <a:pt x="1876425" y="1555651"/>
                </a:lnTo>
                <a:lnTo>
                  <a:pt x="1876107" y="1557140"/>
                </a:lnTo>
                <a:lnTo>
                  <a:pt x="1875154" y="1558926"/>
                </a:lnTo>
                <a:lnTo>
                  <a:pt x="1873884" y="1560116"/>
                </a:lnTo>
                <a:lnTo>
                  <a:pt x="1871660" y="1561307"/>
                </a:lnTo>
                <a:lnTo>
                  <a:pt x="1869118" y="1562200"/>
                </a:lnTo>
                <a:lnTo>
                  <a:pt x="1866577" y="1563093"/>
                </a:lnTo>
                <a:lnTo>
                  <a:pt x="1863400" y="1563390"/>
                </a:lnTo>
                <a:lnTo>
                  <a:pt x="1859905" y="1563688"/>
                </a:lnTo>
                <a:lnTo>
                  <a:pt x="875675" y="1563688"/>
                </a:lnTo>
                <a:lnTo>
                  <a:pt x="872180" y="1563390"/>
                </a:lnTo>
                <a:lnTo>
                  <a:pt x="869003" y="1563093"/>
                </a:lnTo>
                <a:lnTo>
                  <a:pt x="866144" y="1562200"/>
                </a:lnTo>
                <a:lnTo>
                  <a:pt x="863603" y="1561307"/>
                </a:lnTo>
                <a:lnTo>
                  <a:pt x="861696" y="1560116"/>
                </a:lnTo>
                <a:lnTo>
                  <a:pt x="860108" y="1558926"/>
                </a:lnTo>
                <a:lnTo>
                  <a:pt x="859155" y="1557140"/>
                </a:lnTo>
                <a:lnTo>
                  <a:pt x="858837" y="1555651"/>
                </a:lnTo>
                <a:lnTo>
                  <a:pt x="858837" y="1552079"/>
                </a:lnTo>
                <a:lnTo>
                  <a:pt x="859155" y="1550591"/>
                </a:lnTo>
                <a:lnTo>
                  <a:pt x="860108" y="1549103"/>
                </a:lnTo>
                <a:lnTo>
                  <a:pt x="861696" y="1547912"/>
                </a:lnTo>
                <a:lnTo>
                  <a:pt x="863603" y="1546722"/>
                </a:lnTo>
                <a:lnTo>
                  <a:pt x="866144" y="1545829"/>
                </a:lnTo>
                <a:lnTo>
                  <a:pt x="869003" y="1545233"/>
                </a:lnTo>
                <a:lnTo>
                  <a:pt x="872180" y="1544638"/>
                </a:lnTo>
                <a:close/>
                <a:moveTo>
                  <a:pt x="1255848" y="1415770"/>
                </a:moveTo>
                <a:lnTo>
                  <a:pt x="1252677" y="1416407"/>
                </a:lnTo>
                <a:lnTo>
                  <a:pt x="1249823" y="1417361"/>
                </a:lnTo>
                <a:lnTo>
                  <a:pt x="1247286" y="1419271"/>
                </a:lnTo>
                <a:lnTo>
                  <a:pt x="1245383" y="1420862"/>
                </a:lnTo>
                <a:lnTo>
                  <a:pt x="1243797" y="1422771"/>
                </a:lnTo>
                <a:lnTo>
                  <a:pt x="1242529" y="1424680"/>
                </a:lnTo>
                <a:lnTo>
                  <a:pt x="1242212" y="1426908"/>
                </a:lnTo>
                <a:lnTo>
                  <a:pt x="1235235" y="1522691"/>
                </a:lnTo>
                <a:lnTo>
                  <a:pt x="1235235" y="1525237"/>
                </a:lnTo>
                <a:lnTo>
                  <a:pt x="1236186" y="1527146"/>
                </a:lnTo>
                <a:lnTo>
                  <a:pt x="1237772" y="1529056"/>
                </a:lnTo>
                <a:lnTo>
                  <a:pt x="1239675" y="1530647"/>
                </a:lnTo>
                <a:lnTo>
                  <a:pt x="1242212" y="1532238"/>
                </a:lnTo>
                <a:lnTo>
                  <a:pt x="1245066" y="1533193"/>
                </a:lnTo>
                <a:lnTo>
                  <a:pt x="1247920" y="1533829"/>
                </a:lnTo>
                <a:lnTo>
                  <a:pt x="1251408" y="1534147"/>
                </a:lnTo>
                <a:lnTo>
                  <a:pt x="1488299" y="1535738"/>
                </a:lnTo>
                <a:lnTo>
                  <a:pt x="1491787" y="1535738"/>
                </a:lnTo>
                <a:lnTo>
                  <a:pt x="1494641" y="1535102"/>
                </a:lnTo>
                <a:lnTo>
                  <a:pt x="1497813" y="1533829"/>
                </a:lnTo>
                <a:lnTo>
                  <a:pt x="1500032" y="1532556"/>
                </a:lnTo>
                <a:lnTo>
                  <a:pt x="1502252" y="1530965"/>
                </a:lnTo>
                <a:lnTo>
                  <a:pt x="1503521" y="1529056"/>
                </a:lnTo>
                <a:lnTo>
                  <a:pt x="1504472" y="1526828"/>
                </a:lnTo>
                <a:lnTo>
                  <a:pt x="1504789" y="1524601"/>
                </a:lnTo>
                <a:lnTo>
                  <a:pt x="1499715" y="1428181"/>
                </a:lnTo>
                <a:lnTo>
                  <a:pt x="1499398" y="1425953"/>
                </a:lnTo>
                <a:lnTo>
                  <a:pt x="1498130" y="1424044"/>
                </a:lnTo>
                <a:lnTo>
                  <a:pt x="1496227" y="1422134"/>
                </a:lnTo>
                <a:lnTo>
                  <a:pt x="1494324" y="1420543"/>
                </a:lnTo>
                <a:lnTo>
                  <a:pt x="1491787" y="1418952"/>
                </a:lnTo>
                <a:lnTo>
                  <a:pt x="1489250" y="1417679"/>
                </a:lnTo>
                <a:lnTo>
                  <a:pt x="1486396" y="1417043"/>
                </a:lnTo>
                <a:lnTo>
                  <a:pt x="1483225" y="1416725"/>
                </a:lnTo>
                <a:lnTo>
                  <a:pt x="1259019" y="1415770"/>
                </a:lnTo>
                <a:lnTo>
                  <a:pt x="1255848" y="1415770"/>
                </a:lnTo>
                <a:close/>
                <a:moveTo>
                  <a:pt x="1699820" y="1377902"/>
                </a:moveTo>
                <a:lnTo>
                  <a:pt x="1703942" y="1405269"/>
                </a:lnTo>
                <a:lnTo>
                  <a:pt x="1750876" y="1405587"/>
                </a:lnTo>
                <a:lnTo>
                  <a:pt x="1746437" y="1378220"/>
                </a:lnTo>
                <a:lnTo>
                  <a:pt x="1699820" y="1377902"/>
                </a:lnTo>
                <a:close/>
                <a:moveTo>
                  <a:pt x="1636078" y="1377902"/>
                </a:moveTo>
                <a:lnTo>
                  <a:pt x="1639249" y="1404951"/>
                </a:lnTo>
                <a:lnTo>
                  <a:pt x="1686183" y="1405269"/>
                </a:lnTo>
                <a:lnTo>
                  <a:pt x="1682378" y="1377902"/>
                </a:lnTo>
                <a:lnTo>
                  <a:pt x="1636078" y="1377902"/>
                </a:lnTo>
                <a:close/>
                <a:moveTo>
                  <a:pt x="1572019" y="1377584"/>
                </a:moveTo>
                <a:lnTo>
                  <a:pt x="1574239" y="1404633"/>
                </a:lnTo>
                <a:lnTo>
                  <a:pt x="1621490" y="1404951"/>
                </a:lnTo>
                <a:lnTo>
                  <a:pt x="1618636" y="1377584"/>
                </a:lnTo>
                <a:lnTo>
                  <a:pt x="1572019" y="1377584"/>
                </a:lnTo>
                <a:close/>
                <a:moveTo>
                  <a:pt x="1507960" y="1377266"/>
                </a:moveTo>
                <a:lnTo>
                  <a:pt x="1509546" y="1404314"/>
                </a:lnTo>
                <a:lnTo>
                  <a:pt x="1556797" y="1404633"/>
                </a:lnTo>
                <a:lnTo>
                  <a:pt x="1554577" y="1377266"/>
                </a:lnTo>
                <a:lnTo>
                  <a:pt x="1507960" y="1377266"/>
                </a:lnTo>
                <a:close/>
                <a:moveTo>
                  <a:pt x="1443902" y="1376948"/>
                </a:moveTo>
                <a:lnTo>
                  <a:pt x="1444853" y="1403996"/>
                </a:lnTo>
                <a:lnTo>
                  <a:pt x="1491787" y="1403996"/>
                </a:lnTo>
                <a:lnTo>
                  <a:pt x="1490519" y="1377266"/>
                </a:lnTo>
                <a:lnTo>
                  <a:pt x="1443902" y="1376948"/>
                </a:lnTo>
                <a:close/>
                <a:moveTo>
                  <a:pt x="1380160" y="1376629"/>
                </a:moveTo>
                <a:lnTo>
                  <a:pt x="1379843" y="1403678"/>
                </a:lnTo>
                <a:lnTo>
                  <a:pt x="1426777" y="1403996"/>
                </a:lnTo>
                <a:lnTo>
                  <a:pt x="1426460" y="1376948"/>
                </a:lnTo>
                <a:lnTo>
                  <a:pt x="1380160" y="1376629"/>
                </a:lnTo>
                <a:close/>
                <a:moveTo>
                  <a:pt x="1316101" y="1376311"/>
                </a:moveTo>
                <a:lnTo>
                  <a:pt x="1315150" y="1403360"/>
                </a:lnTo>
                <a:lnTo>
                  <a:pt x="1362401" y="1403360"/>
                </a:lnTo>
                <a:lnTo>
                  <a:pt x="1362718" y="1376629"/>
                </a:lnTo>
                <a:lnTo>
                  <a:pt x="1316101" y="1376311"/>
                </a:lnTo>
                <a:close/>
                <a:moveTo>
                  <a:pt x="1252043" y="1375993"/>
                </a:moveTo>
                <a:lnTo>
                  <a:pt x="1250140" y="1403041"/>
                </a:lnTo>
                <a:lnTo>
                  <a:pt x="1297391" y="1403041"/>
                </a:lnTo>
                <a:lnTo>
                  <a:pt x="1298660" y="1376311"/>
                </a:lnTo>
                <a:lnTo>
                  <a:pt x="1252043" y="1375993"/>
                </a:lnTo>
                <a:close/>
                <a:moveTo>
                  <a:pt x="1188301" y="1375675"/>
                </a:moveTo>
                <a:lnTo>
                  <a:pt x="1185764" y="1402723"/>
                </a:lnTo>
                <a:lnTo>
                  <a:pt x="1232698" y="1402723"/>
                </a:lnTo>
                <a:lnTo>
                  <a:pt x="1234601" y="1375993"/>
                </a:lnTo>
                <a:lnTo>
                  <a:pt x="1188301" y="1375675"/>
                </a:lnTo>
                <a:close/>
                <a:moveTo>
                  <a:pt x="1124242" y="1375356"/>
                </a:moveTo>
                <a:lnTo>
                  <a:pt x="1120754" y="1402405"/>
                </a:lnTo>
                <a:lnTo>
                  <a:pt x="1167688" y="1402405"/>
                </a:lnTo>
                <a:lnTo>
                  <a:pt x="1170859" y="1375675"/>
                </a:lnTo>
                <a:lnTo>
                  <a:pt x="1124242" y="1375356"/>
                </a:lnTo>
                <a:close/>
                <a:moveTo>
                  <a:pt x="1060183" y="1375038"/>
                </a:moveTo>
                <a:lnTo>
                  <a:pt x="1056061" y="1402087"/>
                </a:lnTo>
                <a:lnTo>
                  <a:pt x="1102995" y="1402087"/>
                </a:lnTo>
                <a:lnTo>
                  <a:pt x="1106800" y="1375356"/>
                </a:lnTo>
                <a:lnTo>
                  <a:pt x="1060183" y="1375038"/>
                </a:lnTo>
                <a:close/>
                <a:moveTo>
                  <a:pt x="996442" y="1374720"/>
                </a:moveTo>
                <a:lnTo>
                  <a:pt x="991051" y="1401769"/>
                </a:lnTo>
                <a:lnTo>
                  <a:pt x="1038302" y="1401769"/>
                </a:lnTo>
                <a:lnTo>
                  <a:pt x="1042742" y="1375038"/>
                </a:lnTo>
                <a:lnTo>
                  <a:pt x="996442" y="1374720"/>
                </a:lnTo>
                <a:close/>
                <a:moveTo>
                  <a:pt x="394079" y="1340803"/>
                </a:moveTo>
                <a:lnTo>
                  <a:pt x="364253" y="1348105"/>
                </a:lnTo>
                <a:lnTo>
                  <a:pt x="354734" y="1351280"/>
                </a:lnTo>
                <a:lnTo>
                  <a:pt x="367743" y="1359853"/>
                </a:lnTo>
                <a:lnTo>
                  <a:pt x="380752" y="1368743"/>
                </a:lnTo>
                <a:lnTo>
                  <a:pt x="393761" y="1376998"/>
                </a:lnTo>
                <a:lnTo>
                  <a:pt x="407088" y="1385571"/>
                </a:lnTo>
                <a:lnTo>
                  <a:pt x="420414" y="1393191"/>
                </a:lnTo>
                <a:lnTo>
                  <a:pt x="434375" y="1400493"/>
                </a:lnTo>
                <a:lnTo>
                  <a:pt x="448336" y="1408113"/>
                </a:lnTo>
                <a:lnTo>
                  <a:pt x="462297" y="1415098"/>
                </a:lnTo>
                <a:lnTo>
                  <a:pt x="453095" y="1406526"/>
                </a:lnTo>
                <a:lnTo>
                  <a:pt x="444528" y="1397636"/>
                </a:lnTo>
                <a:lnTo>
                  <a:pt x="435644" y="1389063"/>
                </a:lnTo>
                <a:lnTo>
                  <a:pt x="427077" y="1379538"/>
                </a:lnTo>
                <a:lnTo>
                  <a:pt x="418510" y="1370331"/>
                </a:lnTo>
                <a:lnTo>
                  <a:pt x="410261" y="1360488"/>
                </a:lnTo>
                <a:lnTo>
                  <a:pt x="402011" y="1350963"/>
                </a:lnTo>
                <a:lnTo>
                  <a:pt x="394079" y="1340803"/>
                </a:lnTo>
                <a:close/>
                <a:moveTo>
                  <a:pt x="1694111" y="1340353"/>
                </a:moveTo>
                <a:lnTo>
                  <a:pt x="1698234" y="1367401"/>
                </a:lnTo>
                <a:lnTo>
                  <a:pt x="1744534" y="1367719"/>
                </a:lnTo>
                <a:lnTo>
                  <a:pt x="1739777" y="1340671"/>
                </a:lnTo>
                <a:lnTo>
                  <a:pt x="1694111" y="1340353"/>
                </a:lnTo>
                <a:close/>
                <a:moveTo>
                  <a:pt x="1631321" y="1340034"/>
                </a:moveTo>
                <a:lnTo>
                  <a:pt x="1634809" y="1367083"/>
                </a:lnTo>
                <a:lnTo>
                  <a:pt x="1680792" y="1367401"/>
                </a:lnTo>
                <a:lnTo>
                  <a:pt x="1676987" y="1340353"/>
                </a:lnTo>
                <a:lnTo>
                  <a:pt x="1631321" y="1340034"/>
                </a:lnTo>
                <a:close/>
                <a:moveTo>
                  <a:pt x="1568531" y="1339716"/>
                </a:moveTo>
                <a:lnTo>
                  <a:pt x="1571068" y="1366765"/>
                </a:lnTo>
                <a:lnTo>
                  <a:pt x="1617051" y="1367083"/>
                </a:lnTo>
                <a:lnTo>
                  <a:pt x="1614196" y="1340034"/>
                </a:lnTo>
                <a:lnTo>
                  <a:pt x="1568531" y="1339716"/>
                </a:lnTo>
                <a:close/>
                <a:moveTo>
                  <a:pt x="1505741" y="1339716"/>
                </a:moveTo>
                <a:lnTo>
                  <a:pt x="1507326" y="1366765"/>
                </a:lnTo>
                <a:lnTo>
                  <a:pt x="1553626" y="1366765"/>
                </a:lnTo>
                <a:lnTo>
                  <a:pt x="1551406" y="1339716"/>
                </a:lnTo>
                <a:lnTo>
                  <a:pt x="1505741" y="1339716"/>
                </a:lnTo>
                <a:close/>
                <a:moveTo>
                  <a:pt x="1442950" y="1339398"/>
                </a:moveTo>
                <a:lnTo>
                  <a:pt x="1443585" y="1366128"/>
                </a:lnTo>
                <a:lnTo>
                  <a:pt x="1489884" y="1366128"/>
                </a:lnTo>
                <a:lnTo>
                  <a:pt x="1488616" y="1339398"/>
                </a:lnTo>
                <a:lnTo>
                  <a:pt x="1442950" y="1339398"/>
                </a:lnTo>
                <a:close/>
                <a:moveTo>
                  <a:pt x="1380160" y="1339080"/>
                </a:moveTo>
                <a:lnTo>
                  <a:pt x="1380160" y="1365810"/>
                </a:lnTo>
                <a:lnTo>
                  <a:pt x="1426143" y="1365810"/>
                </a:lnTo>
                <a:lnTo>
                  <a:pt x="1425826" y="1339398"/>
                </a:lnTo>
                <a:lnTo>
                  <a:pt x="1380160" y="1339080"/>
                </a:lnTo>
                <a:close/>
                <a:moveTo>
                  <a:pt x="1317370" y="1338761"/>
                </a:moveTo>
                <a:lnTo>
                  <a:pt x="1316418" y="1365492"/>
                </a:lnTo>
                <a:lnTo>
                  <a:pt x="1362718" y="1365492"/>
                </a:lnTo>
                <a:lnTo>
                  <a:pt x="1363035" y="1339080"/>
                </a:lnTo>
                <a:lnTo>
                  <a:pt x="1317370" y="1338761"/>
                </a:lnTo>
                <a:close/>
                <a:moveTo>
                  <a:pt x="1254897" y="1338443"/>
                </a:moveTo>
                <a:lnTo>
                  <a:pt x="1252677" y="1365174"/>
                </a:lnTo>
                <a:lnTo>
                  <a:pt x="1298977" y="1365492"/>
                </a:lnTo>
                <a:lnTo>
                  <a:pt x="1300245" y="1338761"/>
                </a:lnTo>
                <a:lnTo>
                  <a:pt x="1254897" y="1338443"/>
                </a:lnTo>
                <a:close/>
                <a:moveTo>
                  <a:pt x="1192106" y="1338443"/>
                </a:moveTo>
                <a:lnTo>
                  <a:pt x="1189252" y="1364855"/>
                </a:lnTo>
                <a:lnTo>
                  <a:pt x="1235235" y="1365174"/>
                </a:lnTo>
                <a:lnTo>
                  <a:pt x="1237772" y="1338443"/>
                </a:lnTo>
                <a:lnTo>
                  <a:pt x="1192106" y="1338443"/>
                </a:lnTo>
                <a:close/>
                <a:moveTo>
                  <a:pt x="1128999" y="1338125"/>
                </a:moveTo>
                <a:lnTo>
                  <a:pt x="1125511" y="1364537"/>
                </a:lnTo>
                <a:lnTo>
                  <a:pt x="1172128" y="1364855"/>
                </a:lnTo>
                <a:lnTo>
                  <a:pt x="1174665" y="1338125"/>
                </a:lnTo>
                <a:lnTo>
                  <a:pt x="1128999" y="1338125"/>
                </a:lnTo>
                <a:close/>
                <a:moveTo>
                  <a:pt x="1066526" y="1337807"/>
                </a:moveTo>
                <a:lnTo>
                  <a:pt x="1061769" y="1364219"/>
                </a:lnTo>
                <a:lnTo>
                  <a:pt x="1108386" y="1364537"/>
                </a:lnTo>
                <a:lnTo>
                  <a:pt x="1111874" y="1338125"/>
                </a:lnTo>
                <a:lnTo>
                  <a:pt x="1066526" y="1337807"/>
                </a:lnTo>
                <a:close/>
                <a:moveTo>
                  <a:pt x="1003419" y="1337489"/>
                </a:moveTo>
                <a:lnTo>
                  <a:pt x="998345" y="1363901"/>
                </a:lnTo>
                <a:lnTo>
                  <a:pt x="1044644" y="1364219"/>
                </a:lnTo>
                <a:lnTo>
                  <a:pt x="1049401" y="1337807"/>
                </a:lnTo>
                <a:lnTo>
                  <a:pt x="1003419" y="1337489"/>
                </a:lnTo>
                <a:close/>
                <a:moveTo>
                  <a:pt x="538764" y="1314450"/>
                </a:moveTo>
                <a:lnTo>
                  <a:pt x="518458" y="1317308"/>
                </a:lnTo>
                <a:lnTo>
                  <a:pt x="498468" y="1320165"/>
                </a:lnTo>
                <a:lnTo>
                  <a:pt x="478479" y="1323340"/>
                </a:lnTo>
                <a:lnTo>
                  <a:pt x="458807" y="1326833"/>
                </a:lnTo>
                <a:lnTo>
                  <a:pt x="467691" y="1336675"/>
                </a:lnTo>
                <a:lnTo>
                  <a:pt x="476258" y="1346200"/>
                </a:lnTo>
                <a:lnTo>
                  <a:pt x="485142" y="1355408"/>
                </a:lnTo>
                <a:lnTo>
                  <a:pt x="494343" y="1364298"/>
                </a:lnTo>
                <a:lnTo>
                  <a:pt x="503228" y="1372871"/>
                </a:lnTo>
                <a:lnTo>
                  <a:pt x="512746" y="1381126"/>
                </a:lnTo>
                <a:lnTo>
                  <a:pt x="521948" y="1389381"/>
                </a:lnTo>
                <a:lnTo>
                  <a:pt x="531784" y="1397001"/>
                </a:lnTo>
                <a:lnTo>
                  <a:pt x="540986" y="1404621"/>
                </a:lnTo>
                <a:lnTo>
                  <a:pt x="551139" y="1411606"/>
                </a:lnTo>
                <a:lnTo>
                  <a:pt x="560658" y="1418273"/>
                </a:lnTo>
                <a:lnTo>
                  <a:pt x="570811" y="1424941"/>
                </a:lnTo>
                <a:lnTo>
                  <a:pt x="580965" y="1430973"/>
                </a:lnTo>
                <a:lnTo>
                  <a:pt x="591118" y="1437323"/>
                </a:lnTo>
                <a:lnTo>
                  <a:pt x="601589" y="1442721"/>
                </a:lnTo>
                <a:lnTo>
                  <a:pt x="611742" y="1447801"/>
                </a:lnTo>
                <a:lnTo>
                  <a:pt x="601589" y="1433831"/>
                </a:lnTo>
                <a:lnTo>
                  <a:pt x="591753" y="1419226"/>
                </a:lnTo>
                <a:lnTo>
                  <a:pt x="582234" y="1403351"/>
                </a:lnTo>
                <a:lnTo>
                  <a:pt x="573032" y="1387158"/>
                </a:lnTo>
                <a:lnTo>
                  <a:pt x="564148" y="1370013"/>
                </a:lnTo>
                <a:lnTo>
                  <a:pt x="555264" y="1352233"/>
                </a:lnTo>
                <a:lnTo>
                  <a:pt x="547014" y="1333500"/>
                </a:lnTo>
                <a:lnTo>
                  <a:pt x="538764" y="1314450"/>
                </a:lnTo>
                <a:close/>
                <a:moveTo>
                  <a:pt x="1688403" y="1302485"/>
                </a:moveTo>
                <a:lnTo>
                  <a:pt x="1692526" y="1329215"/>
                </a:lnTo>
                <a:lnTo>
                  <a:pt x="1737557" y="1329533"/>
                </a:lnTo>
                <a:lnTo>
                  <a:pt x="1733117" y="1302803"/>
                </a:lnTo>
                <a:lnTo>
                  <a:pt x="1688403" y="1302485"/>
                </a:lnTo>
                <a:close/>
                <a:moveTo>
                  <a:pt x="1626881" y="1302166"/>
                </a:moveTo>
                <a:lnTo>
                  <a:pt x="1630053" y="1329215"/>
                </a:lnTo>
                <a:lnTo>
                  <a:pt x="1675401" y="1329215"/>
                </a:lnTo>
                <a:lnTo>
                  <a:pt x="1671596" y="1302485"/>
                </a:lnTo>
                <a:lnTo>
                  <a:pt x="1626881" y="1302166"/>
                </a:lnTo>
                <a:close/>
                <a:moveTo>
                  <a:pt x="1565042" y="1302166"/>
                </a:moveTo>
                <a:lnTo>
                  <a:pt x="1567579" y="1328897"/>
                </a:lnTo>
                <a:lnTo>
                  <a:pt x="1612928" y="1329215"/>
                </a:lnTo>
                <a:lnTo>
                  <a:pt x="1610074" y="1302166"/>
                </a:lnTo>
                <a:lnTo>
                  <a:pt x="1565042" y="1302166"/>
                </a:lnTo>
                <a:close/>
                <a:moveTo>
                  <a:pt x="1503521" y="1301848"/>
                </a:moveTo>
                <a:lnTo>
                  <a:pt x="1505106" y="1328578"/>
                </a:lnTo>
                <a:lnTo>
                  <a:pt x="1550772" y="1328897"/>
                </a:lnTo>
                <a:lnTo>
                  <a:pt x="1548552" y="1302166"/>
                </a:lnTo>
                <a:lnTo>
                  <a:pt x="1503521" y="1301848"/>
                </a:lnTo>
                <a:close/>
                <a:moveTo>
                  <a:pt x="1441999" y="1301848"/>
                </a:moveTo>
                <a:lnTo>
                  <a:pt x="1442633" y="1328260"/>
                </a:lnTo>
                <a:lnTo>
                  <a:pt x="1487982" y="1328578"/>
                </a:lnTo>
                <a:lnTo>
                  <a:pt x="1486713" y="1301848"/>
                </a:lnTo>
                <a:lnTo>
                  <a:pt x="1441999" y="1301848"/>
                </a:lnTo>
                <a:close/>
                <a:moveTo>
                  <a:pt x="1380477" y="1301530"/>
                </a:moveTo>
                <a:lnTo>
                  <a:pt x="1380477" y="1328260"/>
                </a:lnTo>
                <a:lnTo>
                  <a:pt x="1425509" y="1328260"/>
                </a:lnTo>
                <a:lnTo>
                  <a:pt x="1425191" y="1301530"/>
                </a:lnTo>
                <a:lnTo>
                  <a:pt x="1380477" y="1301530"/>
                </a:lnTo>
                <a:close/>
                <a:moveTo>
                  <a:pt x="1318638" y="1301212"/>
                </a:moveTo>
                <a:lnTo>
                  <a:pt x="1317687" y="1327942"/>
                </a:lnTo>
                <a:lnTo>
                  <a:pt x="1363353" y="1328260"/>
                </a:lnTo>
                <a:lnTo>
                  <a:pt x="1363670" y="1301530"/>
                </a:lnTo>
                <a:lnTo>
                  <a:pt x="1318638" y="1301212"/>
                </a:lnTo>
                <a:close/>
                <a:moveTo>
                  <a:pt x="1257434" y="1301212"/>
                </a:moveTo>
                <a:lnTo>
                  <a:pt x="1255531" y="1327624"/>
                </a:lnTo>
                <a:lnTo>
                  <a:pt x="1300879" y="1327942"/>
                </a:lnTo>
                <a:lnTo>
                  <a:pt x="1301831" y="1301212"/>
                </a:lnTo>
                <a:lnTo>
                  <a:pt x="1257434" y="1301212"/>
                </a:lnTo>
                <a:close/>
                <a:moveTo>
                  <a:pt x="1195595" y="1300894"/>
                </a:moveTo>
                <a:lnTo>
                  <a:pt x="1193058" y="1327306"/>
                </a:lnTo>
                <a:lnTo>
                  <a:pt x="1238406" y="1327624"/>
                </a:lnTo>
                <a:lnTo>
                  <a:pt x="1240626" y="1300894"/>
                </a:lnTo>
                <a:lnTo>
                  <a:pt x="1195595" y="1300894"/>
                </a:lnTo>
                <a:close/>
                <a:moveTo>
                  <a:pt x="1134073" y="1300575"/>
                </a:moveTo>
                <a:lnTo>
                  <a:pt x="1130268" y="1327306"/>
                </a:lnTo>
                <a:lnTo>
                  <a:pt x="1175933" y="1327306"/>
                </a:lnTo>
                <a:lnTo>
                  <a:pt x="1178787" y="1300894"/>
                </a:lnTo>
                <a:lnTo>
                  <a:pt x="1134073" y="1300575"/>
                </a:lnTo>
                <a:close/>
                <a:moveTo>
                  <a:pt x="1072551" y="1300575"/>
                </a:moveTo>
                <a:lnTo>
                  <a:pt x="1068112" y="1326987"/>
                </a:lnTo>
                <a:lnTo>
                  <a:pt x="1113460" y="1326987"/>
                </a:lnTo>
                <a:lnTo>
                  <a:pt x="1117266" y="1300575"/>
                </a:lnTo>
                <a:lnTo>
                  <a:pt x="1072551" y="1300575"/>
                </a:lnTo>
                <a:close/>
                <a:moveTo>
                  <a:pt x="1010712" y="1300257"/>
                </a:moveTo>
                <a:lnTo>
                  <a:pt x="1005638" y="1326669"/>
                </a:lnTo>
                <a:lnTo>
                  <a:pt x="1050987" y="1326987"/>
                </a:lnTo>
                <a:lnTo>
                  <a:pt x="1055744" y="1300575"/>
                </a:lnTo>
                <a:lnTo>
                  <a:pt x="1010712" y="1300257"/>
                </a:lnTo>
                <a:close/>
                <a:moveTo>
                  <a:pt x="742467" y="1299528"/>
                </a:moveTo>
                <a:lnTo>
                  <a:pt x="705978" y="1300480"/>
                </a:lnTo>
                <a:lnTo>
                  <a:pt x="670124" y="1302068"/>
                </a:lnTo>
                <a:lnTo>
                  <a:pt x="634587" y="1304290"/>
                </a:lnTo>
                <a:lnTo>
                  <a:pt x="600002" y="1307148"/>
                </a:lnTo>
                <a:lnTo>
                  <a:pt x="608886" y="1327150"/>
                </a:lnTo>
                <a:lnTo>
                  <a:pt x="618088" y="1346518"/>
                </a:lnTo>
                <a:lnTo>
                  <a:pt x="627607" y="1364298"/>
                </a:lnTo>
                <a:lnTo>
                  <a:pt x="632683" y="1373188"/>
                </a:lnTo>
                <a:lnTo>
                  <a:pt x="637760" y="1381126"/>
                </a:lnTo>
                <a:lnTo>
                  <a:pt x="642519" y="1389381"/>
                </a:lnTo>
                <a:lnTo>
                  <a:pt x="647596" y="1397001"/>
                </a:lnTo>
                <a:lnTo>
                  <a:pt x="652673" y="1404621"/>
                </a:lnTo>
                <a:lnTo>
                  <a:pt x="657750" y="1411288"/>
                </a:lnTo>
                <a:lnTo>
                  <a:pt x="662826" y="1417956"/>
                </a:lnTo>
                <a:lnTo>
                  <a:pt x="668220" y="1424623"/>
                </a:lnTo>
                <a:lnTo>
                  <a:pt x="673614" y="1430656"/>
                </a:lnTo>
                <a:lnTo>
                  <a:pt x="678691" y="1436688"/>
                </a:lnTo>
                <a:lnTo>
                  <a:pt x="686941" y="1444626"/>
                </a:lnTo>
                <a:lnTo>
                  <a:pt x="694873" y="1451928"/>
                </a:lnTo>
                <a:lnTo>
                  <a:pt x="703123" y="1458913"/>
                </a:lnTo>
                <a:lnTo>
                  <a:pt x="711055" y="1464628"/>
                </a:lnTo>
                <a:lnTo>
                  <a:pt x="718987" y="1469708"/>
                </a:lnTo>
                <a:lnTo>
                  <a:pt x="726920" y="1474153"/>
                </a:lnTo>
                <a:lnTo>
                  <a:pt x="734535" y="1477963"/>
                </a:lnTo>
                <a:lnTo>
                  <a:pt x="742467" y="1480821"/>
                </a:lnTo>
                <a:lnTo>
                  <a:pt x="742467" y="1299528"/>
                </a:lnTo>
                <a:close/>
                <a:moveTo>
                  <a:pt x="1682695" y="1264935"/>
                </a:moveTo>
                <a:lnTo>
                  <a:pt x="1686818" y="1291665"/>
                </a:lnTo>
                <a:lnTo>
                  <a:pt x="1731215" y="1291665"/>
                </a:lnTo>
                <a:lnTo>
                  <a:pt x="1726775" y="1264935"/>
                </a:lnTo>
                <a:lnTo>
                  <a:pt x="1682695" y="1264935"/>
                </a:lnTo>
                <a:close/>
                <a:moveTo>
                  <a:pt x="1622442" y="1264617"/>
                </a:moveTo>
                <a:lnTo>
                  <a:pt x="1625613" y="1291347"/>
                </a:lnTo>
                <a:lnTo>
                  <a:pt x="1670327" y="1291665"/>
                </a:lnTo>
                <a:lnTo>
                  <a:pt x="1666205" y="1264617"/>
                </a:lnTo>
                <a:lnTo>
                  <a:pt x="1622442" y="1264617"/>
                </a:lnTo>
                <a:close/>
                <a:moveTo>
                  <a:pt x="1561871" y="1264617"/>
                </a:moveTo>
                <a:lnTo>
                  <a:pt x="1564091" y="1291347"/>
                </a:lnTo>
                <a:lnTo>
                  <a:pt x="1608805" y="1291347"/>
                </a:lnTo>
                <a:lnTo>
                  <a:pt x="1605951" y="1264617"/>
                </a:lnTo>
                <a:lnTo>
                  <a:pt x="1561871" y="1264617"/>
                </a:lnTo>
                <a:close/>
                <a:moveTo>
                  <a:pt x="1501618" y="1264298"/>
                </a:moveTo>
                <a:lnTo>
                  <a:pt x="1502886" y="1291029"/>
                </a:lnTo>
                <a:lnTo>
                  <a:pt x="1547284" y="1291029"/>
                </a:lnTo>
                <a:lnTo>
                  <a:pt x="1545381" y="1264298"/>
                </a:lnTo>
                <a:lnTo>
                  <a:pt x="1501618" y="1264298"/>
                </a:lnTo>
                <a:close/>
                <a:moveTo>
                  <a:pt x="1441048" y="1263980"/>
                </a:moveTo>
                <a:lnTo>
                  <a:pt x="1441682" y="1290711"/>
                </a:lnTo>
                <a:lnTo>
                  <a:pt x="1486396" y="1291029"/>
                </a:lnTo>
                <a:lnTo>
                  <a:pt x="1485128" y="1264298"/>
                </a:lnTo>
                <a:lnTo>
                  <a:pt x="1441048" y="1263980"/>
                </a:lnTo>
                <a:close/>
                <a:moveTo>
                  <a:pt x="1380794" y="1263980"/>
                </a:moveTo>
                <a:lnTo>
                  <a:pt x="1380477" y="1290711"/>
                </a:lnTo>
                <a:lnTo>
                  <a:pt x="1424874" y="1290711"/>
                </a:lnTo>
                <a:lnTo>
                  <a:pt x="1424557" y="1263980"/>
                </a:lnTo>
                <a:lnTo>
                  <a:pt x="1380794" y="1263980"/>
                </a:lnTo>
                <a:close/>
                <a:moveTo>
                  <a:pt x="1320224" y="1263662"/>
                </a:moveTo>
                <a:lnTo>
                  <a:pt x="1319273" y="1290392"/>
                </a:lnTo>
                <a:lnTo>
                  <a:pt x="1363670" y="1290711"/>
                </a:lnTo>
                <a:lnTo>
                  <a:pt x="1363987" y="1263980"/>
                </a:lnTo>
                <a:lnTo>
                  <a:pt x="1320224" y="1263662"/>
                </a:lnTo>
                <a:close/>
                <a:moveTo>
                  <a:pt x="1259654" y="1263662"/>
                </a:moveTo>
                <a:lnTo>
                  <a:pt x="1258068" y="1290392"/>
                </a:lnTo>
                <a:lnTo>
                  <a:pt x="1302465" y="1290392"/>
                </a:lnTo>
                <a:lnTo>
                  <a:pt x="1303416" y="1263662"/>
                </a:lnTo>
                <a:lnTo>
                  <a:pt x="1259654" y="1263662"/>
                </a:lnTo>
                <a:close/>
                <a:moveTo>
                  <a:pt x="1199083" y="1263344"/>
                </a:moveTo>
                <a:lnTo>
                  <a:pt x="1196546" y="1290074"/>
                </a:lnTo>
                <a:lnTo>
                  <a:pt x="1241260" y="1290392"/>
                </a:lnTo>
                <a:lnTo>
                  <a:pt x="1243163" y="1263662"/>
                </a:lnTo>
                <a:lnTo>
                  <a:pt x="1199083" y="1263344"/>
                </a:lnTo>
                <a:close/>
                <a:moveTo>
                  <a:pt x="1138830" y="1263344"/>
                </a:moveTo>
                <a:lnTo>
                  <a:pt x="1135659" y="1289756"/>
                </a:lnTo>
                <a:lnTo>
                  <a:pt x="1180056" y="1290074"/>
                </a:lnTo>
                <a:lnTo>
                  <a:pt x="1182593" y="1263344"/>
                </a:lnTo>
                <a:lnTo>
                  <a:pt x="1138830" y="1263344"/>
                </a:lnTo>
                <a:close/>
                <a:moveTo>
                  <a:pt x="1078259" y="1263026"/>
                </a:moveTo>
                <a:lnTo>
                  <a:pt x="1074137" y="1289756"/>
                </a:lnTo>
                <a:lnTo>
                  <a:pt x="1118851" y="1289756"/>
                </a:lnTo>
                <a:lnTo>
                  <a:pt x="1122339" y="1263344"/>
                </a:lnTo>
                <a:lnTo>
                  <a:pt x="1078259" y="1263026"/>
                </a:lnTo>
                <a:close/>
                <a:moveTo>
                  <a:pt x="1018006" y="1263026"/>
                </a:moveTo>
                <a:lnTo>
                  <a:pt x="1012615" y="1289438"/>
                </a:lnTo>
                <a:lnTo>
                  <a:pt x="1057329" y="1289756"/>
                </a:lnTo>
                <a:lnTo>
                  <a:pt x="1061769" y="1263026"/>
                </a:lnTo>
                <a:lnTo>
                  <a:pt x="1018006" y="1263026"/>
                </a:lnTo>
                <a:close/>
                <a:moveTo>
                  <a:pt x="1676987" y="1227067"/>
                </a:moveTo>
                <a:lnTo>
                  <a:pt x="1681109" y="1253797"/>
                </a:lnTo>
                <a:lnTo>
                  <a:pt x="1724872" y="1254115"/>
                </a:lnTo>
                <a:lnTo>
                  <a:pt x="1719798" y="1227067"/>
                </a:lnTo>
                <a:lnTo>
                  <a:pt x="1676987" y="1227067"/>
                </a:lnTo>
                <a:close/>
                <a:moveTo>
                  <a:pt x="1618002" y="1227067"/>
                </a:moveTo>
                <a:lnTo>
                  <a:pt x="1621173" y="1253797"/>
                </a:lnTo>
                <a:lnTo>
                  <a:pt x="1664619" y="1253797"/>
                </a:lnTo>
                <a:lnTo>
                  <a:pt x="1660813" y="1227067"/>
                </a:lnTo>
                <a:lnTo>
                  <a:pt x="1618002" y="1227067"/>
                </a:lnTo>
                <a:close/>
                <a:moveTo>
                  <a:pt x="1558383" y="1226431"/>
                </a:moveTo>
                <a:lnTo>
                  <a:pt x="1560920" y="1253479"/>
                </a:lnTo>
                <a:lnTo>
                  <a:pt x="1604683" y="1253797"/>
                </a:lnTo>
                <a:lnTo>
                  <a:pt x="1601512" y="1226431"/>
                </a:lnTo>
                <a:lnTo>
                  <a:pt x="1558383" y="1226431"/>
                </a:lnTo>
                <a:close/>
                <a:moveTo>
                  <a:pt x="1499398" y="1226431"/>
                </a:moveTo>
                <a:lnTo>
                  <a:pt x="1500984" y="1253479"/>
                </a:lnTo>
                <a:lnTo>
                  <a:pt x="1544430" y="1253479"/>
                </a:lnTo>
                <a:lnTo>
                  <a:pt x="1542210" y="1226431"/>
                </a:lnTo>
                <a:lnTo>
                  <a:pt x="1499398" y="1226431"/>
                </a:lnTo>
                <a:close/>
                <a:moveTo>
                  <a:pt x="1439779" y="1226112"/>
                </a:moveTo>
                <a:lnTo>
                  <a:pt x="1440730" y="1253161"/>
                </a:lnTo>
                <a:lnTo>
                  <a:pt x="1484493" y="1253479"/>
                </a:lnTo>
                <a:lnTo>
                  <a:pt x="1483225" y="1226431"/>
                </a:lnTo>
                <a:lnTo>
                  <a:pt x="1439779" y="1226112"/>
                </a:lnTo>
                <a:close/>
                <a:moveTo>
                  <a:pt x="1380794" y="1226112"/>
                </a:moveTo>
                <a:lnTo>
                  <a:pt x="1380794" y="1253161"/>
                </a:lnTo>
                <a:lnTo>
                  <a:pt x="1424240" y="1253161"/>
                </a:lnTo>
                <a:lnTo>
                  <a:pt x="1423606" y="1226112"/>
                </a:lnTo>
                <a:lnTo>
                  <a:pt x="1380794" y="1226112"/>
                </a:lnTo>
                <a:close/>
                <a:moveTo>
                  <a:pt x="1321492" y="1226112"/>
                </a:moveTo>
                <a:lnTo>
                  <a:pt x="1320541" y="1252843"/>
                </a:lnTo>
                <a:lnTo>
                  <a:pt x="1364304" y="1253161"/>
                </a:lnTo>
                <a:lnTo>
                  <a:pt x="1364621" y="1226112"/>
                </a:lnTo>
                <a:lnTo>
                  <a:pt x="1321492" y="1226112"/>
                </a:lnTo>
                <a:close/>
                <a:moveTo>
                  <a:pt x="1262190" y="1225794"/>
                </a:moveTo>
                <a:lnTo>
                  <a:pt x="1260605" y="1252843"/>
                </a:lnTo>
                <a:lnTo>
                  <a:pt x="1304051" y="1252843"/>
                </a:lnTo>
                <a:lnTo>
                  <a:pt x="1305319" y="1225794"/>
                </a:lnTo>
                <a:lnTo>
                  <a:pt x="1262190" y="1225794"/>
                </a:lnTo>
                <a:close/>
                <a:moveTo>
                  <a:pt x="1203206" y="1225794"/>
                </a:moveTo>
                <a:lnTo>
                  <a:pt x="1200352" y="1252524"/>
                </a:lnTo>
                <a:lnTo>
                  <a:pt x="1244115" y="1252843"/>
                </a:lnTo>
                <a:lnTo>
                  <a:pt x="1246017" y="1225794"/>
                </a:lnTo>
                <a:lnTo>
                  <a:pt x="1203206" y="1225794"/>
                </a:lnTo>
                <a:close/>
                <a:moveTo>
                  <a:pt x="1143904" y="1225476"/>
                </a:moveTo>
                <a:lnTo>
                  <a:pt x="1140415" y="1252524"/>
                </a:lnTo>
                <a:lnTo>
                  <a:pt x="1183861" y="1252524"/>
                </a:lnTo>
                <a:lnTo>
                  <a:pt x="1187032" y="1225794"/>
                </a:lnTo>
                <a:lnTo>
                  <a:pt x="1143904" y="1225476"/>
                </a:lnTo>
                <a:close/>
                <a:moveTo>
                  <a:pt x="1084602" y="1225476"/>
                </a:moveTo>
                <a:lnTo>
                  <a:pt x="1080162" y="1252206"/>
                </a:lnTo>
                <a:lnTo>
                  <a:pt x="1123925" y="1252524"/>
                </a:lnTo>
                <a:lnTo>
                  <a:pt x="1127731" y="1225476"/>
                </a:lnTo>
                <a:lnTo>
                  <a:pt x="1084602" y="1225476"/>
                </a:lnTo>
                <a:close/>
                <a:moveTo>
                  <a:pt x="1025300" y="1225476"/>
                </a:moveTo>
                <a:lnTo>
                  <a:pt x="1020226" y="1252206"/>
                </a:lnTo>
                <a:lnTo>
                  <a:pt x="1063672" y="1252206"/>
                </a:lnTo>
                <a:lnTo>
                  <a:pt x="1068429" y="1225476"/>
                </a:lnTo>
                <a:lnTo>
                  <a:pt x="1025300" y="1225476"/>
                </a:lnTo>
                <a:close/>
                <a:moveTo>
                  <a:pt x="1671279" y="1188881"/>
                </a:moveTo>
                <a:lnTo>
                  <a:pt x="1675401" y="1216248"/>
                </a:lnTo>
                <a:lnTo>
                  <a:pt x="1718213" y="1216248"/>
                </a:lnTo>
                <a:lnTo>
                  <a:pt x="1713456" y="1188881"/>
                </a:lnTo>
                <a:lnTo>
                  <a:pt x="1671279" y="1188881"/>
                </a:lnTo>
                <a:close/>
                <a:moveTo>
                  <a:pt x="1613245" y="1188881"/>
                </a:moveTo>
                <a:lnTo>
                  <a:pt x="1616416" y="1215929"/>
                </a:lnTo>
                <a:lnTo>
                  <a:pt x="1659228" y="1216248"/>
                </a:lnTo>
                <a:lnTo>
                  <a:pt x="1655422" y="1188881"/>
                </a:lnTo>
                <a:lnTo>
                  <a:pt x="1613245" y="1188881"/>
                </a:lnTo>
                <a:close/>
                <a:moveTo>
                  <a:pt x="1555212" y="1188881"/>
                </a:moveTo>
                <a:lnTo>
                  <a:pt x="1557432" y="1215929"/>
                </a:lnTo>
                <a:lnTo>
                  <a:pt x="1600560" y="1215929"/>
                </a:lnTo>
                <a:lnTo>
                  <a:pt x="1597389" y="1188881"/>
                </a:lnTo>
                <a:lnTo>
                  <a:pt x="1555212" y="1188881"/>
                </a:lnTo>
                <a:close/>
                <a:moveTo>
                  <a:pt x="1497178" y="1188881"/>
                </a:moveTo>
                <a:lnTo>
                  <a:pt x="1498764" y="1215929"/>
                </a:lnTo>
                <a:lnTo>
                  <a:pt x="1541575" y="1215929"/>
                </a:lnTo>
                <a:lnTo>
                  <a:pt x="1539356" y="1188881"/>
                </a:lnTo>
                <a:lnTo>
                  <a:pt x="1497178" y="1188881"/>
                </a:lnTo>
                <a:close/>
                <a:moveTo>
                  <a:pt x="1438828" y="1188563"/>
                </a:moveTo>
                <a:lnTo>
                  <a:pt x="1439779" y="1215611"/>
                </a:lnTo>
                <a:lnTo>
                  <a:pt x="1482591" y="1215929"/>
                </a:lnTo>
                <a:lnTo>
                  <a:pt x="1481322" y="1188563"/>
                </a:lnTo>
                <a:lnTo>
                  <a:pt x="1438828" y="1188563"/>
                </a:lnTo>
                <a:close/>
                <a:moveTo>
                  <a:pt x="1381111" y="1188563"/>
                </a:moveTo>
                <a:lnTo>
                  <a:pt x="1380794" y="1215611"/>
                </a:lnTo>
                <a:lnTo>
                  <a:pt x="1423606" y="1215611"/>
                </a:lnTo>
                <a:lnTo>
                  <a:pt x="1422972" y="1188563"/>
                </a:lnTo>
                <a:lnTo>
                  <a:pt x="1381111" y="1188563"/>
                </a:lnTo>
                <a:close/>
                <a:moveTo>
                  <a:pt x="1322761" y="1188563"/>
                </a:moveTo>
                <a:lnTo>
                  <a:pt x="1321810" y="1215611"/>
                </a:lnTo>
                <a:lnTo>
                  <a:pt x="1364621" y="1215611"/>
                </a:lnTo>
                <a:lnTo>
                  <a:pt x="1365255" y="1188563"/>
                </a:lnTo>
                <a:lnTo>
                  <a:pt x="1322761" y="1188563"/>
                </a:lnTo>
                <a:close/>
                <a:moveTo>
                  <a:pt x="1264727" y="1188563"/>
                </a:moveTo>
                <a:lnTo>
                  <a:pt x="1263142" y="1215293"/>
                </a:lnTo>
                <a:lnTo>
                  <a:pt x="1305636" y="1215293"/>
                </a:lnTo>
                <a:lnTo>
                  <a:pt x="1307222" y="1188563"/>
                </a:lnTo>
                <a:lnTo>
                  <a:pt x="1264727" y="1188563"/>
                </a:lnTo>
                <a:close/>
                <a:moveTo>
                  <a:pt x="1206694" y="1188244"/>
                </a:moveTo>
                <a:lnTo>
                  <a:pt x="1204157" y="1215293"/>
                </a:lnTo>
                <a:lnTo>
                  <a:pt x="1246969" y="1215293"/>
                </a:lnTo>
                <a:lnTo>
                  <a:pt x="1248871" y="1188563"/>
                </a:lnTo>
                <a:lnTo>
                  <a:pt x="1206694" y="1188244"/>
                </a:lnTo>
                <a:close/>
                <a:moveTo>
                  <a:pt x="1148661" y="1188244"/>
                </a:moveTo>
                <a:lnTo>
                  <a:pt x="1145172" y="1215293"/>
                </a:lnTo>
                <a:lnTo>
                  <a:pt x="1188301" y="1215293"/>
                </a:lnTo>
                <a:lnTo>
                  <a:pt x="1190838" y="1188244"/>
                </a:lnTo>
                <a:lnTo>
                  <a:pt x="1148661" y="1188244"/>
                </a:lnTo>
                <a:close/>
                <a:moveTo>
                  <a:pt x="1090627" y="1188244"/>
                </a:moveTo>
                <a:lnTo>
                  <a:pt x="1086505" y="1214975"/>
                </a:lnTo>
                <a:lnTo>
                  <a:pt x="1128999" y="1214975"/>
                </a:lnTo>
                <a:lnTo>
                  <a:pt x="1132805" y="1188244"/>
                </a:lnTo>
                <a:lnTo>
                  <a:pt x="1090627" y="1188244"/>
                </a:lnTo>
                <a:close/>
                <a:moveTo>
                  <a:pt x="1032594" y="1187926"/>
                </a:moveTo>
                <a:lnTo>
                  <a:pt x="1027203" y="1214975"/>
                </a:lnTo>
                <a:lnTo>
                  <a:pt x="1070331" y="1214975"/>
                </a:lnTo>
                <a:lnTo>
                  <a:pt x="1074771" y="1188244"/>
                </a:lnTo>
                <a:lnTo>
                  <a:pt x="1032594" y="1187926"/>
                </a:lnTo>
                <a:close/>
                <a:moveTo>
                  <a:pt x="1740728" y="1132875"/>
                </a:moveTo>
                <a:lnTo>
                  <a:pt x="1737874" y="1133193"/>
                </a:lnTo>
                <a:lnTo>
                  <a:pt x="1735337" y="1133829"/>
                </a:lnTo>
                <a:lnTo>
                  <a:pt x="1733117" y="1134784"/>
                </a:lnTo>
                <a:lnTo>
                  <a:pt x="1731532" y="1136057"/>
                </a:lnTo>
                <a:lnTo>
                  <a:pt x="1730263" y="1137648"/>
                </a:lnTo>
                <a:lnTo>
                  <a:pt x="1729312" y="1139875"/>
                </a:lnTo>
                <a:lnTo>
                  <a:pt x="1728995" y="1142103"/>
                </a:lnTo>
                <a:lnTo>
                  <a:pt x="1728995" y="1144330"/>
                </a:lnTo>
                <a:lnTo>
                  <a:pt x="1730263" y="1151649"/>
                </a:lnTo>
                <a:lnTo>
                  <a:pt x="1731215" y="1153877"/>
                </a:lnTo>
                <a:lnTo>
                  <a:pt x="1732166" y="1156104"/>
                </a:lnTo>
                <a:lnTo>
                  <a:pt x="1734069" y="1158332"/>
                </a:lnTo>
                <a:lnTo>
                  <a:pt x="1735971" y="1159923"/>
                </a:lnTo>
                <a:lnTo>
                  <a:pt x="1738508" y="1161514"/>
                </a:lnTo>
                <a:lnTo>
                  <a:pt x="1741045" y="1162469"/>
                </a:lnTo>
                <a:lnTo>
                  <a:pt x="1743582" y="1163105"/>
                </a:lnTo>
                <a:lnTo>
                  <a:pt x="1746437" y="1163423"/>
                </a:lnTo>
                <a:lnTo>
                  <a:pt x="1772123" y="1163423"/>
                </a:lnTo>
                <a:lnTo>
                  <a:pt x="1775295" y="1163105"/>
                </a:lnTo>
                <a:lnTo>
                  <a:pt x="1777832" y="1162469"/>
                </a:lnTo>
                <a:lnTo>
                  <a:pt x="1779734" y="1161514"/>
                </a:lnTo>
                <a:lnTo>
                  <a:pt x="1781637" y="1159923"/>
                </a:lnTo>
                <a:lnTo>
                  <a:pt x="1782906" y="1158332"/>
                </a:lnTo>
                <a:lnTo>
                  <a:pt x="1783857" y="1156104"/>
                </a:lnTo>
                <a:lnTo>
                  <a:pt x="1784174" y="1154195"/>
                </a:lnTo>
                <a:lnTo>
                  <a:pt x="1783857" y="1151968"/>
                </a:lnTo>
                <a:lnTo>
                  <a:pt x="1782271" y="1144330"/>
                </a:lnTo>
                <a:lnTo>
                  <a:pt x="1781637" y="1142103"/>
                </a:lnTo>
                <a:lnTo>
                  <a:pt x="1780369" y="1139875"/>
                </a:lnTo>
                <a:lnTo>
                  <a:pt x="1778783" y="1137648"/>
                </a:lnTo>
                <a:lnTo>
                  <a:pt x="1776563" y="1136057"/>
                </a:lnTo>
                <a:lnTo>
                  <a:pt x="1774343" y="1134784"/>
                </a:lnTo>
                <a:lnTo>
                  <a:pt x="1771489" y="1133829"/>
                </a:lnTo>
                <a:lnTo>
                  <a:pt x="1768635" y="1133193"/>
                </a:lnTo>
                <a:lnTo>
                  <a:pt x="1766098" y="1132875"/>
                </a:lnTo>
                <a:lnTo>
                  <a:pt x="1740728" y="1132875"/>
                </a:lnTo>
                <a:close/>
                <a:moveTo>
                  <a:pt x="1664619" y="1132875"/>
                </a:moveTo>
                <a:lnTo>
                  <a:pt x="1661765" y="1133193"/>
                </a:lnTo>
                <a:lnTo>
                  <a:pt x="1659545" y="1133829"/>
                </a:lnTo>
                <a:lnTo>
                  <a:pt x="1657325" y="1134784"/>
                </a:lnTo>
                <a:lnTo>
                  <a:pt x="1655422" y="1136057"/>
                </a:lnTo>
                <a:lnTo>
                  <a:pt x="1654154" y="1137648"/>
                </a:lnTo>
                <a:lnTo>
                  <a:pt x="1653203" y="1139875"/>
                </a:lnTo>
                <a:lnTo>
                  <a:pt x="1652568" y="1142103"/>
                </a:lnTo>
                <a:lnTo>
                  <a:pt x="1652568" y="1144330"/>
                </a:lnTo>
                <a:lnTo>
                  <a:pt x="1653837" y="1151649"/>
                </a:lnTo>
                <a:lnTo>
                  <a:pt x="1654471" y="1153877"/>
                </a:lnTo>
                <a:lnTo>
                  <a:pt x="1655422" y="1156104"/>
                </a:lnTo>
                <a:lnTo>
                  <a:pt x="1657008" y="1158332"/>
                </a:lnTo>
                <a:lnTo>
                  <a:pt x="1658911" y="1159923"/>
                </a:lnTo>
                <a:lnTo>
                  <a:pt x="1661131" y="1161196"/>
                </a:lnTo>
                <a:lnTo>
                  <a:pt x="1663668" y="1162469"/>
                </a:lnTo>
                <a:lnTo>
                  <a:pt x="1666205" y="1163105"/>
                </a:lnTo>
                <a:lnTo>
                  <a:pt x="1669376" y="1163105"/>
                </a:lnTo>
                <a:lnTo>
                  <a:pt x="1695063" y="1163423"/>
                </a:lnTo>
                <a:lnTo>
                  <a:pt x="1697917" y="1163105"/>
                </a:lnTo>
                <a:lnTo>
                  <a:pt x="1700137" y="1162469"/>
                </a:lnTo>
                <a:lnTo>
                  <a:pt x="1702357" y="1161514"/>
                </a:lnTo>
                <a:lnTo>
                  <a:pt x="1704576" y="1159923"/>
                </a:lnTo>
                <a:lnTo>
                  <a:pt x="1705845" y="1158332"/>
                </a:lnTo>
                <a:lnTo>
                  <a:pt x="1706796" y="1156104"/>
                </a:lnTo>
                <a:lnTo>
                  <a:pt x="1707430" y="1153877"/>
                </a:lnTo>
                <a:lnTo>
                  <a:pt x="1707113" y="1151649"/>
                </a:lnTo>
                <a:lnTo>
                  <a:pt x="1705845" y="1144330"/>
                </a:lnTo>
                <a:lnTo>
                  <a:pt x="1705211" y="1142103"/>
                </a:lnTo>
                <a:lnTo>
                  <a:pt x="1704259" y="1139875"/>
                </a:lnTo>
                <a:lnTo>
                  <a:pt x="1702357" y="1137648"/>
                </a:lnTo>
                <a:lnTo>
                  <a:pt x="1700137" y="1136057"/>
                </a:lnTo>
                <a:lnTo>
                  <a:pt x="1697917" y="1134784"/>
                </a:lnTo>
                <a:lnTo>
                  <a:pt x="1695697" y="1133829"/>
                </a:lnTo>
                <a:lnTo>
                  <a:pt x="1692843" y="1133193"/>
                </a:lnTo>
                <a:lnTo>
                  <a:pt x="1689989" y="1132875"/>
                </a:lnTo>
                <a:lnTo>
                  <a:pt x="1664619" y="1132875"/>
                </a:lnTo>
                <a:close/>
                <a:moveTo>
                  <a:pt x="1586924" y="1132875"/>
                </a:moveTo>
                <a:lnTo>
                  <a:pt x="1584704" y="1133511"/>
                </a:lnTo>
                <a:lnTo>
                  <a:pt x="1582167" y="1134784"/>
                </a:lnTo>
                <a:lnTo>
                  <a:pt x="1580264" y="1136057"/>
                </a:lnTo>
                <a:lnTo>
                  <a:pt x="1578679" y="1137648"/>
                </a:lnTo>
                <a:lnTo>
                  <a:pt x="1577727" y="1139875"/>
                </a:lnTo>
                <a:lnTo>
                  <a:pt x="1577093" y="1142103"/>
                </a:lnTo>
                <a:lnTo>
                  <a:pt x="1577093" y="1144330"/>
                </a:lnTo>
                <a:lnTo>
                  <a:pt x="1578044" y="1151649"/>
                </a:lnTo>
                <a:lnTo>
                  <a:pt x="1578362" y="1153877"/>
                </a:lnTo>
                <a:lnTo>
                  <a:pt x="1579313" y="1156104"/>
                </a:lnTo>
                <a:lnTo>
                  <a:pt x="1580899" y="1158332"/>
                </a:lnTo>
                <a:lnTo>
                  <a:pt x="1583118" y="1159923"/>
                </a:lnTo>
                <a:lnTo>
                  <a:pt x="1585338" y="1161196"/>
                </a:lnTo>
                <a:lnTo>
                  <a:pt x="1587558" y="1162151"/>
                </a:lnTo>
                <a:lnTo>
                  <a:pt x="1590412" y="1162787"/>
                </a:lnTo>
                <a:lnTo>
                  <a:pt x="1593266" y="1163105"/>
                </a:lnTo>
                <a:lnTo>
                  <a:pt x="1618953" y="1163105"/>
                </a:lnTo>
                <a:lnTo>
                  <a:pt x="1621807" y="1163105"/>
                </a:lnTo>
                <a:lnTo>
                  <a:pt x="1624344" y="1162469"/>
                </a:lnTo>
                <a:lnTo>
                  <a:pt x="1626564" y="1161196"/>
                </a:lnTo>
                <a:lnTo>
                  <a:pt x="1628467" y="1159923"/>
                </a:lnTo>
                <a:lnTo>
                  <a:pt x="1629735" y="1158332"/>
                </a:lnTo>
                <a:lnTo>
                  <a:pt x="1631004" y="1156104"/>
                </a:lnTo>
                <a:lnTo>
                  <a:pt x="1631321" y="1153877"/>
                </a:lnTo>
                <a:lnTo>
                  <a:pt x="1631321" y="1151649"/>
                </a:lnTo>
                <a:lnTo>
                  <a:pt x="1630370" y="1144330"/>
                </a:lnTo>
                <a:lnTo>
                  <a:pt x="1629735" y="1142103"/>
                </a:lnTo>
                <a:lnTo>
                  <a:pt x="1628784" y="1139875"/>
                </a:lnTo>
                <a:lnTo>
                  <a:pt x="1627198" y="1137648"/>
                </a:lnTo>
                <a:lnTo>
                  <a:pt x="1625296" y="1136057"/>
                </a:lnTo>
                <a:lnTo>
                  <a:pt x="1623076" y="1134784"/>
                </a:lnTo>
                <a:lnTo>
                  <a:pt x="1620856" y="1133829"/>
                </a:lnTo>
                <a:lnTo>
                  <a:pt x="1618002" y="1132875"/>
                </a:lnTo>
                <a:lnTo>
                  <a:pt x="1615148" y="1132875"/>
                </a:lnTo>
                <a:lnTo>
                  <a:pt x="1589778" y="1132875"/>
                </a:lnTo>
                <a:lnTo>
                  <a:pt x="1586924" y="1132875"/>
                </a:lnTo>
                <a:close/>
                <a:moveTo>
                  <a:pt x="1510815" y="1132875"/>
                </a:moveTo>
                <a:lnTo>
                  <a:pt x="1508278" y="1133511"/>
                </a:lnTo>
                <a:lnTo>
                  <a:pt x="1506058" y="1134784"/>
                </a:lnTo>
                <a:lnTo>
                  <a:pt x="1504155" y="1136057"/>
                </a:lnTo>
                <a:lnTo>
                  <a:pt x="1502569" y="1137648"/>
                </a:lnTo>
                <a:lnTo>
                  <a:pt x="1501618" y="1139875"/>
                </a:lnTo>
                <a:lnTo>
                  <a:pt x="1500984" y="1142103"/>
                </a:lnTo>
                <a:lnTo>
                  <a:pt x="1500667" y="1144330"/>
                </a:lnTo>
                <a:lnTo>
                  <a:pt x="1501301" y="1151649"/>
                </a:lnTo>
                <a:lnTo>
                  <a:pt x="1501618" y="1153877"/>
                </a:lnTo>
                <a:lnTo>
                  <a:pt x="1502569" y="1156104"/>
                </a:lnTo>
                <a:lnTo>
                  <a:pt x="1503838" y="1158332"/>
                </a:lnTo>
                <a:lnTo>
                  <a:pt x="1505741" y="1159923"/>
                </a:lnTo>
                <a:lnTo>
                  <a:pt x="1507960" y="1161196"/>
                </a:lnTo>
                <a:lnTo>
                  <a:pt x="1510180" y="1162151"/>
                </a:lnTo>
                <a:lnTo>
                  <a:pt x="1512717" y="1162787"/>
                </a:lnTo>
                <a:lnTo>
                  <a:pt x="1515888" y="1163105"/>
                </a:lnTo>
                <a:lnTo>
                  <a:pt x="1541575" y="1163105"/>
                </a:lnTo>
                <a:lnTo>
                  <a:pt x="1544430" y="1162787"/>
                </a:lnTo>
                <a:lnTo>
                  <a:pt x="1546966" y="1162151"/>
                </a:lnTo>
                <a:lnTo>
                  <a:pt x="1549503" y="1161196"/>
                </a:lnTo>
                <a:lnTo>
                  <a:pt x="1551406" y="1159923"/>
                </a:lnTo>
                <a:lnTo>
                  <a:pt x="1552992" y="1158332"/>
                </a:lnTo>
                <a:lnTo>
                  <a:pt x="1553943" y="1156104"/>
                </a:lnTo>
                <a:lnTo>
                  <a:pt x="1554577" y="1153877"/>
                </a:lnTo>
                <a:lnTo>
                  <a:pt x="1554577" y="1151649"/>
                </a:lnTo>
                <a:lnTo>
                  <a:pt x="1553943" y="1144330"/>
                </a:lnTo>
                <a:lnTo>
                  <a:pt x="1553626" y="1142103"/>
                </a:lnTo>
                <a:lnTo>
                  <a:pt x="1552675" y="1139875"/>
                </a:lnTo>
                <a:lnTo>
                  <a:pt x="1551089" y="1137648"/>
                </a:lnTo>
                <a:lnTo>
                  <a:pt x="1549186" y="1136057"/>
                </a:lnTo>
                <a:lnTo>
                  <a:pt x="1546966" y="1134784"/>
                </a:lnTo>
                <a:lnTo>
                  <a:pt x="1544430" y="1133511"/>
                </a:lnTo>
                <a:lnTo>
                  <a:pt x="1541893" y="1132875"/>
                </a:lnTo>
                <a:lnTo>
                  <a:pt x="1539038" y="1132875"/>
                </a:lnTo>
                <a:lnTo>
                  <a:pt x="1513986" y="1132875"/>
                </a:lnTo>
                <a:lnTo>
                  <a:pt x="1510815" y="1132875"/>
                </a:lnTo>
                <a:close/>
                <a:moveTo>
                  <a:pt x="981854" y="1117600"/>
                </a:moveTo>
                <a:lnTo>
                  <a:pt x="1765464" y="1117600"/>
                </a:lnTo>
                <a:lnTo>
                  <a:pt x="1769904" y="1117918"/>
                </a:lnTo>
                <a:lnTo>
                  <a:pt x="1774978" y="1118236"/>
                </a:lnTo>
                <a:lnTo>
                  <a:pt x="1779417" y="1119191"/>
                </a:lnTo>
                <a:lnTo>
                  <a:pt x="1783857" y="1120464"/>
                </a:lnTo>
                <a:lnTo>
                  <a:pt x="1787980" y="1122373"/>
                </a:lnTo>
                <a:lnTo>
                  <a:pt x="1792736" y="1124283"/>
                </a:lnTo>
                <a:lnTo>
                  <a:pt x="1796542" y="1126510"/>
                </a:lnTo>
                <a:lnTo>
                  <a:pt x="1800347" y="1129056"/>
                </a:lnTo>
                <a:lnTo>
                  <a:pt x="1803836" y="1131602"/>
                </a:lnTo>
                <a:lnTo>
                  <a:pt x="1807007" y="1134466"/>
                </a:lnTo>
                <a:lnTo>
                  <a:pt x="1810495" y="1137648"/>
                </a:lnTo>
                <a:lnTo>
                  <a:pt x="1813032" y="1141148"/>
                </a:lnTo>
                <a:lnTo>
                  <a:pt x="1815252" y="1144649"/>
                </a:lnTo>
                <a:lnTo>
                  <a:pt x="1817155" y="1148149"/>
                </a:lnTo>
                <a:lnTo>
                  <a:pt x="1818740" y="1151649"/>
                </a:lnTo>
                <a:lnTo>
                  <a:pt x="1820009" y="1155468"/>
                </a:lnTo>
                <a:lnTo>
                  <a:pt x="1903095" y="1502007"/>
                </a:lnTo>
                <a:lnTo>
                  <a:pt x="1903412" y="1506144"/>
                </a:lnTo>
                <a:lnTo>
                  <a:pt x="1903412" y="1509963"/>
                </a:lnTo>
                <a:lnTo>
                  <a:pt x="1903095" y="1513463"/>
                </a:lnTo>
                <a:lnTo>
                  <a:pt x="1901827" y="1516963"/>
                </a:lnTo>
                <a:lnTo>
                  <a:pt x="1900241" y="1520146"/>
                </a:lnTo>
                <a:lnTo>
                  <a:pt x="1898338" y="1523646"/>
                </a:lnTo>
                <a:lnTo>
                  <a:pt x="1895801" y="1526510"/>
                </a:lnTo>
                <a:lnTo>
                  <a:pt x="1892313" y="1529056"/>
                </a:lnTo>
                <a:lnTo>
                  <a:pt x="1889142" y="1531283"/>
                </a:lnTo>
                <a:lnTo>
                  <a:pt x="1885336" y="1533511"/>
                </a:lnTo>
                <a:lnTo>
                  <a:pt x="1881214" y="1535420"/>
                </a:lnTo>
                <a:lnTo>
                  <a:pt x="1876774" y="1537011"/>
                </a:lnTo>
                <a:lnTo>
                  <a:pt x="1871700" y="1538284"/>
                </a:lnTo>
                <a:lnTo>
                  <a:pt x="1866626" y="1538920"/>
                </a:lnTo>
                <a:lnTo>
                  <a:pt x="1861235" y="1539557"/>
                </a:lnTo>
                <a:lnTo>
                  <a:pt x="1855210" y="1539875"/>
                </a:lnTo>
                <a:lnTo>
                  <a:pt x="884498" y="1539875"/>
                </a:lnTo>
                <a:lnTo>
                  <a:pt x="878789" y="1539557"/>
                </a:lnTo>
                <a:lnTo>
                  <a:pt x="873081" y="1538920"/>
                </a:lnTo>
                <a:lnTo>
                  <a:pt x="868007" y="1537966"/>
                </a:lnTo>
                <a:lnTo>
                  <a:pt x="863250" y="1536693"/>
                </a:lnTo>
                <a:lnTo>
                  <a:pt x="858811" y="1535102"/>
                </a:lnTo>
                <a:lnTo>
                  <a:pt x="854371" y="1533193"/>
                </a:lnTo>
                <a:lnTo>
                  <a:pt x="850566" y="1531283"/>
                </a:lnTo>
                <a:lnTo>
                  <a:pt x="847394" y="1528737"/>
                </a:lnTo>
                <a:lnTo>
                  <a:pt x="844223" y="1526192"/>
                </a:lnTo>
                <a:lnTo>
                  <a:pt x="842003" y="1523010"/>
                </a:lnTo>
                <a:lnTo>
                  <a:pt x="839466" y="1519827"/>
                </a:lnTo>
                <a:lnTo>
                  <a:pt x="837881" y="1516645"/>
                </a:lnTo>
                <a:lnTo>
                  <a:pt x="836929" y="1513463"/>
                </a:lnTo>
                <a:lnTo>
                  <a:pt x="836612" y="1509963"/>
                </a:lnTo>
                <a:lnTo>
                  <a:pt x="836612" y="1506144"/>
                </a:lnTo>
                <a:lnTo>
                  <a:pt x="837246" y="1502007"/>
                </a:lnTo>
                <a:lnTo>
                  <a:pt x="926675" y="1154832"/>
                </a:lnTo>
                <a:lnTo>
                  <a:pt x="927943" y="1151331"/>
                </a:lnTo>
                <a:lnTo>
                  <a:pt x="929529" y="1147513"/>
                </a:lnTo>
                <a:lnTo>
                  <a:pt x="931432" y="1144012"/>
                </a:lnTo>
                <a:lnTo>
                  <a:pt x="933969" y="1140830"/>
                </a:lnTo>
                <a:lnTo>
                  <a:pt x="936823" y="1137011"/>
                </a:lnTo>
                <a:lnTo>
                  <a:pt x="939677" y="1134147"/>
                </a:lnTo>
                <a:lnTo>
                  <a:pt x="943165" y="1131283"/>
                </a:lnTo>
                <a:lnTo>
                  <a:pt x="946971" y="1128738"/>
                </a:lnTo>
                <a:lnTo>
                  <a:pt x="950776" y="1126192"/>
                </a:lnTo>
                <a:lnTo>
                  <a:pt x="954582" y="1124283"/>
                </a:lnTo>
                <a:lnTo>
                  <a:pt x="959021" y="1122373"/>
                </a:lnTo>
                <a:lnTo>
                  <a:pt x="963461" y="1120464"/>
                </a:lnTo>
                <a:lnTo>
                  <a:pt x="967901" y="1119191"/>
                </a:lnTo>
                <a:lnTo>
                  <a:pt x="972341" y="1118236"/>
                </a:lnTo>
                <a:lnTo>
                  <a:pt x="977097" y="1117918"/>
                </a:lnTo>
                <a:lnTo>
                  <a:pt x="981854" y="1117600"/>
                </a:lnTo>
                <a:close/>
                <a:moveTo>
                  <a:pt x="268430" y="1104583"/>
                </a:moveTo>
                <a:lnTo>
                  <a:pt x="254469" y="1109980"/>
                </a:lnTo>
                <a:lnTo>
                  <a:pt x="240826" y="1115695"/>
                </a:lnTo>
                <a:lnTo>
                  <a:pt x="227500" y="1121410"/>
                </a:lnTo>
                <a:lnTo>
                  <a:pt x="214808" y="1127443"/>
                </a:lnTo>
                <a:lnTo>
                  <a:pt x="202433" y="1133158"/>
                </a:lnTo>
                <a:lnTo>
                  <a:pt x="190693" y="1139190"/>
                </a:lnTo>
                <a:lnTo>
                  <a:pt x="178954" y="1145858"/>
                </a:lnTo>
                <a:lnTo>
                  <a:pt x="168483" y="1151890"/>
                </a:lnTo>
                <a:lnTo>
                  <a:pt x="178954" y="1168718"/>
                </a:lnTo>
                <a:lnTo>
                  <a:pt x="190376" y="1185228"/>
                </a:lnTo>
                <a:lnTo>
                  <a:pt x="202433" y="1201420"/>
                </a:lnTo>
                <a:lnTo>
                  <a:pt x="214490" y="1217295"/>
                </a:lnTo>
                <a:lnTo>
                  <a:pt x="227182" y="1232535"/>
                </a:lnTo>
                <a:lnTo>
                  <a:pt x="240191" y="1247775"/>
                </a:lnTo>
                <a:lnTo>
                  <a:pt x="253835" y="1262380"/>
                </a:lnTo>
                <a:lnTo>
                  <a:pt x="267479" y="1276668"/>
                </a:lnTo>
                <a:lnTo>
                  <a:pt x="283026" y="1291590"/>
                </a:lnTo>
                <a:lnTo>
                  <a:pt x="299208" y="1306195"/>
                </a:lnTo>
                <a:lnTo>
                  <a:pt x="313486" y="1301750"/>
                </a:lnTo>
                <a:lnTo>
                  <a:pt x="327764" y="1297623"/>
                </a:lnTo>
                <a:lnTo>
                  <a:pt x="357590" y="1289368"/>
                </a:lnTo>
                <a:lnTo>
                  <a:pt x="350609" y="1278890"/>
                </a:lnTo>
                <a:lnTo>
                  <a:pt x="344264" y="1268413"/>
                </a:lnTo>
                <a:lnTo>
                  <a:pt x="337600" y="1257618"/>
                </a:lnTo>
                <a:lnTo>
                  <a:pt x="331572" y="1246823"/>
                </a:lnTo>
                <a:lnTo>
                  <a:pt x="325543" y="1235710"/>
                </a:lnTo>
                <a:lnTo>
                  <a:pt x="319515" y="1224280"/>
                </a:lnTo>
                <a:lnTo>
                  <a:pt x="313803" y="1213168"/>
                </a:lnTo>
                <a:lnTo>
                  <a:pt x="308409" y="1201738"/>
                </a:lnTo>
                <a:lnTo>
                  <a:pt x="302381" y="1189990"/>
                </a:lnTo>
                <a:lnTo>
                  <a:pt x="297304" y="1178243"/>
                </a:lnTo>
                <a:lnTo>
                  <a:pt x="287151" y="1154113"/>
                </a:lnTo>
                <a:lnTo>
                  <a:pt x="277315" y="1129665"/>
                </a:lnTo>
                <a:lnTo>
                  <a:pt x="268430" y="1104583"/>
                </a:lnTo>
                <a:close/>
                <a:moveTo>
                  <a:pt x="469277" y="1050290"/>
                </a:moveTo>
                <a:lnTo>
                  <a:pt x="441990" y="1055688"/>
                </a:lnTo>
                <a:lnTo>
                  <a:pt x="415337" y="1061403"/>
                </a:lnTo>
                <a:lnTo>
                  <a:pt x="389319" y="1067118"/>
                </a:lnTo>
                <a:lnTo>
                  <a:pt x="364253" y="1073785"/>
                </a:lnTo>
                <a:lnTo>
                  <a:pt x="343946" y="1079500"/>
                </a:lnTo>
                <a:lnTo>
                  <a:pt x="324274" y="1085215"/>
                </a:lnTo>
                <a:lnTo>
                  <a:pt x="328716" y="1098550"/>
                </a:lnTo>
                <a:lnTo>
                  <a:pt x="333476" y="1111568"/>
                </a:lnTo>
                <a:lnTo>
                  <a:pt x="338235" y="1124585"/>
                </a:lnTo>
                <a:lnTo>
                  <a:pt x="343629" y="1136968"/>
                </a:lnTo>
                <a:lnTo>
                  <a:pt x="349023" y="1149668"/>
                </a:lnTo>
                <a:lnTo>
                  <a:pt x="354417" y="1162050"/>
                </a:lnTo>
                <a:lnTo>
                  <a:pt x="360446" y="1174115"/>
                </a:lnTo>
                <a:lnTo>
                  <a:pt x="366157" y="1186180"/>
                </a:lnTo>
                <a:lnTo>
                  <a:pt x="371868" y="1197928"/>
                </a:lnTo>
                <a:lnTo>
                  <a:pt x="378531" y="1209358"/>
                </a:lnTo>
                <a:lnTo>
                  <a:pt x="384560" y="1220788"/>
                </a:lnTo>
                <a:lnTo>
                  <a:pt x="391223" y="1232218"/>
                </a:lnTo>
                <a:lnTo>
                  <a:pt x="397886" y="1243013"/>
                </a:lnTo>
                <a:lnTo>
                  <a:pt x="404549" y="1254125"/>
                </a:lnTo>
                <a:lnTo>
                  <a:pt x="411530" y="1264603"/>
                </a:lnTo>
                <a:lnTo>
                  <a:pt x="418510" y="1275080"/>
                </a:lnTo>
                <a:lnTo>
                  <a:pt x="442942" y="1270318"/>
                </a:lnTo>
                <a:lnTo>
                  <a:pt x="467373" y="1265873"/>
                </a:lnTo>
                <a:lnTo>
                  <a:pt x="492440" y="1261428"/>
                </a:lnTo>
                <a:lnTo>
                  <a:pt x="518140" y="1257618"/>
                </a:lnTo>
                <a:lnTo>
                  <a:pt x="510525" y="1234123"/>
                </a:lnTo>
                <a:lnTo>
                  <a:pt x="503545" y="1209993"/>
                </a:lnTo>
                <a:lnTo>
                  <a:pt x="496882" y="1184910"/>
                </a:lnTo>
                <a:lnTo>
                  <a:pt x="490219" y="1159193"/>
                </a:lnTo>
                <a:lnTo>
                  <a:pt x="484507" y="1132840"/>
                </a:lnTo>
                <a:lnTo>
                  <a:pt x="479113" y="1106170"/>
                </a:lnTo>
                <a:lnTo>
                  <a:pt x="473719" y="1078548"/>
                </a:lnTo>
                <a:lnTo>
                  <a:pt x="469277" y="1050290"/>
                </a:lnTo>
                <a:close/>
                <a:moveTo>
                  <a:pt x="742467" y="1024890"/>
                </a:moveTo>
                <a:lnTo>
                  <a:pt x="714228" y="1025525"/>
                </a:lnTo>
                <a:lnTo>
                  <a:pt x="686623" y="1026478"/>
                </a:lnTo>
                <a:lnTo>
                  <a:pt x="659019" y="1028065"/>
                </a:lnTo>
                <a:lnTo>
                  <a:pt x="631731" y="1029653"/>
                </a:lnTo>
                <a:lnTo>
                  <a:pt x="605396" y="1031875"/>
                </a:lnTo>
                <a:lnTo>
                  <a:pt x="578743" y="1034733"/>
                </a:lnTo>
                <a:lnTo>
                  <a:pt x="553043" y="1037908"/>
                </a:lnTo>
                <a:lnTo>
                  <a:pt x="527025" y="1041083"/>
                </a:lnTo>
                <a:lnTo>
                  <a:pt x="530515" y="1059498"/>
                </a:lnTo>
                <a:lnTo>
                  <a:pt x="533688" y="1077595"/>
                </a:lnTo>
                <a:lnTo>
                  <a:pt x="536861" y="1095375"/>
                </a:lnTo>
                <a:lnTo>
                  <a:pt x="540351" y="1112838"/>
                </a:lnTo>
                <a:lnTo>
                  <a:pt x="543841" y="1130300"/>
                </a:lnTo>
                <a:lnTo>
                  <a:pt x="547966" y="1147128"/>
                </a:lnTo>
                <a:lnTo>
                  <a:pt x="552091" y="1163638"/>
                </a:lnTo>
                <a:lnTo>
                  <a:pt x="556216" y="1180148"/>
                </a:lnTo>
                <a:lnTo>
                  <a:pt x="561292" y="1198245"/>
                </a:lnTo>
                <a:lnTo>
                  <a:pt x="566686" y="1216025"/>
                </a:lnTo>
                <a:lnTo>
                  <a:pt x="572080" y="1233488"/>
                </a:lnTo>
                <a:lnTo>
                  <a:pt x="577792" y="1250315"/>
                </a:lnTo>
                <a:lnTo>
                  <a:pt x="597464" y="1248410"/>
                </a:lnTo>
                <a:lnTo>
                  <a:pt x="617771" y="1246823"/>
                </a:lnTo>
                <a:lnTo>
                  <a:pt x="638077" y="1245235"/>
                </a:lnTo>
                <a:lnTo>
                  <a:pt x="658701" y="1243648"/>
                </a:lnTo>
                <a:lnTo>
                  <a:pt x="679326" y="1242378"/>
                </a:lnTo>
                <a:lnTo>
                  <a:pt x="699950" y="1241425"/>
                </a:lnTo>
                <a:lnTo>
                  <a:pt x="721208" y="1240790"/>
                </a:lnTo>
                <a:lnTo>
                  <a:pt x="742467" y="1240473"/>
                </a:lnTo>
                <a:lnTo>
                  <a:pt x="742467" y="1024890"/>
                </a:lnTo>
                <a:close/>
                <a:moveTo>
                  <a:pt x="507035" y="801688"/>
                </a:moveTo>
                <a:lnTo>
                  <a:pt x="507670" y="824865"/>
                </a:lnTo>
                <a:lnTo>
                  <a:pt x="508622" y="848360"/>
                </a:lnTo>
                <a:lnTo>
                  <a:pt x="509573" y="871538"/>
                </a:lnTo>
                <a:lnTo>
                  <a:pt x="510843" y="894080"/>
                </a:lnTo>
                <a:lnTo>
                  <a:pt x="512746" y="916940"/>
                </a:lnTo>
                <a:lnTo>
                  <a:pt x="514650" y="939165"/>
                </a:lnTo>
                <a:lnTo>
                  <a:pt x="516871" y="961073"/>
                </a:lnTo>
                <a:lnTo>
                  <a:pt x="519410" y="982663"/>
                </a:lnTo>
                <a:lnTo>
                  <a:pt x="546062" y="979170"/>
                </a:lnTo>
                <a:lnTo>
                  <a:pt x="572715" y="976313"/>
                </a:lnTo>
                <a:lnTo>
                  <a:pt x="600319" y="973455"/>
                </a:lnTo>
                <a:lnTo>
                  <a:pt x="627924" y="971233"/>
                </a:lnTo>
                <a:lnTo>
                  <a:pt x="656163" y="969328"/>
                </a:lnTo>
                <a:lnTo>
                  <a:pt x="684720" y="967740"/>
                </a:lnTo>
                <a:lnTo>
                  <a:pt x="713276" y="966788"/>
                </a:lnTo>
                <a:lnTo>
                  <a:pt x="742467" y="965835"/>
                </a:lnTo>
                <a:lnTo>
                  <a:pt x="742467" y="801688"/>
                </a:lnTo>
                <a:lnTo>
                  <a:pt x="507035" y="801688"/>
                </a:lnTo>
                <a:close/>
                <a:moveTo>
                  <a:pt x="273824" y="801688"/>
                </a:moveTo>
                <a:lnTo>
                  <a:pt x="274142" y="816610"/>
                </a:lnTo>
                <a:lnTo>
                  <a:pt x="275094" y="831533"/>
                </a:lnTo>
                <a:lnTo>
                  <a:pt x="276045" y="846455"/>
                </a:lnTo>
                <a:lnTo>
                  <a:pt x="276997" y="860743"/>
                </a:lnTo>
                <a:lnTo>
                  <a:pt x="278584" y="875665"/>
                </a:lnTo>
                <a:lnTo>
                  <a:pt x="280170" y="889953"/>
                </a:lnTo>
                <a:lnTo>
                  <a:pt x="281757" y="904558"/>
                </a:lnTo>
                <a:lnTo>
                  <a:pt x="283660" y="918845"/>
                </a:lnTo>
                <a:lnTo>
                  <a:pt x="285882" y="933133"/>
                </a:lnTo>
                <a:lnTo>
                  <a:pt x="288737" y="947103"/>
                </a:lnTo>
                <a:lnTo>
                  <a:pt x="291276" y="961073"/>
                </a:lnTo>
                <a:lnTo>
                  <a:pt x="293814" y="975043"/>
                </a:lnTo>
                <a:lnTo>
                  <a:pt x="296670" y="988695"/>
                </a:lnTo>
                <a:lnTo>
                  <a:pt x="299842" y="1002665"/>
                </a:lnTo>
                <a:lnTo>
                  <a:pt x="303015" y="1015683"/>
                </a:lnTo>
                <a:lnTo>
                  <a:pt x="306823" y="1029335"/>
                </a:lnTo>
                <a:lnTo>
                  <a:pt x="324909" y="1023938"/>
                </a:lnTo>
                <a:lnTo>
                  <a:pt x="343312" y="1018858"/>
                </a:lnTo>
                <a:lnTo>
                  <a:pt x="362032" y="1013778"/>
                </a:lnTo>
                <a:lnTo>
                  <a:pt x="381070" y="1009015"/>
                </a:lnTo>
                <a:lnTo>
                  <a:pt x="400742" y="1004570"/>
                </a:lnTo>
                <a:lnTo>
                  <a:pt x="420414" y="1000125"/>
                </a:lnTo>
                <a:lnTo>
                  <a:pt x="440721" y="995998"/>
                </a:lnTo>
                <a:lnTo>
                  <a:pt x="461345" y="992188"/>
                </a:lnTo>
                <a:lnTo>
                  <a:pt x="458489" y="969328"/>
                </a:lnTo>
                <a:lnTo>
                  <a:pt x="456268" y="945833"/>
                </a:lnTo>
                <a:lnTo>
                  <a:pt x="454047" y="922655"/>
                </a:lnTo>
                <a:lnTo>
                  <a:pt x="452461" y="899160"/>
                </a:lnTo>
                <a:lnTo>
                  <a:pt x="451191" y="874713"/>
                </a:lnTo>
                <a:lnTo>
                  <a:pt x="449922" y="850900"/>
                </a:lnTo>
                <a:lnTo>
                  <a:pt x="448970" y="826135"/>
                </a:lnTo>
                <a:lnTo>
                  <a:pt x="448653" y="801688"/>
                </a:lnTo>
                <a:lnTo>
                  <a:pt x="273824" y="801688"/>
                </a:lnTo>
                <a:close/>
                <a:moveTo>
                  <a:pt x="59334" y="801688"/>
                </a:moveTo>
                <a:lnTo>
                  <a:pt x="60286" y="821690"/>
                </a:lnTo>
                <a:lnTo>
                  <a:pt x="62507" y="841693"/>
                </a:lnTo>
                <a:lnTo>
                  <a:pt x="64411" y="861378"/>
                </a:lnTo>
                <a:lnTo>
                  <a:pt x="67266" y="881380"/>
                </a:lnTo>
                <a:lnTo>
                  <a:pt x="70439" y="900748"/>
                </a:lnTo>
                <a:lnTo>
                  <a:pt x="74247" y="919798"/>
                </a:lnTo>
                <a:lnTo>
                  <a:pt x="78372" y="938848"/>
                </a:lnTo>
                <a:lnTo>
                  <a:pt x="83448" y="957898"/>
                </a:lnTo>
                <a:lnTo>
                  <a:pt x="88525" y="976630"/>
                </a:lnTo>
                <a:lnTo>
                  <a:pt x="94236" y="995045"/>
                </a:lnTo>
                <a:lnTo>
                  <a:pt x="100899" y="1013143"/>
                </a:lnTo>
                <a:lnTo>
                  <a:pt x="107245" y="1031240"/>
                </a:lnTo>
                <a:lnTo>
                  <a:pt x="114860" y="1049020"/>
                </a:lnTo>
                <a:lnTo>
                  <a:pt x="122475" y="1066483"/>
                </a:lnTo>
                <a:lnTo>
                  <a:pt x="130408" y="1083628"/>
                </a:lnTo>
                <a:lnTo>
                  <a:pt x="138975" y="1100773"/>
                </a:lnTo>
                <a:lnTo>
                  <a:pt x="150080" y="1094740"/>
                </a:lnTo>
                <a:lnTo>
                  <a:pt x="161185" y="1088390"/>
                </a:lnTo>
                <a:lnTo>
                  <a:pt x="172925" y="1082358"/>
                </a:lnTo>
                <a:lnTo>
                  <a:pt x="184982" y="1076325"/>
                </a:lnTo>
                <a:lnTo>
                  <a:pt x="197039" y="1070293"/>
                </a:lnTo>
                <a:lnTo>
                  <a:pt x="209731" y="1064895"/>
                </a:lnTo>
                <a:lnTo>
                  <a:pt x="222740" y="1059498"/>
                </a:lnTo>
                <a:lnTo>
                  <a:pt x="236066" y="1054100"/>
                </a:lnTo>
                <a:lnTo>
                  <a:pt x="250979" y="1048385"/>
                </a:lnTo>
                <a:lnTo>
                  <a:pt x="247172" y="1033780"/>
                </a:lnTo>
                <a:lnTo>
                  <a:pt x="243364" y="1019175"/>
                </a:lnTo>
                <a:lnTo>
                  <a:pt x="240191" y="1004570"/>
                </a:lnTo>
                <a:lnTo>
                  <a:pt x="236701" y="989330"/>
                </a:lnTo>
                <a:lnTo>
                  <a:pt x="233528" y="974408"/>
                </a:lnTo>
                <a:lnTo>
                  <a:pt x="230672" y="959168"/>
                </a:lnTo>
                <a:lnTo>
                  <a:pt x="228134" y="943928"/>
                </a:lnTo>
                <a:lnTo>
                  <a:pt x="225913" y="928370"/>
                </a:lnTo>
                <a:lnTo>
                  <a:pt x="223692" y="912813"/>
                </a:lnTo>
                <a:lnTo>
                  <a:pt x="221788" y="897573"/>
                </a:lnTo>
                <a:lnTo>
                  <a:pt x="220202" y="881698"/>
                </a:lnTo>
                <a:lnTo>
                  <a:pt x="218615" y="865823"/>
                </a:lnTo>
                <a:lnTo>
                  <a:pt x="217029" y="849948"/>
                </a:lnTo>
                <a:lnTo>
                  <a:pt x="216077" y="834073"/>
                </a:lnTo>
                <a:lnTo>
                  <a:pt x="215125" y="817880"/>
                </a:lnTo>
                <a:lnTo>
                  <a:pt x="214808" y="801688"/>
                </a:lnTo>
                <a:lnTo>
                  <a:pt x="59334" y="801688"/>
                </a:lnTo>
                <a:close/>
                <a:moveTo>
                  <a:pt x="1734820" y="720725"/>
                </a:moveTo>
                <a:lnTo>
                  <a:pt x="1735138" y="764540"/>
                </a:lnTo>
                <a:lnTo>
                  <a:pt x="1735138" y="861378"/>
                </a:lnTo>
                <a:lnTo>
                  <a:pt x="1735138" y="913765"/>
                </a:lnTo>
                <a:lnTo>
                  <a:pt x="1734503" y="960120"/>
                </a:lnTo>
                <a:lnTo>
                  <a:pt x="1734185" y="979488"/>
                </a:lnTo>
                <a:lnTo>
                  <a:pt x="1733549" y="994728"/>
                </a:lnTo>
                <a:lnTo>
                  <a:pt x="1732914" y="1005840"/>
                </a:lnTo>
                <a:lnTo>
                  <a:pt x="1732596" y="1009333"/>
                </a:lnTo>
                <a:lnTo>
                  <a:pt x="1732278" y="1011238"/>
                </a:lnTo>
                <a:lnTo>
                  <a:pt x="1731642" y="1011873"/>
                </a:lnTo>
                <a:lnTo>
                  <a:pt x="1730689" y="1012190"/>
                </a:lnTo>
                <a:lnTo>
                  <a:pt x="1727511" y="1013143"/>
                </a:lnTo>
                <a:lnTo>
                  <a:pt x="1722744" y="1014095"/>
                </a:lnTo>
                <a:lnTo>
                  <a:pt x="1716071" y="1014730"/>
                </a:lnTo>
                <a:lnTo>
                  <a:pt x="1708443" y="1015365"/>
                </a:lnTo>
                <a:lnTo>
                  <a:pt x="1698910" y="1015683"/>
                </a:lnTo>
                <a:lnTo>
                  <a:pt x="1676982" y="1016000"/>
                </a:lnTo>
                <a:lnTo>
                  <a:pt x="1650923" y="1016000"/>
                </a:lnTo>
                <a:lnTo>
                  <a:pt x="1622321" y="1015683"/>
                </a:lnTo>
                <a:lnTo>
                  <a:pt x="1591496" y="1014730"/>
                </a:lnTo>
                <a:lnTo>
                  <a:pt x="1559716" y="1013778"/>
                </a:lnTo>
                <a:lnTo>
                  <a:pt x="1497746" y="1011555"/>
                </a:lnTo>
                <a:lnTo>
                  <a:pt x="1443404" y="1009333"/>
                </a:lnTo>
                <a:lnTo>
                  <a:pt x="1390650" y="1006793"/>
                </a:lnTo>
                <a:lnTo>
                  <a:pt x="1438319" y="1005205"/>
                </a:lnTo>
                <a:lnTo>
                  <a:pt x="1487259" y="1003300"/>
                </a:lnTo>
                <a:lnTo>
                  <a:pt x="1543509" y="1000443"/>
                </a:lnTo>
                <a:lnTo>
                  <a:pt x="1572428" y="998538"/>
                </a:lnTo>
                <a:lnTo>
                  <a:pt x="1600394" y="996633"/>
                </a:lnTo>
                <a:lnTo>
                  <a:pt x="1626771" y="994410"/>
                </a:lnTo>
                <a:lnTo>
                  <a:pt x="1650605" y="992188"/>
                </a:lnTo>
                <a:lnTo>
                  <a:pt x="1671262" y="989648"/>
                </a:lnTo>
                <a:lnTo>
                  <a:pt x="1679842" y="988378"/>
                </a:lnTo>
                <a:lnTo>
                  <a:pt x="1687787" y="986790"/>
                </a:lnTo>
                <a:lnTo>
                  <a:pt x="1693825" y="985520"/>
                </a:lnTo>
                <a:lnTo>
                  <a:pt x="1698592" y="983933"/>
                </a:lnTo>
                <a:lnTo>
                  <a:pt x="1702088" y="982028"/>
                </a:lnTo>
                <a:lnTo>
                  <a:pt x="1703359" y="981075"/>
                </a:lnTo>
                <a:lnTo>
                  <a:pt x="1704312" y="980440"/>
                </a:lnTo>
                <a:lnTo>
                  <a:pt x="1705266" y="978218"/>
                </a:lnTo>
                <a:lnTo>
                  <a:pt x="1706219" y="974725"/>
                </a:lnTo>
                <a:lnTo>
                  <a:pt x="1707490" y="969963"/>
                </a:lnTo>
                <a:lnTo>
                  <a:pt x="1708443" y="963930"/>
                </a:lnTo>
                <a:lnTo>
                  <a:pt x="1710986" y="949960"/>
                </a:lnTo>
                <a:lnTo>
                  <a:pt x="1713528" y="932498"/>
                </a:lnTo>
                <a:lnTo>
                  <a:pt x="1716071" y="912178"/>
                </a:lnTo>
                <a:lnTo>
                  <a:pt x="1718613" y="890270"/>
                </a:lnTo>
                <a:lnTo>
                  <a:pt x="1723698" y="844233"/>
                </a:lnTo>
                <a:lnTo>
                  <a:pt x="1728147" y="798513"/>
                </a:lnTo>
                <a:lnTo>
                  <a:pt x="1731642" y="759143"/>
                </a:lnTo>
                <a:lnTo>
                  <a:pt x="1734820" y="720725"/>
                </a:lnTo>
                <a:close/>
                <a:moveTo>
                  <a:pt x="519410" y="561340"/>
                </a:moveTo>
                <a:lnTo>
                  <a:pt x="516871" y="583565"/>
                </a:lnTo>
                <a:lnTo>
                  <a:pt x="514650" y="605473"/>
                </a:lnTo>
                <a:lnTo>
                  <a:pt x="512746" y="627698"/>
                </a:lnTo>
                <a:lnTo>
                  <a:pt x="510843" y="650240"/>
                </a:lnTo>
                <a:lnTo>
                  <a:pt x="509573" y="673100"/>
                </a:lnTo>
                <a:lnTo>
                  <a:pt x="508622" y="695960"/>
                </a:lnTo>
                <a:lnTo>
                  <a:pt x="507670" y="719138"/>
                </a:lnTo>
                <a:lnTo>
                  <a:pt x="507352" y="742950"/>
                </a:lnTo>
                <a:lnTo>
                  <a:pt x="742467" y="742950"/>
                </a:lnTo>
                <a:lnTo>
                  <a:pt x="742467" y="578485"/>
                </a:lnTo>
                <a:lnTo>
                  <a:pt x="713276" y="577850"/>
                </a:lnTo>
                <a:lnTo>
                  <a:pt x="684720" y="576580"/>
                </a:lnTo>
                <a:lnTo>
                  <a:pt x="656163" y="575310"/>
                </a:lnTo>
                <a:lnTo>
                  <a:pt x="627924" y="573405"/>
                </a:lnTo>
                <a:lnTo>
                  <a:pt x="600319" y="570865"/>
                </a:lnTo>
                <a:lnTo>
                  <a:pt x="573032" y="568325"/>
                </a:lnTo>
                <a:lnTo>
                  <a:pt x="546062" y="564833"/>
                </a:lnTo>
                <a:lnTo>
                  <a:pt x="519410" y="561340"/>
                </a:lnTo>
                <a:close/>
                <a:moveTo>
                  <a:pt x="1074474" y="554038"/>
                </a:moveTo>
                <a:lnTo>
                  <a:pt x="1100533" y="554038"/>
                </a:lnTo>
                <a:lnTo>
                  <a:pt x="1129135" y="554356"/>
                </a:lnTo>
                <a:lnTo>
                  <a:pt x="1159961" y="555308"/>
                </a:lnTo>
                <a:lnTo>
                  <a:pt x="1191422" y="556261"/>
                </a:lnTo>
                <a:lnTo>
                  <a:pt x="1253392" y="558483"/>
                </a:lnTo>
                <a:lnTo>
                  <a:pt x="1307734" y="560706"/>
                </a:lnTo>
                <a:lnTo>
                  <a:pt x="1360488" y="563246"/>
                </a:lnTo>
                <a:lnTo>
                  <a:pt x="1313137" y="564833"/>
                </a:lnTo>
                <a:lnTo>
                  <a:pt x="1264197" y="567056"/>
                </a:lnTo>
                <a:lnTo>
                  <a:pt x="1207947" y="569913"/>
                </a:lnTo>
                <a:lnTo>
                  <a:pt x="1179028" y="571501"/>
                </a:lnTo>
                <a:lnTo>
                  <a:pt x="1150745" y="573406"/>
                </a:lnTo>
                <a:lnTo>
                  <a:pt x="1124685" y="575628"/>
                </a:lnTo>
                <a:lnTo>
                  <a:pt x="1100851" y="577851"/>
                </a:lnTo>
                <a:lnTo>
                  <a:pt x="1079877" y="580391"/>
                </a:lnTo>
                <a:lnTo>
                  <a:pt x="1071296" y="581661"/>
                </a:lnTo>
                <a:lnTo>
                  <a:pt x="1063669" y="583248"/>
                </a:lnTo>
                <a:lnTo>
                  <a:pt x="1057313" y="584836"/>
                </a:lnTo>
                <a:lnTo>
                  <a:pt x="1052546" y="586423"/>
                </a:lnTo>
                <a:lnTo>
                  <a:pt x="1049051" y="588011"/>
                </a:lnTo>
                <a:lnTo>
                  <a:pt x="1048097" y="588963"/>
                </a:lnTo>
                <a:lnTo>
                  <a:pt x="1046826" y="589598"/>
                </a:lnTo>
                <a:lnTo>
                  <a:pt x="1045873" y="591821"/>
                </a:lnTo>
                <a:lnTo>
                  <a:pt x="1044919" y="595313"/>
                </a:lnTo>
                <a:lnTo>
                  <a:pt x="1042695" y="606108"/>
                </a:lnTo>
                <a:lnTo>
                  <a:pt x="1040152" y="620396"/>
                </a:lnTo>
                <a:lnTo>
                  <a:pt x="1037610" y="637858"/>
                </a:lnTo>
                <a:lnTo>
                  <a:pt x="1035386" y="657861"/>
                </a:lnTo>
                <a:lnTo>
                  <a:pt x="1032843" y="679768"/>
                </a:lnTo>
                <a:lnTo>
                  <a:pt x="1027441" y="726123"/>
                </a:lnTo>
                <a:lnTo>
                  <a:pt x="1022992" y="771526"/>
                </a:lnTo>
                <a:lnTo>
                  <a:pt x="1019496" y="811213"/>
                </a:lnTo>
                <a:lnTo>
                  <a:pt x="1016318" y="849313"/>
                </a:lnTo>
                <a:lnTo>
                  <a:pt x="1016000" y="805498"/>
                </a:lnTo>
                <a:lnTo>
                  <a:pt x="1016000" y="708978"/>
                </a:lnTo>
                <a:lnTo>
                  <a:pt x="1016318" y="656591"/>
                </a:lnTo>
                <a:lnTo>
                  <a:pt x="1016636" y="609918"/>
                </a:lnTo>
                <a:lnTo>
                  <a:pt x="1017271" y="590551"/>
                </a:lnTo>
                <a:lnTo>
                  <a:pt x="1017589" y="575311"/>
                </a:lnTo>
                <a:lnTo>
                  <a:pt x="1018225" y="564198"/>
                </a:lnTo>
                <a:lnTo>
                  <a:pt x="1018860" y="560706"/>
                </a:lnTo>
                <a:lnTo>
                  <a:pt x="1019178" y="558801"/>
                </a:lnTo>
                <a:lnTo>
                  <a:pt x="1019496" y="558166"/>
                </a:lnTo>
                <a:lnTo>
                  <a:pt x="1020449" y="557848"/>
                </a:lnTo>
                <a:lnTo>
                  <a:pt x="1023627" y="556896"/>
                </a:lnTo>
                <a:lnTo>
                  <a:pt x="1028394" y="555943"/>
                </a:lnTo>
                <a:lnTo>
                  <a:pt x="1035068" y="555308"/>
                </a:lnTo>
                <a:lnTo>
                  <a:pt x="1043013" y="554673"/>
                </a:lnTo>
                <a:lnTo>
                  <a:pt x="1052546" y="554356"/>
                </a:lnTo>
                <a:lnTo>
                  <a:pt x="1074474" y="554038"/>
                </a:lnTo>
                <a:close/>
                <a:moveTo>
                  <a:pt x="995680" y="516891"/>
                </a:moveTo>
                <a:lnTo>
                  <a:pt x="992187" y="517208"/>
                </a:lnTo>
                <a:lnTo>
                  <a:pt x="989330" y="518161"/>
                </a:lnTo>
                <a:lnTo>
                  <a:pt x="986790" y="519748"/>
                </a:lnTo>
                <a:lnTo>
                  <a:pt x="984567" y="521971"/>
                </a:lnTo>
                <a:lnTo>
                  <a:pt x="982662" y="524511"/>
                </a:lnTo>
                <a:lnTo>
                  <a:pt x="981075" y="527368"/>
                </a:lnTo>
                <a:lnTo>
                  <a:pt x="980440" y="530543"/>
                </a:lnTo>
                <a:lnTo>
                  <a:pt x="980122" y="534353"/>
                </a:lnTo>
                <a:lnTo>
                  <a:pt x="980122" y="1036638"/>
                </a:lnTo>
                <a:lnTo>
                  <a:pt x="980440" y="1040131"/>
                </a:lnTo>
                <a:lnTo>
                  <a:pt x="981075" y="1043306"/>
                </a:lnTo>
                <a:lnTo>
                  <a:pt x="982662" y="1046163"/>
                </a:lnTo>
                <a:lnTo>
                  <a:pt x="984567" y="1048703"/>
                </a:lnTo>
                <a:lnTo>
                  <a:pt x="986790" y="1050926"/>
                </a:lnTo>
                <a:lnTo>
                  <a:pt x="989330" y="1052196"/>
                </a:lnTo>
                <a:lnTo>
                  <a:pt x="992187" y="1053783"/>
                </a:lnTo>
                <a:lnTo>
                  <a:pt x="995680" y="1054101"/>
                </a:lnTo>
                <a:lnTo>
                  <a:pt x="1752918" y="1054101"/>
                </a:lnTo>
                <a:lnTo>
                  <a:pt x="1756093" y="1053783"/>
                </a:lnTo>
                <a:lnTo>
                  <a:pt x="1759268" y="1052196"/>
                </a:lnTo>
                <a:lnTo>
                  <a:pt x="1761808" y="1050926"/>
                </a:lnTo>
                <a:lnTo>
                  <a:pt x="1764030" y="1048703"/>
                </a:lnTo>
                <a:lnTo>
                  <a:pt x="1765935" y="1046163"/>
                </a:lnTo>
                <a:lnTo>
                  <a:pt x="1767205" y="1043306"/>
                </a:lnTo>
                <a:lnTo>
                  <a:pt x="1768158" y="1040131"/>
                </a:lnTo>
                <a:lnTo>
                  <a:pt x="1768475" y="1036638"/>
                </a:lnTo>
                <a:lnTo>
                  <a:pt x="1768475" y="534353"/>
                </a:lnTo>
                <a:lnTo>
                  <a:pt x="1768158" y="530543"/>
                </a:lnTo>
                <a:lnTo>
                  <a:pt x="1767205" y="527368"/>
                </a:lnTo>
                <a:lnTo>
                  <a:pt x="1765935" y="524511"/>
                </a:lnTo>
                <a:lnTo>
                  <a:pt x="1764030" y="521971"/>
                </a:lnTo>
                <a:lnTo>
                  <a:pt x="1761808" y="519748"/>
                </a:lnTo>
                <a:lnTo>
                  <a:pt x="1759268" y="518161"/>
                </a:lnTo>
                <a:lnTo>
                  <a:pt x="1756093" y="517208"/>
                </a:lnTo>
                <a:lnTo>
                  <a:pt x="1752918" y="516891"/>
                </a:lnTo>
                <a:lnTo>
                  <a:pt x="995680" y="516891"/>
                </a:lnTo>
                <a:close/>
                <a:moveTo>
                  <a:pt x="306823" y="515303"/>
                </a:moveTo>
                <a:lnTo>
                  <a:pt x="303015" y="528320"/>
                </a:lnTo>
                <a:lnTo>
                  <a:pt x="299842" y="541973"/>
                </a:lnTo>
                <a:lnTo>
                  <a:pt x="296670" y="555625"/>
                </a:lnTo>
                <a:lnTo>
                  <a:pt x="293814" y="569595"/>
                </a:lnTo>
                <a:lnTo>
                  <a:pt x="290958" y="583565"/>
                </a:lnTo>
                <a:lnTo>
                  <a:pt x="288420" y="597218"/>
                </a:lnTo>
                <a:lnTo>
                  <a:pt x="285882" y="611505"/>
                </a:lnTo>
                <a:lnTo>
                  <a:pt x="283660" y="625793"/>
                </a:lnTo>
                <a:lnTo>
                  <a:pt x="281757" y="640080"/>
                </a:lnTo>
                <a:lnTo>
                  <a:pt x="280170" y="654368"/>
                </a:lnTo>
                <a:lnTo>
                  <a:pt x="278584" y="668655"/>
                </a:lnTo>
                <a:lnTo>
                  <a:pt x="276997" y="683260"/>
                </a:lnTo>
                <a:lnTo>
                  <a:pt x="276045" y="698183"/>
                </a:lnTo>
                <a:lnTo>
                  <a:pt x="275094" y="713105"/>
                </a:lnTo>
                <a:lnTo>
                  <a:pt x="274142" y="728028"/>
                </a:lnTo>
                <a:lnTo>
                  <a:pt x="273824" y="742950"/>
                </a:lnTo>
                <a:lnTo>
                  <a:pt x="448336" y="742950"/>
                </a:lnTo>
                <a:lnTo>
                  <a:pt x="448970" y="718185"/>
                </a:lnTo>
                <a:lnTo>
                  <a:pt x="449922" y="693738"/>
                </a:lnTo>
                <a:lnTo>
                  <a:pt x="450874" y="669290"/>
                </a:lnTo>
                <a:lnTo>
                  <a:pt x="452461" y="645478"/>
                </a:lnTo>
                <a:lnTo>
                  <a:pt x="454047" y="621983"/>
                </a:lnTo>
                <a:lnTo>
                  <a:pt x="456268" y="598170"/>
                </a:lnTo>
                <a:lnTo>
                  <a:pt x="458489" y="574993"/>
                </a:lnTo>
                <a:lnTo>
                  <a:pt x="461345" y="552450"/>
                </a:lnTo>
                <a:lnTo>
                  <a:pt x="432154" y="546418"/>
                </a:lnTo>
                <a:lnTo>
                  <a:pt x="403597" y="540703"/>
                </a:lnTo>
                <a:lnTo>
                  <a:pt x="376310" y="534353"/>
                </a:lnTo>
                <a:lnTo>
                  <a:pt x="349023" y="527368"/>
                </a:lnTo>
                <a:lnTo>
                  <a:pt x="327764" y="521335"/>
                </a:lnTo>
                <a:lnTo>
                  <a:pt x="306823" y="515303"/>
                </a:lnTo>
                <a:close/>
                <a:moveTo>
                  <a:pt x="956945" y="477838"/>
                </a:moveTo>
                <a:lnTo>
                  <a:pt x="958532" y="477838"/>
                </a:lnTo>
                <a:lnTo>
                  <a:pt x="1789748" y="477838"/>
                </a:lnTo>
                <a:lnTo>
                  <a:pt x="1791653" y="477838"/>
                </a:lnTo>
                <a:lnTo>
                  <a:pt x="1793240" y="478156"/>
                </a:lnTo>
                <a:lnTo>
                  <a:pt x="1796415" y="479743"/>
                </a:lnTo>
                <a:lnTo>
                  <a:pt x="1799273" y="481648"/>
                </a:lnTo>
                <a:lnTo>
                  <a:pt x="1801813" y="483871"/>
                </a:lnTo>
                <a:lnTo>
                  <a:pt x="1803718" y="486728"/>
                </a:lnTo>
                <a:lnTo>
                  <a:pt x="1805305" y="490221"/>
                </a:lnTo>
                <a:lnTo>
                  <a:pt x="1806258" y="493713"/>
                </a:lnTo>
                <a:lnTo>
                  <a:pt x="1806575" y="498158"/>
                </a:lnTo>
                <a:lnTo>
                  <a:pt x="1806575" y="1074103"/>
                </a:lnTo>
                <a:lnTo>
                  <a:pt x="1806258" y="1077913"/>
                </a:lnTo>
                <a:lnTo>
                  <a:pt x="1805305" y="1081406"/>
                </a:lnTo>
                <a:lnTo>
                  <a:pt x="1803718" y="1084898"/>
                </a:lnTo>
                <a:lnTo>
                  <a:pt x="1801813" y="1088073"/>
                </a:lnTo>
                <a:lnTo>
                  <a:pt x="1799273" y="1090613"/>
                </a:lnTo>
                <a:lnTo>
                  <a:pt x="1796415" y="1092201"/>
                </a:lnTo>
                <a:lnTo>
                  <a:pt x="1793240" y="1093471"/>
                </a:lnTo>
                <a:lnTo>
                  <a:pt x="1791653" y="1093788"/>
                </a:lnTo>
                <a:lnTo>
                  <a:pt x="1789748" y="1093788"/>
                </a:lnTo>
                <a:lnTo>
                  <a:pt x="958532" y="1093788"/>
                </a:lnTo>
                <a:lnTo>
                  <a:pt x="956945" y="1093788"/>
                </a:lnTo>
                <a:lnTo>
                  <a:pt x="955040" y="1093471"/>
                </a:lnTo>
                <a:lnTo>
                  <a:pt x="951865" y="1092201"/>
                </a:lnTo>
                <a:lnTo>
                  <a:pt x="949325" y="1090613"/>
                </a:lnTo>
                <a:lnTo>
                  <a:pt x="946785" y="1088073"/>
                </a:lnTo>
                <a:lnTo>
                  <a:pt x="944562" y="1084898"/>
                </a:lnTo>
                <a:lnTo>
                  <a:pt x="942657" y="1081406"/>
                </a:lnTo>
                <a:lnTo>
                  <a:pt x="941705" y="1077913"/>
                </a:lnTo>
                <a:lnTo>
                  <a:pt x="941387" y="1074103"/>
                </a:lnTo>
                <a:lnTo>
                  <a:pt x="941387" y="498158"/>
                </a:lnTo>
                <a:lnTo>
                  <a:pt x="941705" y="493713"/>
                </a:lnTo>
                <a:lnTo>
                  <a:pt x="942657" y="490221"/>
                </a:lnTo>
                <a:lnTo>
                  <a:pt x="944562" y="486728"/>
                </a:lnTo>
                <a:lnTo>
                  <a:pt x="946785" y="483871"/>
                </a:lnTo>
                <a:lnTo>
                  <a:pt x="949325" y="481648"/>
                </a:lnTo>
                <a:lnTo>
                  <a:pt x="951865" y="479743"/>
                </a:lnTo>
                <a:lnTo>
                  <a:pt x="955040" y="478156"/>
                </a:lnTo>
                <a:lnTo>
                  <a:pt x="956945" y="477838"/>
                </a:lnTo>
                <a:close/>
                <a:moveTo>
                  <a:pt x="138975" y="443230"/>
                </a:moveTo>
                <a:lnTo>
                  <a:pt x="130408" y="460375"/>
                </a:lnTo>
                <a:lnTo>
                  <a:pt x="122475" y="477838"/>
                </a:lnTo>
                <a:lnTo>
                  <a:pt x="114860" y="495300"/>
                </a:lnTo>
                <a:lnTo>
                  <a:pt x="107245" y="513080"/>
                </a:lnTo>
                <a:lnTo>
                  <a:pt x="100899" y="531178"/>
                </a:lnTo>
                <a:lnTo>
                  <a:pt x="94236" y="549593"/>
                </a:lnTo>
                <a:lnTo>
                  <a:pt x="88525" y="568008"/>
                </a:lnTo>
                <a:lnTo>
                  <a:pt x="83448" y="586740"/>
                </a:lnTo>
                <a:lnTo>
                  <a:pt x="78372" y="605473"/>
                </a:lnTo>
                <a:lnTo>
                  <a:pt x="74247" y="624523"/>
                </a:lnTo>
                <a:lnTo>
                  <a:pt x="70439" y="643890"/>
                </a:lnTo>
                <a:lnTo>
                  <a:pt x="67266" y="663258"/>
                </a:lnTo>
                <a:lnTo>
                  <a:pt x="64411" y="682943"/>
                </a:lnTo>
                <a:lnTo>
                  <a:pt x="62507" y="702628"/>
                </a:lnTo>
                <a:lnTo>
                  <a:pt x="60286" y="722948"/>
                </a:lnTo>
                <a:lnTo>
                  <a:pt x="59334" y="742950"/>
                </a:lnTo>
                <a:lnTo>
                  <a:pt x="214808" y="742950"/>
                </a:lnTo>
                <a:lnTo>
                  <a:pt x="215125" y="726758"/>
                </a:lnTo>
                <a:lnTo>
                  <a:pt x="216077" y="710565"/>
                </a:lnTo>
                <a:lnTo>
                  <a:pt x="217029" y="694373"/>
                </a:lnTo>
                <a:lnTo>
                  <a:pt x="218615" y="678498"/>
                </a:lnTo>
                <a:lnTo>
                  <a:pt x="220202" y="662623"/>
                </a:lnTo>
                <a:lnTo>
                  <a:pt x="221788" y="647065"/>
                </a:lnTo>
                <a:lnTo>
                  <a:pt x="223692" y="631190"/>
                </a:lnTo>
                <a:lnTo>
                  <a:pt x="225913" y="615950"/>
                </a:lnTo>
                <a:lnTo>
                  <a:pt x="228134" y="600710"/>
                </a:lnTo>
                <a:lnTo>
                  <a:pt x="230672" y="585470"/>
                </a:lnTo>
                <a:lnTo>
                  <a:pt x="233528" y="570230"/>
                </a:lnTo>
                <a:lnTo>
                  <a:pt x="236701" y="554990"/>
                </a:lnTo>
                <a:lnTo>
                  <a:pt x="239874" y="540068"/>
                </a:lnTo>
                <a:lnTo>
                  <a:pt x="243364" y="525145"/>
                </a:lnTo>
                <a:lnTo>
                  <a:pt x="247172" y="510540"/>
                </a:lnTo>
                <a:lnTo>
                  <a:pt x="250979" y="496253"/>
                </a:lnTo>
                <a:lnTo>
                  <a:pt x="235749" y="490220"/>
                </a:lnTo>
                <a:lnTo>
                  <a:pt x="220519" y="484188"/>
                </a:lnTo>
                <a:lnTo>
                  <a:pt x="205924" y="477520"/>
                </a:lnTo>
                <a:lnTo>
                  <a:pt x="191645" y="471170"/>
                </a:lnTo>
                <a:lnTo>
                  <a:pt x="177684" y="464820"/>
                </a:lnTo>
                <a:lnTo>
                  <a:pt x="164358" y="457518"/>
                </a:lnTo>
                <a:lnTo>
                  <a:pt x="151666" y="450850"/>
                </a:lnTo>
                <a:lnTo>
                  <a:pt x="138975" y="443230"/>
                </a:lnTo>
                <a:close/>
                <a:moveTo>
                  <a:pt x="577792" y="294005"/>
                </a:moveTo>
                <a:lnTo>
                  <a:pt x="570177" y="317500"/>
                </a:lnTo>
                <a:lnTo>
                  <a:pt x="562562" y="341630"/>
                </a:lnTo>
                <a:lnTo>
                  <a:pt x="555581" y="366713"/>
                </a:lnTo>
                <a:lnTo>
                  <a:pt x="549235" y="392748"/>
                </a:lnTo>
                <a:lnTo>
                  <a:pt x="542889" y="419100"/>
                </a:lnTo>
                <a:lnTo>
                  <a:pt x="537495" y="446405"/>
                </a:lnTo>
                <a:lnTo>
                  <a:pt x="532101" y="474345"/>
                </a:lnTo>
                <a:lnTo>
                  <a:pt x="527342" y="503238"/>
                </a:lnTo>
                <a:lnTo>
                  <a:pt x="553043" y="506413"/>
                </a:lnTo>
                <a:lnTo>
                  <a:pt x="578743" y="509588"/>
                </a:lnTo>
                <a:lnTo>
                  <a:pt x="605396" y="512128"/>
                </a:lnTo>
                <a:lnTo>
                  <a:pt x="631731" y="514668"/>
                </a:lnTo>
                <a:lnTo>
                  <a:pt x="659019" y="516573"/>
                </a:lnTo>
                <a:lnTo>
                  <a:pt x="686623" y="517843"/>
                </a:lnTo>
                <a:lnTo>
                  <a:pt x="714228" y="519113"/>
                </a:lnTo>
                <a:lnTo>
                  <a:pt x="742467" y="519748"/>
                </a:lnTo>
                <a:lnTo>
                  <a:pt x="742467" y="303848"/>
                </a:lnTo>
                <a:lnTo>
                  <a:pt x="721208" y="303213"/>
                </a:lnTo>
                <a:lnTo>
                  <a:pt x="699950" y="302578"/>
                </a:lnTo>
                <a:lnTo>
                  <a:pt x="679326" y="301625"/>
                </a:lnTo>
                <a:lnTo>
                  <a:pt x="658701" y="300673"/>
                </a:lnTo>
                <a:lnTo>
                  <a:pt x="638077" y="299403"/>
                </a:lnTo>
                <a:lnTo>
                  <a:pt x="618088" y="297815"/>
                </a:lnTo>
                <a:lnTo>
                  <a:pt x="597464" y="295910"/>
                </a:lnTo>
                <a:lnTo>
                  <a:pt x="577792" y="294005"/>
                </a:lnTo>
                <a:close/>
                <a:moveTo>
                  <a:pt x="418510" y="269240"/>
                </a:moveTo>
                <a:lnTo>
                  <a:pt x="411530" y="279718"/>
                </a:lnTo>
                <a:lnTo>
                  <a:pt x="404549" y="290513"/>
                </a:lnTo>
                <a:lnTo>
                  <a:pt x="397886" y="300990"/>
                </a:lnTo>
                <a:lnTo>
                  <a:pt x="391223" y="312103"/>
                </a:lnTo>
                <a:lnTo>
                  <a:pt x="384560" y="323533"/>
                </a:lnTo>
                <a:lnTo>
                  <a:pt x="378531" y="334645"/>
                </a:lnTo>
                <a:lnTo>
                  <a:pt x="371868" y="346393"/>
                </a:lnTo>
                <a:lnTo>
                  <a:pt x="366157" y="358458"/>
                </a:lnTo>
                <a:lnTo>
                  <a:pt x="360446" y="370205"/>
                </a:lnTo>
                <a:lnTo>
                  <a:pt x="354417" y="382270"/>
                </a:lnTo>
                <a:lnTo>
                  <a:pt x="349023" y="394653"/>
                </a:lnTo>
                <a:lnTo>
                  <a:pt x="343946" y="407035"/>
                </a:lnTo>
                <a:lnTo>
                  <a:pt x="338870" y="419735"/>
                </a:lnTo>
                <a:lnTo>
                  <a:pt x="333476" y="432753"/>
                </a:lnTo>
                <a:lnTo>
                  <a:pt x="328716" y="445770"/>
                </a:lnTo>
                <a:lnTo>
                  <a:pt x="324274" y="458788"/>
                </a:lnTo>
                <a:lnTo>
                  <a:pt x="341091" y="463868"/>
                </a:lnTo>
                <a:lnTo>
                  <a:pt x="358224" y="468948"/>
                </a:lnTo>
                <a:lnTo>
                  <a:pt x="375993" y="473393"/>
                </a:lnTo>
                <a:lnTo>
                  <a:pt x="393761" y="477838"/>
                </a:lnTo>
                <a:lnTo>
                  <a:pt x="412164" y="482283"/>
                </a:lnTo>
                <a:lnTo>
                  <a:pt x="430885" y="486410"/>
                </a:lnTo>
                <a:lnTo>
                  <a:pt x="449922" y="490220"/>
                </a:lnTo>
                <a:lnTo>
                  <a:pt x="469277" y="493713"/>
                </a:lnTo>
                <a:lnTo>
                  <a:pt x="472133" y="474663"/>
                </a:lnTo>
                <a:lnTo>
                  <a:pt x="475623" y="455930"/>
                </a:lnTo>
                <a:lnTo>
                  <a:pt x="479113" y="437515"/>
                </a:lnTo>
                <a:lnTo>
                  <a:pt x="482921" y="419418"/>
                </a:lnTo>
                <a:lnTo>
                  <a:pt x="486728" y="401320"/>
                </a:lnTo>
                <a:lnTo>
                  <a:pt x="490536" y="383540"/>
                </a:lnTo>
                <a:lnTo>
                  <a:pt x="495295" y="366395"/>
                </a:lnTo>
                <a:lnTo>
                  <a:pt x="499420" y="349250"/>
                </a:lnTo>
                <a:lnTo>
                  <a:pt x="503862" y="333058"/>
                </a:lnTo>
                <a:lnTo>
                  <a:pt x="508304" y="317183"/>
                </a:lnTo>
                <a:lnTo>
                  <a:pt x="513381" y="301943"/>
                </a:lnTo>
                <a:lnTo>
                  <a:pt x="518140" y="286703"/>
                </a:lnTo>
                <a:lnTo>
                  <a:pt x="492440" y="282893"/>
                </a:lnTo>
                <a:lnTo>
                  <a:pt x="467691" y="278765"/>
                </a:lnTo>
                <a:lnTo>
                  <a:pt x="442942" y="274320"/>
                </a:lnTo>
                <a:lnTo>
                  <a:pt x="418510" y="269240"/>
                </a:lnTo>
                <a:close/>
                <a:moveTo>
                  <a:pt x="299208" y="238125"/>
                </a:moveTo>
                <a:lnTo>
                  <a:pt x="283026" y="252730"/>
                </a:lnTo>
                <a:lnTo>
                  <a:pt x="275411" y="260033"/>
                </a:lnTo>
                <a:lnTo>
                  <a:pt x="267479" y="267653"/>
                </a:lnTo>
                <a:lnTo>
                  <a:pt x="253835" y="281940"/>
                </a:lnTo>
                <a:lnTo>
                  <a:pt x="240191" y="296863"/>
                </a:lnTo>
                <a:lnTo>
                  <a:pt x="227182" y="311785"/>
                </a:lnTo>
                <a:lnTo>
                  <a:pt x="214490" y="327343"/>
                </a:lnTo>
                <a:lnTo>
                  <a:pt x="202433" y="343218"/>
                </a:lnTo>
                <a:lnTo>
                  <a:pt x="190376" y="359093"/>
                </a:lnTo>
                <a:lnTo>
                  <a:pt x="178954" y="375603"/>
                </a:lnTo>
                <a:lnTo>
                  <a:pt x="168483" y="392430"/>
                </a:lnTo>
                <a:lnTo>
                  <a:pt x="178002" y="398145"/>
                </a:lnTo>
                <a:lnTo>
                  <a:pt x="188472" y="403860"/>
                </a:lnTo>
                <a:lnTo>
                  <a:pt x="198943" y="409575"/>
                </a:lnTo>
                <a:lnTo>
                  <a:pt x="210048" y="414973"/>
                </a:lnTo>
                <a:lnTo>
                  <a:pt x="221471" y="420053"/>
                </a:lnTo>
                <a:lnTo>
                  <a:pt x="232894" y="425450"/>
                </a:lnTo>
                <a:lnTo>
                  <a:pt x="245268" y="430848"/>
                </a:lnTo>
                <a:lnTo>
                  <a:pt x="257642" y="435610"/>
                </a:lnTo>
                <a:lnTo>
                  <a:pt x="268430" y="439738"/>
                </a:lnTo>
                <a:lnTo>
                  <a:pt x="277315" y="414655"/>
                </a:lnTo>
                <a:lnTo>
                  <a:pt x="287151" y="390208"/>
                </a:lnTo>
                <a:lnTo>
                  <a:pt x="297304" y="366078"/>
                </a:lnTo>
                <a:lnTo>
                  <a:pt x="302381" y="354330"/>
                </a:lnTo>
                <a:lnTo>
                  <a:pt x="308409" y="342900"/>
                </a:lnTo>
                <a:lnTo>
                  <a:pt x="313803" y="331153"/>
                </a:lnTo>
                <a:lnTo>
                  <a:pt x="319515" y="319723"/>
                </a:lnTo>
                <a:lnTo>
                  <a:pt x="325543" y="308610"/>
                </a:lnTo>
                <a:lnTo>
                  <a:pt x="331572" y="297498"/>
                </a:lnTo>
                <a:lnTo>
                  <a:pt x="337600" y="286703"/>
                </a:lnTo>
                <a:lnTo>
                  <a:pt x="344264" y="275908"/>
                </a:lnTo>
                <a:lnTo>
                  <a:pt x="350609" y="265430"/>
                </a:lnTo>
                <a:lnTo>
                  <a:pt x="357590" y="254953"/>
                </a:lnTo>
                <a:lnTo>
                  <a:pt x="349023" y="253048"/>
                </a:lnTo>
                <a:lnTo>
                  <a:pt x="323957" y="245745"/>
                </a:lnTo>
                <a:lnTo>
                  <a:pt x="299208" y="238125"/>
                </a:lnTo>
                <a:close/>
                <a:moveTo>
                  <a:pt x="1081336" y="129223"/>
                </a:moveTo>
                <a:lnTo>
                  <a:pt x="1090538" y="137795"/>
                </a:lnTo>
                <a:lnTo>
                  <a:pt x="1099422" y="146368"/>
                </a:lnTo>
                <a:lnTo>
                  <a:pt x="1107989" y="155575"/>
                </a:lnTo>
                <a:lnTo>
                  <a:pt x="1116873" y="164465"/>
                </a:lnTo>
                <a:lnTo>
                  <a:pt x="1125123" y="173990"/>
                </a:lnTo>
                <a:lnTo>
                  <a:pt x="1133690" y="183833"/>
                </a:lnTo>
                <a:lnTo>
                  <a:pt x="1141622" y="193358"/>
                </a:lnTo>
                <a:lnTo>
                  <a:pt x="1149555" y="203518"/>
                </a:lnTo>
                <a:lnTo>
                  <a:pt x="1164467" y="199708"/>
                </a:lnTo>
                <a:lnTo>
                  <a:pt x="1179380" y="195898"/>
                </a:lnTo>
                <a:lnTo>
                  <a:pt x="1188899" y="193358"/>
                </a:lnTo>
                <a:lnTo>
                  <a:pt x="1175890" y="184468"/>
                </a:lnTo>
                <a:lnTo>
                  <a:pt x="1162881" y="175578"/>
                </a:lnTo>
                <a:lnTo>
                  <a:pt x="1149872" y="167323"/>
                </a:lnTo>
                <a:lnTo>
                  <a:pt x="1136863" y="159068"/>
                </a:lnTo>
                <a:lnTo>
                  <a:pt x="1123219" y="151130"/>
                </a:lnTo>
                <a:lnTo>
                  <a:pt x="1109258" y="143510"/>
                </a:lnTo>
                <a:lnTo>
                  <a:pt x="1095297" y="136208"/>
                </a:lnTo>
                <a:lnTo>
                  <a:pt x="1081336" y="129223"/>
                </a:lnTo>
                <a:close/>
                <a:moveTo>
                  <a:pt x="462297" y="129223"/>
                </a:moveTo>
                <a:lnTo>
                  <a:pt x="448336" y="136208"/>
                </a:lnTo>
                <a:lnTo>
                  <a:pt x="434375" y="143510"/>
                </a:lnTo>
                <a:lnTo>
                  <a:pt x="420731" y="151130"/>
                </a:lnTo>
                <a:lnTo>
                  <a:pt x="407088" y="159068"/>
                </a:lnTo>
                <a:lnTo>
                  <a:pt x="394079" y="167323"/>
                </a:lnTo>
                <a:lnTo>
                  <a:pt x="380752" y="175578"/>
                </a:lnTo>
                <a:lnTo>
                  <a:pt x="367743" y="184468"/>
                </a:lnTo>
                <a:lnTo>
                  <a:pt x="355052" y="193358"/>
                </a:lnTo>
                <a:lnTo>
                  <a:pt x="374406" y="198438"/>
                </a:lnTo>
                <a:lnTo>
                  <a:pt x="394079" y="203518"/>
                </a:lnTo>
                <a:lnTo>
                  <a:pt x="402011" y="193358"/>
                </a:lnTo>
                <a:lnTo>
                  <a:pt x="410261" y="183833"/>
                </a:lnTo>
                <a:lnTo>
                  <a:pt x="418510" y="173990"/>
                </a:lnTo>
                <a:lnTo>
                  <a:pt x="427077" y="164465"/>
                </a:lnTo>
                <a:lnTo>
                  <a:pt x="435644" y="155575"/>
                </a:lnTo>
                <a:lnTo>
                  <a:pt x="444528" y="146368"/>
                </a:lnTo>
                <a:lnTo>
                  <a:pt x="453095" y="137795"/>
                </a:lnTo>
                <a:lnTo>
                  <a:pt x="462297" y="129223"/>
                </a:lnTo>
                <a:close/>
                <a:moveTo>
                  <a:pt x="931891" y="96838"/>
                </a:moveTo>
                <a:lnTo>
                  <a:pt x="942045" y="110490"/>
                </a:lnTo>
                <a:lnTo>
                  <a:pt x="951881" y="125413"/>
                </a:lnTo>
                <a:lnTo>
                  <a:pt x="961717" y="140970"/>
                </a:lnTo>
                <a:lnTo>
                  <a:pt x="970918" y="157480"/>
                </a:lnTo>
                <a:lnTo>
                  <a:pt x="979803" y="174625"/>
                </a:lnTo>
                <a:lnTo>
                  <a:pt x="988369" y="192405"/>
                </a:lnTo>
                <a:lnTo>
                  <a:pt x="996936" y="210820"/>
                </a:lnTo>
                <a:lnTo>
                  <a:pt x="1004869" y="230188"/>
                </a:lnTo>
                <a:lnTo>
                  <a:pt x="1025176" y="227330"/>
                </a:lnTo>
                <a:lnTo>
                  <a:pt x="1045165" y="224155"/>
                </a:lnTo>
                <a:lnTo>
                  <a:pt x="1065472" y="220980"/>
                </a:lnTo>
                <a:lnTo>
                  <a:pt x="1084827" y="217170"/>
                </a:lnTo>
                <a:lnTo>
                  <a:pt x="1076260" y="207645"/>
                </a:lnTo>
                <a:lnTo>
                  <a:pt x="1067376" y="198120"/>
                </a:lnTo>
                <a:lnTo>
                  <a:pt x="1058491" y="188913"/>
                </a:lnTo>
                <a:lnTo>
                  <a:pt x="1049607" y="180023"/>
                </a:lnTo>
                <a:lnTo>
                  <a:pt x="1040406" y="171450"/>
                </a:lnTo>
                <a:lnTo>
                  <a:pt x="1031204" y="163195"/>
                </a:lnTo>
                <a:lnTo>
                  <a:pt x="1021685" y="155258"/>
                </a:lnTo>
                <a:lnTo>
                  <a:pt x="1011849" y="147320"/>
                </a:lnTo>
                <a:lnTo>
                  <a:pt x="1002648" y="140018"/>
                </a:lnTo>
                <a:lnTo>
                  <a:pt x="992494" y="133033"/>
                </a:lnTo>
                <a:lnTo>
                  <a:pt x="982975" y="126048"/>
                </a:lnTo>
                <a:lnTo>
                  <a:pt x="972822" y="119380"/>
                </a:lnTo>
                <a:lnTo>
                  <a:pt x="962986" y="113348"/>
                </a:lnTo>
                <a:lnTo>
                  <a:pt x="952515" y="107315"/>
                </a:lnTo>
                <a:lnTo>
                  <a:pt x="942045" y="101918"/>
                </a:lnTo>
                <a:lnTo>
                  <a:pt x="931891" y="96838"/>
                </a:lnTo>
                <a:close/>
                <a:moveTo>
                  <a:pt x="611742" y="96838"/>
                </a:moveTo>
                <a:lnTo>
                  <a:pt x="601589" y="101918"/>
                </a:lnTo>
                <a:lnTo>
                  <a:pt x="591118" y="107315"/>
                </a:lnTo>
                <a:lnTo>
                  <a:pt x="580965" y="113348"/>
                </a:lnTo>
                <a:lnTo>
                  <a:pt x="570811" y="119698"/>
                </a:lnTo>
                <a:lnTo>
                  <a:pt x="560658" y="126048"/>
                </a:lnTo>
                <a:lnTo>
                  <a:pt x="551139" y="133033"/>
                </a:lnTo>
                <a:lnTo>
                  <a:pt x="540986" y="140018"/>
                </a:lnTo>
                <a:lnTo>
                  <a:pt x="531784" y="147320"/>
                </a:lnTo>
                <a:lnTo>
                  <a:pt x="521948" y="155258"/>
                </a:lnTo>
                <a:lnTo>
                  <a:pt x="512746" y="163195"/>
                </a:lnTo>
                <a:lnTo>
                  <a:pt x="503228" y="171450"/>
                </a:lnTo>
                <a:lnTo>
                  <a:pt x="494343" y="180023"/>
                </a:lnTo>
                <a:lnTo>
                  <a:pt x="485142" y="189230"/>
                </a:lnTo>
                <a:lnTo>
                  <a:pt x="476258" y="198120"/>
                </a:lnTo>
                <a:lnTo>
                  <a:pt x="467691" y="207645"/>
                </a:lnTo>
                <a:lnTo>
                  <a:pt x="458807" y="217170"/>
                </a:lnTo>
                <a:lnTo>
                  <a:pt x="478479" y="220980"/>
                </a:lnTo>
                <a:lnTo>
                  <a:pt x="498468" y="224155"/>
                </a:lnTo>
                <a:lnTo>
                  <a:pt x="518458" y="227330"/>
                </a:lnTo>
                <a:lnTo>
                  <a:pt x="538764" y="230188"/>
                </a:lnTo>
                <a:lnTo>
                  <a:pt x="547014" y="210820"/>
                </a:lnTo>
                <a:lnTo>
                  <a:pt x="555264" y="192405"/>
                </a:lnTo>
                <a:lnTo>
                  <a:pt x="564148" y="174625"/>
                </a:lnTo>
                <a:lnTo>
                  <a:pt x="573032" y="157480"/>
                </a:lnTo>
                <a:lnTo>
                  <a:pt x="582234" y="140970"/>
                </a:lnTo>
                <a:lnTo>
                  <a:pt x="591753" y="125413"/>
                </a:lnTo>
                <a:lnTo>
                  <a:pt x="601589" y="110490"/>
                </a:lnTo>
                <a:lnTo>
                  <a:pt x="611742" y="96838"/>
                </a:lnTo>
                <a:close/>
                <a:moveTo>
                  <a:pt x="801166" y="63818"/>
                </a:moveTo>
                <a:lnTo>
                  <a:pt x="801166" y="245110"/>
                </a:lnTo>
                <a:lnTo>
                  <a:pt x="837655" y="244158"/>
                </a:lnTo>
                <a:lnTo>
                  <a:pt x="873509" y="242570"/>
                </a:lnTo>
                <a:lnTo>
                  <a:pt x="909363" y="240348"/>
                </a:lnTo>
                <a:lnTo>
                  <a:pt x="944266" y="237173"/>
                </a:lnTo>
                <a:lnTo>
                  <a:pt x="935064" y="216853"/>
                </a:lnTo>
                <a:lnTo>
                  <a:pt x="925545" y="197803"/>
                </a:lnTo>
                <a:lnTo>
                  <a:pt x="916027" y="179705"/>
                </a:lnTo>
                <a:lnTo>
                  <a:pt x="906190" y="162878"/>
                </a:lnTo>
                <a:lnTo>
                  <a:pt x="901114" y="155258"/>
                </a:lnTo>
                <a:lnTo>
                  <a:pt x="896037" y="147320"/>
                </a:lnTo>
                <a:lnTo>
                  <a:pt x="890960" y="140018"/>
                </a:lnTo>
                <a:lnTo>
                  <a:pt x="885884" y="133033"/>
                </a:lnTo>
                <a:lnTo>
                  <a:pt x="880807" y="126048"/>
                </a:lnTo>
                <a:lnTo>
                  <a:pt x="875730" y="119698"/>
                </a:lnTo>
                <a:lnTo>
                  <a:pt x="870019" y="113665"/>
                </a:lnTo>
                <a:lnTo>
                  <a:pt x="864942" y="107633"/>
                </a:lnTo>
                <a:lnTo>
                  <a:pt x="856693" y="99695"/>
                </a:lnTo>
                <a:lnTo>
                  <a:pt x="848760" y="92075"/>
                </a:lnTo>
                <a:lnTo>
                  <a:pt x="840828" y="85725"/>
                </a:lnTo>
                <a:lnTo>
                  <a:pt x="832896" y="79693"/>
                </a:lnTo>
                <a:lnTo>
                  <a:pt x="824963" y="74613"/>
                </a:lnTo>
                <a:lnTo>
                  <a:pt x="817031" y="70168"/>
                </a:lnTo>
                <a:lnTo>
                  <a:pt x="809099" y="66675"/>
                </a:lnTo>
                <a:lnTo>
                  <a:pt x="801166" y="63818"/>
                </a:lnTo>
                <a:close/>
                <a:moveTo>
                  <a:pt x="742467" y="63818"/>
                </a:moveTo>
                <a:lnTo>
                  <a:pt x="734535" y="66675"/>
                </a:lnTo>
                <a:lnTo>
                  <a:pt x="726920" y="70168"/>
                </a:lnTo>
                <a:lnTo>
                  <a:pt x="718987" y="74613"/>
                </a:lnTo>
                <a:lnTo>
                  <a:pt x="711055" y="79693"/>
                </a:lnTo>
                <a:lnTo>
                  <a:pt x="703123" y="85725"/>
                </a:lnTo>
                <a:lnTo>
                  <a:pt x="694873" y="92075"/>
                </a:lnTo>
                <a:lnTo>
                  <a:pt x="686941" y="99695"/>
                </a:lnTo>
                <a:lnTo>
                  <a:pt x="678691" y="107633"/>
                </a:lnTo>
                <a:lnTo>
                  <a:pt x="673614" y="113665"/>
                </a:lnTo>
                <a:lnTo>
                  <a:pt x="668538" y="119698"/>
                </a:lnTo>
                <a:lnTo>
                  <a:pt x="662826" y="126048"/>
                </a:lnTo>
                <a:lnTo>
                  <a:pt x="657750" y="133033"/>
                </a:lnTo>
                <a:lnTo>
                  <a:pt x="652990" y="140018"/>
                </a:lnTo>
                <a:lnTo>
                  <a:pt x="647596" y="147320"/>
                </a:lnTo>
                <a:lnTo>
                  <a:pt x="642519" y="154940"/>
                </a:lnTo>
                <a:lnTo>
                  <a:pt x="637760" y="162878"/>
                </a:lnTo>
                <a:lnTo>
                  <a:pt x="632683" y="171450"/>
                </a:lnTo>
                <a:lnTo>
                  <a:pt x="627607" y="179705"/>
                </a:lnTo>
                <a:lnTo>
                  <a:pt x="618088" y="197803"/>
                </a:lnTo>
                <a:lnTo>
                  <a:pt x="608569" y="216853"/>
                </a:lnTo>
                <a:lnTo>
                  <a:pt x="599685" y="237173"/>
                </a:lnTo>
                <a:lnTo>
                  <a:pt x="634587" y="240030"/>
                </a:lnTo>
                <a:lnTo>
                  <a:pt x="670124" y="242570"/>
                </a:lnTo>
                <a:lnTo>
                  <a:pt x="705978" y="244158"/>
                </a:lnTo>
                <a:lnTo>
                  <a:pt x="742467" y="245110"/>
                </a:lnTo>
                <a:lnTo>
                  <a:pt x="742467" y="63818"/>
                </a:lnTo>
                <a:close/>
                <a:moveTo>
                  <a:pt x="754841" y="0"/>
                </a:moveTo>
                <a:lnTo>
                  <a:pt x="771975" y="0"/>
                </a:lnTo>
                <a:lnTo>
                  <a:pt x="789109" y="0"/>
                </a:lnTo>
                <a:lnTo>
                  <a:pt x="806243" y="635"/>
                </a:lnTo>
                <a:lnTo>
                  <a:pt x="823377" y="1588"/>
                </a:lnTo>
                <a:lnTo>
                  <a:pt x="840193" y="2858"/>
                </a:lnTo>
                <a:lnTo>
                  <a:pt x="856693" y="4445"/>
                </a:lnTo>
                <a:lnTo>
                  <a:pt x="873509" y="6350"/>
                </a:lnTo>
                <a:lnTo>
                  <a:pt x="890008" y="9208"/>
                </a:lnTo>
                <a:lnTo>
                  <a:pt x="906508" y="11748"/>
                </a:lnTo>
                <a:lnTo>
                  <a:pt x="923007" y="14923"/>
                </a:lnTo>
                <a:lnTo>
                  <a:pt x="939189" y="18098"/>
                </a:lnTo>
                <a:lnTo>
                  <a:pt x="955371" y="21908"/>
                </a:lnTo>
                <a:lnTo>
                  <a:pt x="971236" y="25718"/>
                </a:lnTo>
                <a:lnTo>
                  <a:pt x="987100" y="30480"/>
                </a:lnTo>
                <a:lnTo>
                  <a:pt x="1002965" y="35243"/>
                </a:lnTo>
                <a:lnTo>
                  <a:pt x="1018512" y="40005"/>
                </a:lnTo>
                <a:lnTo>
                  <a:pt x="1034060" y="45720"/>
                </a:lnTo>
                <a:lnTo>
                  <a:pt x="1049290" y="51435"/>
                </a:lnTo>
                <a:lnTo>
                  <a:pt x="1064520" y="57150"/>
                </a:lnTo>
                <a:lnTo>
                  <a:pt x="1079115" y="63818"/>
                </a:lnTo>
                <a:lnTo>
                  <a:pt x="1094028" y="70168"/>
                </a:lnTo>
                <a:lnTo>
                  <a:pt x="1108624" y="76835"/>
                </a:lnTo>
                <a:lnTo>
                  <a:pt x="1123219" y="84455"/>
                </a:lnTo>
                <a:lnTo>
                  <a:pt x="1137497" y="91758"/>
                </a:lnTo>
                <a:lnTo>
                  <a:pt x="1151458" y="99695"/>
                </a:lnTo>
                <a:lnTo>
                  <a:pt x="1165419" y="107633"/>
                </a:lnTo>
                <a:lnTo>
                  <a:pt x="1179063" y="116205"/>
                </a:lnTo>
                <a:lnTo>
                  <a:pt x="1192707" y="124778"/>
                </a:lnTo>
                <a:lnTo>
                  <a:pt x="1206033" y="133668"/>
                </a:lnTo>
                <a:lnTo>
                  <a:pt x="1219042" y="142558"/>
                </a:lnTo>
                <a:lnTo>
                  <a:pt x="1232051" y="152400"/>
                </a:lnTo>
                <a:lnTo>
                  <a:pt x="1244743" y="161925"/>
                </a:lnTo>
                <a:lnTo>
                  <a:pt x="1257434" y="171768"/>
                </a:lnTo>
                <a:lnTo>
                  <a:pt x="1270126" y="182245"/>
                </a:lnTo>
                <a:lnTo>
                  <a:pt x="1282818" y="193358"/>
                </a:lnTo>
                <a:lnTo>
                  <a:pt x="1295192" y="204470"/>
                </a:lnTo>
                <a:lnTo>
                  <a:pt x="1307567" y="215900"/>
                </a:lnTo>
                <a:lnTo>
                  <a:pt x="1323749" y="232093"/>
                </a:lnTo>
                <a:lnTo>
                  <a:pt x="1339296" y="248920"/>
                </a:lnTo>
                <a:lnTo>
                  <a:pt x="1354844" y="266065"/>
                </a:lnTo>
                <a:lnTo>
                  <a:pt x="1369756" y="283528"/>
                </a:lnTo>
                <a:lnTo>
                  <a:pt x="1384035" y="301625"/>
                </a:lnTo>
                <a:lnTo>
                  <a:pt x="1397995" y="320358"/>
                </a:lnTo>
                <a:lnTo>
                  <a:pt x="1411322" y="339090"/>
                </a:lnTo>
                <a:lnTo>
                  <a:pt x="1423696" y="358775"/>
                </a:lnTo>
                <a:lnTo>
                  <a:pt x="1431629" y="371158"/>
                </a:lnTo>
                <a:lnTo>
                  <a:pt x="1439244" y="383858"/>
                </a:lnTo>
                <a:lnTo>
                  <a:pt x="1446859" y="396875"/>
                </a:lnTo>
                <a:lnTo>
                  <a:pt x="1453839" y="410210"/>
                </a:lnTo>
                <a:lnTo>
                  <a:pt x="1463675" y="429260"/>
                </a:lnTo>
                <a:lnTo>
                  <a:pt x="1301855" y="429260"/>
                </a:lnTo>
                <a:lnTo>
                  <a:pt x="1321528" y="420370"/>
                </a:lnTo>
                <a:lnTo>
                  <a:pt x="1340565" y="411480"/>
                </a:lnTo>
                <a:lnTo>
                  <a:pt x="1358651" y="401955"/>
                </a:lnTo>
                <a:lnTo>
                  <a:pt x="1375785" y="392430"/>
                </a:lnTo>
                <a:lnTo>
                  <a:pt x="1364680" y="375603"/>
                </a:lnTo>
                <a:lnTo>
                  <a:pt x="1353257" y="359093"/>
                </a:lnTo>
                <a:lnTo>
                  <a:pt x="1341517" y="343218"/>
                </a:lnTo>
                <a:lnTo>
                  <a:pt x="1329143" y="327343"/>
                </a:lnTo>
                <a:lnTo>
                  <a:pt x="1316451" y="311785"/>
                </a:lnTo>
                <a:lnTo>
                  <a:pt x="1303442" y="296863"/>
                </a:lnTo>
                <a:lnTo>
                  <a:pt x="1290116" y="281940"/>
                </a:lnTo>
                <a:lnTo>
                  <a:pt x="1276155" y="267653"/>
                </a:lnTo>
                <a:lnTo>
                  <a:pt x="1268222" y="260033"/>
                </a:lnTo>
                <a:lnTo>
                  <a:pt x="1260607" y="252730"/>
                </a:lnTo>
                <a:lnTo>
                  <a:pt x="1244425" y="238125"/>
                </a:lnTo>
                <a:lnTo>
                  <a:pt x="1215869" y="246698"/>
                </a:lnTo>
                <a:lnTo>
                  <a:pt x="1200956" y="250825"/>
                </a:lnTo>
                <a:lnTo>
                  <a:pt x="1186361" y="254953"/>
                </a:lnTo>
                <a:lnTo>
                  <a:pt x="1198735" y="274955"/>
                </a:lnTo>
                <a:lnTo>
                  <a:pt x="1210792" y="295275"/>
                </a:lnTo>
                <a:lnTo>
                  <a:pt x="1222215" y="316230"/>
                </a:lnTo>
                <a:lnTo>
                  <a:pt x="1233003" y="337820"/>
                </a:lnTo>
                <a:lnTo>
                  <a:pt x="1243473" y="360045"/>
                </a:lnTo>
                <a:lnTo>
                  <a:pt x="1253310" y="382588"/>
                </a:lnTo>
                <a:lnTo>
                  <a:pt x="1262828" y="405448"/>
                </a:lnTo>
                <a:lnTo>
                  <a:pt x="1271395" y="429260"/>
                </a:lnTo>
                <a:lnTo>
                  <a:pt x="1208888" y="429260"/>
                </a:lnTo>
                <a:lnTo>
                  <a:pt x="1200004" y="407353"/>
                </a:lnTo>
                <a:lnTo>
                  <a:pt x="1190803" y="385763"/>
                </a:lnTo>
                <a:lnTo>
                  <a:pt x="1180967" y="365125"/>
                </a:lnTo>
                <a:lnTo>
                  <a:pt x="1170813" y="344805"/>
                </a:lnTo>
                <a:lnTo>
                  <a:pt x="1160025" y="325120"/>
                </a:lnTo>
                <a:lnTo>
                  <a:pt x="1148603" y="306070"/>
                </a:lnTo>
                <a:lnTo>
                  <a:pt x="1137180" y="287020"/>
                </a:lnTo>
                <a:lnTo>
                  <a:pt x="1125123" y="269240"/>
                </a:lnTo>
                <a:lnTo>
                  <a:pt x="1101009" y="274320"/>
                </a:lnTo>
                <a:lnTo>
                  <a:pt x="1076260" y="278765"/>
                </a:lnTo>
                <a:lnTo>
                  <a:pt x="1051194" y="282893"/>
                </a:lnTo>
                <a:lnTo>
                  <a:pt x="1025493" y="286703"/>
                </a:lnTo>
                <a:lnTo>
                  <a:pt x="1031204" y="303213"/>
                </a:lnTo>
                <a:lnTo>
                  <a:pt x="1036281" y="320040"/>
                </a:lnTo>
                <a:lnTo>
                  <a:pt x="1041040" y="337503"/>
                </a:lnTo>
                <a:lnTo>
                  <a:pt x="1045800" y="355283"/>
                </a:lnTo>
                <a:lnTo>
                  <a:pt x="1050559" y="373063"/>
                </a:lnTo>
                <a:lnTo>
                  <a:pt x="1054684" y="391478"/>
                </a:lnTo>
                <a:lnTo>
                  <a:pt x="1058809" y="410528"/>
                </a:lnTo>
                <a:lnTo>
                  <a:pt x="1062616" y="429260"/>
                </a:lnTo>
                <a:lnTo>
                  <a:pt x="1002965" y="429260"/>
                </a:lnTo>
                <a:lnTo>
                  <a:pt x="999475" y="412750"/>
                </a:lnTo>
                <a:lnTo>
                  <a:pt x="995667" y="396240"/>
                </a:lnTo>
                <a:lnTo>
                  <a:pt x="991542" y="380365"/>
                </a:lnTo>
                <a:lnTo>
                  <a:pt x="987418" y="364490"/>
                </a:lnTo>
                <a:lnTo>
                  <a:pt x="982658" y="346075"/>
                </a:lnTo>
                <a:lnTo>
                  <a:pt x="976947" y="328295"/>
                </a:lnTo>
                <a:lnTo>
                  <a:pt x="971553" y="311150"/>
                </a:lnTo>
                <a:lnTo>
                  <a:pt x="966159" y="294005"/>
                </a:lnTo>
                <a:lnTo>
                  <a:pt x="946169" y="295910"/>
                </a:lnTo>
                <a:lnTo>
                  <a:pt x="926180" y="297815"/>
                </a:lnTo>
                <a:lnTo>
                  <a:pt x="905556" y="299403"/>
                </a:lnTo>
                <a:lnTo>
                  <a:pt x="884932" y="300673"/>
                </a:lnTo>
                <a:lnTo>
                  <a:pt x="864308" y="301625"/>
                </a:lnTo>
                <a:lnTo>
                  <a:pt x="843684" y="302578"/>
                </a:lnTo>
                <a:lnTo>
                  <a:pt x="822742" y="303213"/>
                </a:lnTo>
                <a:lnTo>
                  <a:pt x="801166" y="303848"/>
                </a:lnTo>
                <a:lnTo>
                  <a:pt x="801166" y="519748"/>
                </a:lnTo>
                <a:lnTo>
                  <a:pt x="822108" y="519113"/>
                </a:lnTo>
                <a:lnTo>
                  <a:pt x="843366" y="518478"/>
                </a:lnTo>
                <a:lnTo>
                  <a:pt x="864308" y="517525"/>
                </a:lnTo>
                <a:lnTo>
                  <a:pt x="884614" y="516573"/>
                </a:lnTo>
                <a:lnTo>
                  <a:pt x="884614" y="575310"/>
                </a:lnTo>
                <a:lnTo>
                  <a:pt x="864308" y="576263"/>
                </a:lnTo>
                <a:lnTo>
                  <a:pt x="843366" y="577215"/>
                </a:lnTo>
                <a:lnTo>
                  <a:pt x="822108" y="577850"/>
                </a:lnTo>
                <a:lnTo>
                  <a:pt x="801166" y="578168"/>
                </a:lnTo>
                <a:lnTo>
                  <a:pt x="801166" y="742950"/>
                </a:lnTo>
                <a:lnTo>
                  <a:pt x="884614" y="742950"/>
                </a:lnTo>
                <a:lnTo>
                  <a:pt x="884614" y="801688"/>
                </a:lnTo>
                <a:lnTo>
                  <a:pt x="801166" y="801688"/>
                </a:lnTo>
                <a:lnTo>
                  <a:pt x="801166" y="965835"/>
                </a:lnTo>
                <a:lnTo>
                  <a:pt x="822108" y="966470"/>
                </a:lnTo>
                <a:lnTo>
                  <a:pt x="843366" y="967105"/>
                </a:lnTo>
                <a:lnTo>
                  <a:pt x="864308" y="968058"/>
                </a:lnTo>
                <a:lnTo>
                  <a:pt x="884614" y="969010"/>
                </a:lnTo>
                <a:lnTo>
                  <a:pt x="884614" y="1028065"/>
                </a:lnTo>
                <a:lnTo>
                  <a:pt x="864308" y="1026795"/>
                </a:lnTo>
                <a:lnTo>
                  <a:pt x="843366" y="1025843"/>
                </a:lnTo>
                <a:lnTo>
                  <a:pt x="822108" y="1025208"/>
                </a:lnTo>
                <a:lnTo>
                  <a:pt x="801166" y="1024890"/>
                </a:lnTo>
                <a:lnTo>
                  <a:pt x="801166" y="1240473"/>
                </a:lnTo>
                <a:lnTo>
                  <a:pt x="824963" y="1240790"/>
                </a:lnTo>
                <a:lnTo>
                  <a:pt x="848126" y="1241743"/>
                </a:lnTo>
                <a:lnTo>
                  <a:pt x="832896" y="1300163"/>
                </a:lnTo>
                <a:lnTo>
                  <a:pt x="801166" y="1299528"/>
                </a:lnTo>
                <a:lnTo>
                  <a:pt x="801166" y="1423353"/>
                </a:lnTo>
                <a:lnTo>
                  <a:pt x="771658" y="1538606"/>
                </a:lnTo>
                <a:lnTo>
                  <a:pt x="771023" y="1541781"/>
                </a:lnTo>
                <a:lnTo>
                  <a:pt x="771023" y="1544638"/>
                </a:lnTo>
                <a:lnTo>
                  <a:pt x="753890" y="1544321"/>
                </a:lnTo>
                <a:lnTo>
                  <a:pt x="736756" y="1543686"/>
                </a:lnTo>
                <a:lnTo>
                  <a:pt x="719622" y="1542733"/>
                </a:lnTo>
                <a:lnTo>
                  <a:pt x="702805" y="1541463"/>
                </a:lnTo>
                <a:lnTo>
                  <a:pt x="685989" y="1539558"/>
                </a:lnTo>
                <a:lnTo>
                  <a:pt x="669489" y="1537653"/>
                </a:lnTo>
                <a:lnTo>
                  <a:pt x="652673" y="1535431"/>
                </a:lnTo>
                <a:lnTo>
                  <a:pt x="636491" y="1532573"/>
                </a:lnTo>
                <a:lnTo>
                  <a:pt x="619992" y="1529716"/>
                </a:lnTo>
                <a:lnTo>
                  <a:pt x="603810" y="1526223"/>
                </a:lnTo>
                <a:lnTo>
                  <a:pt x="587628" y="1522096"/>
                </a:lnTo>
                <a:lnTo>
                  <a:pt x="571763" y="1518286"/>
                </a:lnTo>
                <a:lnTo>
                  <a:pt x="555898" y="1513841"/>
                </a:lnTo>
                <a:lnTo>
                  <a:pt x="540351" y="1509078"/>
                </a:lnTo>
                <a:lnTo>
                  <a:pt x="524486" y="1503998"/>
                </a:lnTo>
                <a:lnTo>
                  <a:pt x="509256" y="1498601"/>
                </a:lnTo>
                <a:lnTo>
                  <a:pt x="494343" y="1492886"/>
                </a:lnTo>
                <a:lnTo>
                  <a:pt x="479113" y="1486853"/>
                </a:lnTo>
                <a:lnTo>
                  <a:pt x="464200" y="1480503"/>
                </a:lnTo>
                <a:lnTo>
                  <a:pt x="449288" y="1474153"/>
                </a:lnTo>
                <a:lnTo>
                  <a:pt x="434692" y="1467168"/>
                </a:lnTo>
                <a:lnTo>
                  <a:pt x="420414" y="1459866"/>
                </a:lnTo>
                <a:lnTo>
                  <a:pt x="406136" y="1452246"/>
                </a:lnTo>
                <a:lnTo>
                  <a:pt x="392175" y="1444626"/>
                </a:lnTo>
                <a:lnTo>
                  <a:pt x="378214" y="1436688"/>
                </a:lnTo>
                <a:lnTo>
                  <a:pt x="364570" y="1428116"/>
                </a:lnTo>
                <a:lnTo>
                  <a:pt x="350927" y="1419861"/>
                </a:lnTo>
                <a:lnTo>
                  <a:pt x="337600" y="1410653"/>
                </a:lnTo>
                <a:lnTo>
                  <a:pt x="324591" y="1401763"/>
                </a:lnTo>
                <a:lnTo>
                  <a:pt x="311582" y="1392238"/>
                </a:lnTo>
                <a:lnTo>
                  <a:pt x="298891" y="1382396"/>
                </a:lnTo>
                <a:lnTo>
                  <a:pt x="286199" y="1372553"/>
                </a:lnTo>
                <a:lnTo>
                  <a:pt x="273507" y="1361758"/>
                </a:lnTo>
                <a:lnTo>
                  <a:pt x="260815" y="1351280"/>
                </a:lnTo>
                <a:lnTo>
                  <a:pt x="248441" y="1339850"/>
                </a:lnTo>
                <a:lnTo>
                  <a:pt x="236701" y="1328420"/>
                </a:lnTo>
                <a:lnTo>
                  <a:pt x="220202" y="1311910"/>
                </a:lnTo>
                <a:lnTo>
                  <a:pt x="204337" y="1295400"/>
                </a:lnTo>
                <a:lnTo>
                  <a:pt x="188790" y="1278255"/>
                </a:lnTo>
                <a:lnTo>
                  <a:pt x="173877" y="1260475"/>
                </a:lnTo>
                <a:lnTo>
                  <a:pt x="159599" y="1242378"/>
                </a:lnTo>
                <a:lnTo>
                  <a:pt x="145638" y="1223963"/>
                </a:lnTo>
                <a:lnTo>
                  <a:pt x="132629" y="1204913"/>
                </a:lnTo>
                <a:lnTo>
                  <a:pt x="119937" y="1185863"/>
                </a:lnTo>
                <a:lnTo>
                  <a:pt x="112005" y="1173163"/>
                </a:lnTo>
                <a:lnTo>
                  <a:pt x="104390" y="1160463"/>
                </a:lnTo>
                <a:lnTo>
                  <a:pt x="97409" y="1147445"/>
                </a:lnTo>
                <a:lnTo>
                  <a:pt x="90111" y="1134428"/>
                </a:lnTo>
                <a:lnTo>
                  <a:pt x="79641" y="1114108"/>
                </a:lnTo>
                <a:lnTo>
                  <a:pt x="69805" y="1093153"/>
                </a:lnTo>
                <a:lnTo>
                  <a:pt x="60286" y="1072198"/>
                </a:lnTo>
                <a:lnTo>
                  <a:pt x="51719" y="1050608"/>
                </a:lnTo>
                <a:lnTo>
                  <a:pt x="43469" y="1029018"/>
                </a:lnTo>
                <a:lnTo>
                  <a:pt x="36172" y="1006793"/>
                </a:lnTo>
                <a:lnTo>
                  <a:pt x="29826" y="984568"/>
                </a:lnTo>
                <a:lnTo>
                  <a:pt x="23480" y="961708"/>
                </a:lnTo>
                <a:lnTo>
                  <a:pt x="18086" y="939165"/>
                </a:lnTo>
                <a:lnTo>
                  <a:pt x="13326" y="915988"/>
                </a:lnTo>
                <a:lnTo>
                  <a:pt x="9202" y="892493"/>
                </a:lnTo>
                <a:lnTo>
                  <a:pt x="6029" y="868998"/>
                </a:lnTo>
                <a:lnTo>
                  <a:pt x="3490" y="845185"/>
                </a:lnTo>
                <a:lnTo>
                  <a:pt x="1587" y="820738"/>
                </a:lnTo>
                <a:lnTo>
                  <a:pt x="317" y="796608"/>
                </a:lnTo>
                <a:lnTo>
                  <a:pt x="0" y="772160"/>
                </a:lnTo>
                <a:lnTo>
                  <a:pt x="317" y="747713"/>
                </a:lnTo>
                <a:lnTo>
                  <a:pt x="1587" y="723583"/>
                </a:lnTo>
                <a:lnTo>
                  <a:pt x="3490" y="699453"/>
                </a:lnTo>
                <a:lnTo>
                  <a:pt x="6029" y="675640"/>
                </a:lnTo>
                <a:lnTo>
                  <a:pt x="9202" y="651828"/>
                </a:lnTo>
                <a:lnTo>
                  <a:pt x="13326" y="628650"/>
                </a:lnTo>
                <a:lnTo>
                  <a:pt x="18086" y="605473"/>
                </a:lnTo>
                <a:lnTo>
                  <a:pt x="23480" y="582295"/>
                </a:lnTo>
                <a:lnTo>
                  <a:pt x="29826" y="559753"/>
                </a:lnTo>
                <a:lnTo>
                  <a:pt x="36172" y="537528"/>
                </a:lnTo>
                <a:lnTo>
                  <a:pt x="43469" y="515620"/>
                </a:lnTo>
                <a:lnTo>
                  <a:pt x="51719" y="493713"/>
                </a:lnTo>
                <a:lnTo>
                  <a:pt x="60286" y="472440"/>
                </a:lnTo>
                <a:lnTo>
                  <a:pt x="69805" y="451168"/>
                </a:lnTo>
                <a:lnTo>
                  <a:pt x="79641" y="430530"/>
                </a:lnTo>
                <a:lnTo>
                  <a:pt x="90111" y="410210"/>
                </a:lnTo>
                <a:lnTo>
                  <a:pt x="97409" y="396875"/>
                </a:lnTo>
                <a:lnTo>
                  <a:pt x="104390" y="383858"/>
                </a:lnTo>
                <a:lnTo>
                  <a:pt x="112005" y="371158"/>
                </a:lnTo>
                <a:lnTo>
                  <a:pt x="119937" y="358775"/>
                </a:lnTo>
                <a:lnTo>
                  <a:pt x="132629" y="339090"/>
                </a:lnTo>
                <a:lnTo>
                  <a:pt x="145638" y="320040"/>
                </a:lnTo>
                <a:lnTo>
                  <a:pt x="159599" y="301625"/>
                </a:lnTo>
                <a:lnTo>
                  <a:pt x="173877" y="283528"/>
                </a:lnTo>
                <a:lnTo>
                  <a:pt x="188790" y="266065"/>
                </a:lnTo>
                <a:lnTo>
                  <a:pt x="204337" y="248920"/>
                </a:lnTo>
                <a:lnTo>
                  <a:pt x="220202" y="232093"/>
                </a:lnTo>
                <a:lnTo>
                  <a:pt x="236701" y="215900"/>
                </a:lnTo>
                <a:lnTo>
                  <a:pt x="248441" y="204470"/>
                </a:lnTo>
                <a:lnTo>
                  <a:pt x="260815" y="193358"/>
                </a:lnTo>
                <a:lnTo>
                  <a:pt x="273507" y="182245"/>
                </a:lnTo>
                <a:lnTo>
                  <a:pt x="286199" y="171768"/>
                </a:lnTo>
                <a:lnTo>
                  <a:pt x="298891" y="161925"/>
                </a:lnTo>
                <a:lnTo>
                  <a:pt x="311582" y="152400"/>
                </a:lnTo>
                <a:lnTo>
                  <a:pt x="324591" y="142558"/>
                </a:lnTo>
                <a:lnTo>
                  <a:pt x="337600" y="133668"/>
                </a:lnTo>
                <a:lnTo>
                  <a:pt x="350927" y="124460"/>
                </a:lnTo>
                <a:lnTo>
                  <a:pt x="364570" y="116205"/>
                </a:lnTo>
                <a:lnTo>
                  <a:pt x="378531" y="107633"/>
                </a:lnTo>
                <a:lnTo>
                  <a:pt x="392492" y="99695"/>
                </a:lnTo>
                <a:lnTo>
                  <a:pt x="406136" y="91758"/>
                </a:lnTo>
                <a:lnTo>
                  <a:pt x="420731" y="84455"/>
                </a:lnTo>
                <a:lnTo>
                  <a:pt x="435009" y="76835"/>
                </a:lnTo>
                <a:lnTo>
                  <a:pt x="449922" y="70168"/>
                </a:lnTo>
                <a:lnTo>
                  <a:pt x="464518" y="63818"/>
                </a:lnTo>
                <a:lnTo>
                  <a:pt x="479748" y="57150"/>
                </a:lnTo>
                <a:lnTo>
                  <a:pt x="494661" y="51118"/>
                </a:lnTo>
                <a:lnTo>
                  <a:pt x="509573" y="45720"/>
                </a:lnTo>
                <a:lnTo>
                  <a:pt x="525121" y="40005"/>
                </a:lnTo>
                <a:lnTo>
                  <a:pt x="540668" y="35243"/>
                </a:lnTo>
                <a:lnTo>
                  <a:pt x="556533" y="30480"/>
                </a:lnTo>
                <a:lnTo>
                  <a:pt x="572398" y="25718"/>
                </a:lnTo>
                <a:lnTo>
                  <a:pt x="588262" y="21908"/>
                </a:lnTo>
                <a:lnTo>
                  <a:pt x="604444" y="18098"/>
                </a:lnTo>
                <a:lnTo>
                  <a:pt x="620626" y="14605"/>
                </a:lnTo>
                <a:lnTo>
                  <a:pt x="637125" y="11748"/>
                </a:lnTo>
                <a:lnTo>
                  <a:pt x="653625" y="9208"/>
                </a:lnTo>
                <a:lnTo>
                  <a:pt x="670124" y="6350"/>
                </a:lnTo>
                <a:lnTo>
                  <a:pt x="686941" y="4445"/>
                </a:lnTo>
                <a:lnTo>
                  <a:pt x="703757" y="2858"/>
                </a:lnTo>
                <a:lnTo>
                  <a:pt x="720574" y="1588"/>
                </a:lnTo>
                <a:lnTo>
                  <a:pt x="737708" y="635"/>
                </a:lnTo>
                <a:lnTo>
                  <a:pt x="754841" y="0"/>
                </a:lnTo>
                <a:close/>
              </a:path>
            </a:pathLst>
          </a:cu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5" name="KSO_Shape"/>
          <p:cNvSpPr>
            <a:spLocks noChangeArrowheads="1"/>
          </p:cNvSpPr>
          <p:nvPr/>
        </p:nvSpPr>
        <p:spPr bwMode="auto">
          <a:xfrm>
            <a:off x="1469610" y="2478603"/>
            <a:ext cx="517525" cy="509587"/>
          </a:xfrm>
          <a:custGeom>
            <a:avLst/>
            <a:gdLst>
              <a:gd name="T0" fmla="*/ 2147483647 w 6140"/>
              <a:gd name="T1" fmla="*/ 2147483647 h 6040"/>
              <a:gd name="T2" fmla="*/ 2147483647 w 6140"/>
              <a:gd name="T3" fmla="*/ 2147483647 h 6040"/>
              <a:gd name="T4" fmla="*/ 2147483647 w 6140"/>
              <a:gd name="T5" fmla="*/ 2147483647 h 6040"/>
              <a:gd name="T6" fmla="*/ 2147483647 w 6140"/>
              <a:gd name="T7" fmla="*/ 2147483647 h 6040"/>
              <a:gd name="T8" fmla="*/ 2147483647 w 6140"/>
              <a:gd name="T9" fmla="*/ 2147483647 h 6040"/>
              <a:gd name="T10" fmla="*/ 2147483647 w 6140"/>
              <a:gd name="T11" fmla="*/ 2147483647 h 6040"/>
              <a:gd name="T12" fmla="*/ 2147483647 w 6140"/>
              <a:gd name="T13" fmla="*/ 2147483647 h 6040"/>
              <a:gd name="T14" fmla="*/ 2147483647 w 6140"/>
              <a:gd name="T15" fmla="*/ 2147483647 h 6040"/>
              <a:gd name="T16" fmla="*/ 2147483647 w 6140"/>
              <a:gd name="T17" fmla="*/ 2147483647 h 6040"/>
              <a:gd name="T18" fmla="*/ 2147483647 w 6140"/>
              <a:gd name="T19" fmla="*/ 2147483647 h 6040"/>
              <a:gd name="T20" fmla="*/ 2147483647 w 6140"/>
              <a:gd name="T21" fmla="*/ 2147483647 h 6040"/>
              <a:gd name="T22" fmla="*/ 2147483647 w 6140"/>
              <a:gd name="T23" fmla="*/ 2147483647 h 6040"/>
              <a:gd name="T24" fmla="*/ 2147483647 w 6140"/>
              <a:gd name="T25" fmla="*/ 2147483647 h 6040"/>
              <a:gd name="T26" fmla="*/ 2147483647 w 6140"/>
              <a:gd name="T27" fmla="*/ 2147483647 h 6040"/>
              <a:gd name="T28" fmla="*/ 2147483647 w 6140"/>
              <a:gd name="T29" fmla="*/ 2147483647 h 6040"/>
              <a:gd name="T30" fmla="*/ 2147483647 w 6140"/>
              <a:gd name="T31" fmla="*/ 2147483647 h 6040"/>
              <a:gd name="T32" fmla="*/ 2147483647 w 6140"/>
              <a:gd name="T33" fmla="*/ 2147483647 h 6040"/>
              <a:gd name="T34" fmla="*/ 2147483647 w 6140"/>
              <a:gd name="T35" fmla="*/ 2147483647 h 6040"/>
              <a:gd name="T36" fmla="*/ 2147483647 w 6140"/>
              <a:gd name="T37" fmla="*/ 2147483647 h 6040"/>
              <a:gd name="T38" fmla="*/ 2147483647 w 6140"/>
              <a:gd name="T39" fmla="*/ 2147483647 h 6040"/>
              <a:gd name="T40" fmla="*/ 2147483647 w 6140"/>
              <a:gd name="T41" fmla="*/ 2147483647 h 6040"/>
              <a:gd name="T42" fmla="*/ 2147483647 w 6140"/>
              <a:gd name="T43" fmla="*/ 2147483647 h 6040"/>
              <a:gd name="T44" fmla="*/ 2147483647 w 6140"/>
              <a:gd name="T45" fmla="*/ 2147483647 h 6040"/>
              <a:gd name="T46" fmla="*/ 2147483647 w 6140"/>
              <a:gd name="T47" fmla="*/ 2147483647 h 6040"/>
              <a:gd name="T48" fmla="*/ 2147483647 w 6140"/>
              <a:gd name="T49" fmla="*/ 2147483647 h 6040"/>
              <a:gd name="T50" fmla="*/ 2147483647 w 6140"/>
              <a:gd name="T51" fmla="*/ 2147483647 h 6040"/>
              <a:gd name="T52" fmla="*/ 2147483647 w 6140"/>
              <a:gd name="T53" fmla="*/ 2147483647 h 6040"/>
              <a:gd name="T54" fmla="*/ 2147483647 w 6140"/>
              <a:gd name="T55" fmla="*/ 2147483647 h 6040"/>
              <a:gd name="T56" fmla="*/ 2147483647 w 6140"/>
              <a:gd name="T57" fmla="*/ 2147483647 h 6040"/>
              <a:gd name="T58" fmla="*/ 2147483647 w 6140"/>
              <a:gd name="T59" fmla="*/ 2147483647 h 6040"/>
              <a:gd name="T60" fmla="*/ 2147483647 w 6140"/>
              <a:gd name="T61" fmla="*/ 2147483647 h 6040"/>
              <a:gd name="T62" fmla="*/ 2147483647 w 6140"/>
              <a:gd name="T63" fmla="*/ 2147483647 h 6040"/>
              <a:gd name="T64" fmla="*/ 2147483647 w 6140"/>
              <a:gd name="T65" fmla="*/ 2147483647 h 6040"/>
              <a:gd name="T66" fmla="*/ 2147483647 w 6140"/>
              <a:gd name="T67" fmla="*/ 2147483647 h 6040"/>
              <a:gd name="T68" fmla="*/ 2147483647 w 6140"/>
              <a:gd name="T69" fmla="*/ 2147483647 h 6040"/>
              <a:gd name="T70" fmla="*/ 2147483647 w 6140"/>
              <a:gd name="T71" fmla="*/ 2147483647 h 6040"/>
              <a:gd name="T72" fmla="*/ 2147483647 w 6140"/>
              <a:gd name="T73" fmla="*/ 2147483647 h 6040"/>
              <a:gd name="T74" fmla="*/ 2147483647 w 6140"/>
              <a:gd name="T75" fmla="*/ 2147483647 h 6040"/>
              <a:gd name="T76" fmla="*/ 2147483647 w 6140"/>
              <a:gd name="T77" fmla="*/ 2147483647 h 6040"/>
              <a:gd name="T78" fmla="*/ 2147483647 w 6140"/>
              <a:gd name="T79" fmla="*/ 2147483647 h 6040"/>
              <a:gd name="T80" fmla="*/ 2147483647 w 6140"/>
              <a:gd name="T81" fmla="*/ 2147483647 h 6040"/>
              <a:gd name="T82" fmla="*/ 2147483647 w 6140"/>
              <a:gd name="T83" fmla="*/ 2147483647 h 6040"/>
              <a:gd name="T84" fmla="*/ 2147483647 w 6140"/>
              <a:gd name="T85" fmla="*/ 2147483647 h 6040"/>
              <a:gd name="T86" fmla="*/ 2147483647 w 6140"/>
              <a:gd name="T87" fmla="*/ 2147483647 h 6040"/>
              <a:gd name="T88" fmla="*/ 2147483647 w 6140"/>
              <a:gd name="T89" fmla="*/ 2147483647 h 6040"/>
              <a:gd name="T90" fmla="*/ 2147483647 w 6140"/>
              <a:gd name="T91" fmla="*/ 2147483647 h 6040"/>
              <a:gd name="T92" fmla="*/ 2147483647 w 6140"/>
              <a:gd name="T93" fmla="*/ 2147483647 h 6040"/>
              <a:gd name="T94" fmla="*/ 2147483647 w 6140"/>
              <a:gd name="T95" fmla="*/ 2147483647 h 6040"/>
              <a:gd name="T96" fmla="*/ 2147483647 w 6140"/>
              <a:gd name="T97" fmla="*/ 2147483647 h 6040"/>
              <a:gd name="T98" fmla="*/ 2147483647 w 6140"/>
              <a:gd name="T99" fmla="*/ 2147483647 h 6040"/>
              <a:gd name="T100" fmla="*/ 2147483647 w 6140"/>
              <a:gd name="T101" fmla="*/ 2147483647 h 6040"/>
              <a:gd name="T102" fmla="*/ 2147483647 w 6140"/>
              <a:gd name="T103" fmla="*/ 2147483647 h 6040"/>
              <a:gd name="T104" fmla="*/ 2147483647 w 6140"/>
              <a:gd name="T105" fmla="*/ 2147483647 h 6040"/>
              <a:gd name="T106" fmla="*/ 2147483647 w 6140"/>
              <a:gd name="T107" fmla="*/ 2147483647 h 6040"/>
              <a:gd name="T108" fmla="*/ 2147483647 w 6140"/>
              <a:gd name="T109" fmla="*/ 2147483647 h 6040"/>
              <a:gd name="T110" fmla="*/ 2147483647 w 6140"/>
              <a:gd name="T111" fmla="*/ 2147483647 h 6040"/>
              <a:gd name="T112" fmla="*/ 2147483647 w 6140"/>
              <a:gd name="T113" fmla="*/ 2147483647 h 6040"/>
              <a:gd name="T114" fmla="*/ 2147483647 w 6140"/>
              <a:gd name="T115" fmla="*/ 2147483647 h 6040"/>
              <a:gd name="T116" fmla="*/ 2147483647 w 6140"/>
              <a:gd name="T117" fmla="*/ 2147483647 h 6040"/>
              <a:gd name="T118" fmla="*/ 2147483647 w 6140"/>
              <a:gd name="T119" fmla="*/ 2147483647 h 604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6140"/>
              <a:gd name="T181" fmla="*/ 0 h 6040"/>
              <a:gd name="T182" fmla="*/ 6140 w 6140"/>
              <a:gd name="T183" fmla="*/ 6040 h 6040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6140" h="6040">
                <a:moveTo>
                  <a:pt x="3011" y="554"/>
                </a:moveTo>
                <a:lnTo>
                  <a:pt x="5433" y="554"/>
                </a:lnTo>
                <a:lnTo>
                  <a:pt x="5469" y="555"/>
                </a:lnTo>
                <a:lnTo>
                  <a:pt x="5505" y="557"/>
                </a:lnTo>
                <a:lnTo>
                  <a:pt x="5540" y="562"/>
                </a:lnTo>
                <a:lnTo>
                  <a:pt x="5575" y="567"/>
                </a:lnTo>
                <a:lnTo>
                  <a:pt x="5608" y="576"/>
                </a:lnTo>
                <a:lnTo>
                  <a:pt x="5642" y="586"/>
                </a:lnTo>
                <a:lnTo>
                  <a:pt x="5676" y="597"/>
                </a:lnTo>
                <a:lnTo>
                  <a:pt x="5707" y="609"/>
                </a:lnTo>
                <a:lnTo>
                  <a:pt x="5738" y="623"/>
                </a:lnTo>
                <a:lnTo>
                  <a:pt x="5768" y="639"/>
                </a:lnTo>
                <a:lnTo>
                  <a:pt x="5799" y="656"/>
                </a:lnTo>
                <a:lnTo>
                  <a:pt x="5828" y="674"/>
                </a:lnTo>
                <a:lnTo>
                  <a:pt x="5854" y="694"/>
                </a:lnTo>
                <a:lnTo>
                  <a:pt x="5881" y="716"/>
                </a:lnTo>
                <a:lnTo>
                  <a:pt x="5908" y="738"/>
                </a:lnTo>
                <a:lnTo>
                  <a:pt x="5932" y="761"/>
                </a:lnTo>
                <a:lnTo>
                  <a:pt x="5955" y="786"/>
                </a:lnTo>
                <a:lnTo>
                  <a:pt x="5977" y="811"/>
                </a:lnTo>
                <a:lnTo>
                  <a:pt x="5998" y="838"/>
                </a:lnTo>
                <a:lnTo>
                  <a:pt x="6018" y="866"/>
                </a:lnTo>
                <a:lnTo>
                  <a:pt x="6037" y="895"/>
                </a:lnTo>
                <a:lnTo>
                  <a:pt x="6054" y="924"/>
                </a:lnTo>
                <a:lnTo>
                  <a:pt x="6069" y="955"/>
                </a:lnTo>
                <a:lnTo>
                  <a:pt x="6084" y="987"/>
                </a:lnTo>
                <a:lnTo>
                  <a:pt x="6097" y="1018"/>
                </a:lnTo>
                <a:lnTo>
                  <a:pt x="6107" y="1051"/>
                </a:lnTo>
                <a:lnTo>
                  <a:pt x="6117" y="1084"/>
                </a:lnTo>
                <a:lnTo>
                  <a:pt x="6125" y="1119"/>
                </a:lnTo>
                <a:lnTo>
                  <a:pt x="6132" y="1154"/>
                </a:lnTo>
                <a:lnTo>
                  <a:pt x="6136" y="1189"/>
                </a:lnTo>
                <a:lnTo>
                  <a:pt x="6139" y="1225"/>
                </a:lnTo>
                <a:lnTo>
                  <a:pt x="6140" y="1261"/>
                </a:lnTo>
                <a:lnTo>
                  <a:pt x="6140" y="5331"/>
                </a:lnTo>
                <a:lnTo>
                  <a:pt x="6139" y="5369"/>
                </a:lnTo>
                <a:lnTo>
                  <a:pt x="6136" y="5405"/>
                </a:lnTo>
                <a:lnTo>
                  <a:pt x="6132" y="5439"/>
                </a:lnTo>
                <a:lnTo>
                  <a:pt x="6125" y="5474"/>
                </a:lnTo>
                <a:lnTo>
                  <a:pt x="6117" y="5508"/>
                </a:lnTo>
                <a:lnTo>
                  <a:pt x="6107" y="5542"/>
                </a:lnTo>
                <a:lnTo>
                  <a:pt x="6097" y="5574"/>
                </a:lnTo>
                <a:lnTo>
                  <a:pt x="6084" y="5607"/>
                </a:lnTo>
                <a:lnTo>
                  <a:pt x="6069" y="5638"/>
                </a:lnTo>
                <a:lnTo>
                  <a:pt x="6054" y="5668"/>
                </a:lnTo>
                <a:lnTo>
                  <a:pt x="6037" y="5698"/>
                </a:lnTo>
                <a:lnTo>
                  <a:pt x="6018" y="5726"/>
                </a:lnTo>
                <a:lnTo>
                  <a:pt x="5998" y="5754"/>
                </a:lnTo>
                <a:lnTo>
                  <a:pt x="5977" y="5781"/>
                </a:lnTo>
                <a:lnTo>
                  <a:pt x="5955" y="5806"/>
                </a:lnTo>
                <a:lnTo>
                  <a:pt x="5932" y="5832"/>
                </a:lnTo>
                <a:lnTo>
                  <a:pt x="5908" y="5855"/>
                </a:lnTo>
                <a:lnTo>
                  <a:pt x="5881" y="5877"/>
                </a:lnTo>
                <a:lnTo>
                  <a:pt x="5854" y="5898"/>
                </a:lnTo>
                <a:lnTo>
                  <a:pt x="5828" y="5918"/>
                </a:lnTo>
                <a:lnTo>
                  <a:pt x="5799" y="5936"/>
                </a:lnTo>
                <a:lnTo>
                  <a:pt x="5768" y="5954"/>
                </a:lnTo>
                <a:lnTo>
                  <a:pt x="5738" y="5969"/>
                </a:lnTo>
                <a:lnTo>
                  <a:pt x="5707" y="5983"/>
                </a:lnTo>
                <a:lnTo>
                  <a:pt x="5676" y="5996"/>
                </a:lnTo>
                <a:lnTo>
                  <a:pt x="5642" y="6007"/>
                </a:lnTo>
                <a:lnTo>
                  <a:pt x="5608" y="6016"/>
                </a:lnTo>
                <a:lnTo>
                  <a:pt x="5575" y="6025"/>
                </a:lnTo>
                <a:lnTo>
                  <a:pt x="5540" y="6030"/>
                </a:lnTo>
                <a:lnTo>
                  <a:pt x="5505" y="6035"/>
                </a:lnTo>
                <a:lnTo>
                  <a:pt x="5469" y="6039"/>
                </a:lnTo>
                <a:lnTo>
                  <a:pt x="5433" y="6040"/>
                </a:lnTo>
                <a:lnTo>
                  <a:pt x="3011" y="6040"/>
                </a:lnTo>
                <a:lnTo>
                  <a:pt x="2981" y="6039"/>
                </a:lnTo>
                <a:lnTo>
                  <a:pt x="2951" y="6036"/>
                </a:lnTo>
                <a:lnTo>
                  <a:pt x="2921" y="6033"/>
                </a:lnTo>
                <a:lnTo>
                  <a:pt x="2892" y="6029"/>
                </a:lnTo>
                <a:lnTo>
                  <a:pt x="2863" y="6023"/>
                </a:lnTo>
                <a:lnTo>
                  <a:pt x="2834" y="6016"/>
                </a:lnTo>
                <a:lnTo>
                  <a:pt x="2806" y="6008"/>
                </a:lnTo>
                <a:lnTo>
                  <a:pt x="2778" y="5999"/>
                </a:lnTo>
                <a:lnTo>
                  <a:pt x="2750" y="5989"/>
                </a:lnTo>
                <a:lnTo>
                  <a:pt x="2723" y="5978"/>
                </a:lnTo>
                <a:lnTo>
                  <a:pt x="2698" y="5965"/>
                </a:lnTo>
                <a:lnTo>
                  <a:pt x="2672" y="5951"/>
                </a:lnTo>
                <a:lnTo>
                  <a:pt x="2647" y="5938"/>
                </a:lnTo>
                <a:lnTo>
                  <a:pt x="2623" y="5922"/>
                </a:lnTo>
                <a:lnTo>
                  <a:pt x="2599" y="5906"/>
                </a:lnTo>
                <a:lnTo>
                  <a:pt x="2577" y="5889"/>
                </a:lnTo>
                <a:lnTo>
                  <a:pt x="2554" y="5870"/>
                </a:lnTo>
                <a:lnTo>
                  <a:pt x="2533" y="5852"/>
                </a:lnTo>
                <a:lnTo>
                  <a:pt x="2512" y="5832"/>
                </a:lnTo>
                <a:lnTo>
                  <a:pt x="2492" y="5811"/>
                </a:lnTo>
                <a:lnTo>
                  <a:pt x="2474" y="5790"/>
                </a:lnTo>
                <a:lnTo>
                  <a:pt x="2455" y="5768"/>
                </a:lnTo>
                <a:lnTo>
                  <a:pt x="2438" y="5745"/>
                </a:lnTo>
                <a:lnTo>
                  <a:pt x="2421" y="5722"/>
                </a:lnTo>
                <a:lnTo>
                  <a:pt x="2406" y="5697"/>
                </a:lnTo>
                <a:lnTo>
                  <a:pt x="2392" y="5672"/>
                </a:lnTo>
                <a:lnTo>
                  <a:pt x="2378" y="5646"/>
                </a:lnTo>
                <a:lnTo>
                  <a:pt x="2366" y="5621"/>
                </a:lnTo>
                <a:lnTo>
                  <a:pt x="2355" y="5594"/>
                </a:lnTo>
                <a:lnTo>
                  <a:pt x="2345" y="5567"/>
                </a:lnTo>
                <a:lnTo>
                  <a:pt x="2336" y="5539"/>
                </a:lnTo>
                <a:lnTo>
                  <a:pt x="2327" y="5510"/>
                </a:lnTo>
                <a:lnTo>
                  <a:pt x="2315" y="5509"/>
                </a:lnTo>
                <a:lnTo>
                  <a:pt x="2259" y="5501"/>
                </a:lnTo>
                <a:lnTo>
                  <a:pt x="2203" y="5493"/>
                </a:lnTo>
                <a:lnTo>
                  <a:pt x="2147" y="5484"/>
                </a:lnTo>
                <a:lnTo>
                  <a:pt x="2092" y="5474"/>
                </a:lnTo>
                <a:lnTo>
                  <a:pt x="2037" y="5463"/>
                </a:lnTo>
                <a:lnTo>
                  <a:pt x="1983" y="5451"/>
                </a:lnTo>
                <a:lnTo>
                  <a:pt x="1929" y="5439"/>
                </a:lnTo>
                <a:lnTo>
                  <a:pt x="1876" y="5427"/>
                </a:lnTo>
                <a:lnTo>
                  <a:pt x="1824" y="5413"/>
                </a:lnTo>
                <a:lnTo>
                  <a:pt x="1771" y="5398"/>
                </a:lnTo>
                <a:lnTo>
                  <a:pt x="1719" y="5383"/>
                </a:lnTo>
                <a:lnTo>
                  <a:pt x="1668" y="5366"/>
                </a:lnTo>
                <a:lnTo>
                  <a:pt x="1618" y="5350"/>
                </a:lnTo>
                <a:lnTo>
                  <a:pt x="1568" y="5333"/>
                </a:lnTo>
                <a:lnTo>
                  <a:pt x="1519" y="5314"/>
                </a:lnTo>
                <a:lnTo>
                  <a:pt x="1471" y="5295"/>
                </a:lnTo>
                <a:lnTo>
                  <a:pt x="1423" y="5276"/>
                </a:lnTo>
                <a:lnTo>
                  <a:pt x="1375" y="5255"/>
                </a:lnTo>
                <a:lnTo>
                  <a:pt x="1329" y="5234"/>
                </a:lnTo>
                <a:lnTo>
                  <a:pt x="1283" y="5213"/>
                </a:lnTo>
                <a:lnTo>
                  <a:pt x="1237" y="5190"/>
                </a:lnTo>
                <a:lnTo>
                  <a:pt x="1193" y="5167"/>
                </a:lnTo>
                <a:lnTo>
                  <a:pt x="1150" y="5143"/>
                </a:lnTo>
                <a:lnTo>
                  <a:pt x="1107" y="5119"/>
                </a:lnTo>
                <a:lnTo>
                  <a:pt x="1064" y="5093"/>
                </a:lnTo>
                <a:lnTo>
                  <a:pt x="1024" y="5067"/>
                </a:lnTo>
                <a:lnTo>
                  <a:pt x="983" y="5041"/>
                </a:lnTo>
                <a:lnTo>
                  <a:pt x="944" y="5013"/>
                </a:lnTo>
                <a:lnTo>
                  <a:pt x="905" y="4985"/>
                </a:lnTo>
                <a:lnTo>
                  <a:pt x="867" y="4956"/>
                </a:lnTo>
                <a:lnTo>
                  <a:pt x="830" y="4927"/>
                </a:lnTo>
                <a:lnTo>
                  <a:pt x="794" y="4897"/>
                </a:lnTo>
                <a:lnTo>
                  <a:pt x="757" y="4866"/>
                </a:lnTo>
                <a:lnTo>
                  <a:pt x="721" y="4832"/>
                </a:lnTo>
                <a:lnTo>
                  <a:pt x="686" y="4800"/>
                </a:lnTo>
                <a:lnTo>
                  <a:pt x="652" y="4765"/>
                </a:lnTo>
                <a:lnTo>
                  <a:pt x="620" y="4730"/>
                </a:lnTo>
                <a:lnTo>
                  <a:pt x="588" y="4695"/>
                </a:lnTo>
                <a:lnTo>
                  <a:pt x="557" y="4658"/>
                </a:lnTo>
                <a:lnTo>
                  <a:pt x="528" y="4622"/>
                </a:lnTo>
                <a:lnTo>
                  <a:pt x="500" y="4584"/>
                </a:lnTo>
                <a:lnTo>
                  <a:pt x="472" y="4547"/>
                </a:lnTo>
                <a:lnTo>
                  <a:pt x="447" y="4507"/>
                </a:lnTo>
                <a:lnTo>
                  <a:pt x="422" y="4468"/>
                </a:lnTo>
                <a:lnTo>
                  <a:pt x="398" y="4428"/>
                </a:lnTo>
                <a:lnTo>
                  <a:pt x="376" y="4386"/>
                </a:lnTo>
                <a:lnTo>
                  <a:pt x="355" y="4346"/>
                </a:lnTo>
                <a:lnTo>
                  <a:pt x="335" y="4304"/>
                </a:lnTo>
                <a:lnTo>
                  <a:pt x="317" y="4261"/>
                </a:lnTo>
                <a:lnTo>
                  <a:pt x="299" y="4218"/>
                </a:lnTo>
                <a:lnTo>
                  <a:pt x="283" y="4174"/>
                </a:lnTo>
                <a:lnTo>
                  <a:pt x="269" y="4130"/>
                </a:lnTo>
                <a:lnTo>
                  <a:pt x="255" y="4084"/>
                </a:lnTo>
                <a:lnTo>
                  <a:pt x="243" y="4038"/>
                </a:lnTo>
                <a:lnTo>
                  <a:pt x="233" y="3993"/>
                </a:lnTo>
                <a:lnTo>
                  <a:pt x="224" y="3945"/>
                </a:lnTo>
                <a:lnTo>
                  <a:pt x="217" y="3897"/>
                </a:lnTo>
                <a:lnTo>
                  <a:pt x="210" y="3850"/>
                </a:lnTo>
                <a:lnTo>
                  <a:pt x="205" y="3801"/>
                </a:lnTo>
                <a:lnTo>
                  <a:pt x="203" y="3752"/>
                </a:lnTo>
                <a:lnTo>
                  <a:pt x="201" y="3702"/>
                </a:lnTo>
                <a:lnTo>
                  <a:pt x="201" y="3651"/>
                </a:lnTo>
                <a:lnTo>
                  <a:pt x="202" y="3601"/>
                </a:lnTo>
                <a:lnTo>
                  <a:pt x="204" y="3549"/>
                </a:lnTo>
                <a:lnTo>
                  <a:pt x="209" y="3500"/>
                </a:lnTo>
                <a:lnTo>
                  <a:pt x="216" y="3445"/>
                </a:lnTo>
                <a:lnTo>
                  <a:pt x="221" y="3403"/>
                </a:lnTo>
                <a:lnTo>
                  <a:pt x="228" y="3360"/>
                </a:lnTo>
                <a:lnTo>
                  <a:pt x="235" y="3317"/>
                </a:lnTo>
                <a:lnTo>
                  <a:pt x="245" y="3274"/>
                </a:lnTo>
                <a:lnTo>
                  <a:pt x="255" y="3231"/>
                </a:lnTo>
                <a:lnTo>
                  <a:pt x="267" y="3187"/>
                </a:lnTo>
                <a:lnTo>
                  <a:pt x="278" y="3143"/>
                </a:lnTo>
                <a:lnTo>
                  <a:pt x="292" y="3099"/>
                </a:lnTo>
                <a:lnTo>
                  <a:pt x="306" y="3053"/>
                </a:lnTo>
                <a:lnTo>
                  <a:pt x="322" y="3009"/>
                </a:lnTo>
                <a:lnTo>
                  <a:pt x="339" y="2964"/>
                </a:lnTo>
                <a:lnTo>
                  <a:pt x="356" y="2919"/>
                </a:lnTo>
                <a:lnTo>
                  <a:pt x="376" y="2872"/>
                </a:lnTo>
                <a:lnTo>
                  <a:pt x="396" y="2826"/>
                </a:lnTo>
                <a:lnTo>
                  <a:pt x="416" y="2779"/>
                </a:lnTo>
                <a:lnTo>
                  <a:pt x="440" y="2733"/>
                </a:lnTo>
                <a:lnTo>
                  <a:pt x="398" y="2695"/>
                </a:lnTo>
                <a:lnTo>
                  <a:pt x="357" y="2654"/>
                </a:lnTo>
                <a:lnTo>
                  <a:pt x="319" y="2614"/>
                </a:lnTo>
                <a:lnTo>
                  <a:pt x="282" y="2573"/>
                </a:lnTo>
                <a:lnTo>
                  <a:pt x="247" y="2531"/>
                </a:lnTo>
                <a:lnTo>
                  <a:pt x="214" y="2489"/>
                </a:lnTo>
                <a:lnTo>
                  <a:pt x="184" y="2445"/>
                </a:lnTo>
                <a:lnTo>
                  <a:pt x="155" y="2401"/>
                </a:lnTo>
                <a:lnTo>
                  <a:pt x="129" y="2356"/>
                </a:lnTo>
                <a:lnTo>
                  <a:pt x="104" y="2310"/>
                </a:lnTo>
                <a:lnTo>
                  <a:pt x="82" y="2263"/>
                </a:lnTo>
                <a:lnTo>
                  <a:pt x="62" y="2215"/>
                </a:lnTo>
                <a:lnTo>
                  <a:pt x="46" y="2165"/>
                </a:lnTo>
                <a:lnTo>
                  <a:pt x="38" y="2141"/>
                </a:lnTo>
                <a:lnTo>
                  <a:pt x="31" y="2115"/>
                </a:lnTo>
                <a:lnTo>
                  <a:pt x="25" y="2090"/>
                </a:lnTo>
                <a:lnTo>
                  <a:pt x="19" y="2064"/>
                </a:lnTo>
                <a:lnTo>
                  <a:pt x="14" y="2037"/>
                </a:lnTo>
                <a:lnTo>
                  <a:pt x="10" y="2011"/>
                </a:lnTo>
                <a:lnTo>
                  <a:pt x="7" y="1984"/>
                </a:lnTo>
                <a:lnTo>
                  <a:pt x="3" y="1957"/>
                </a:lnTo>
                <a:lnTo>
                  <a:pt x="1" y="1929"/>
                </a:lnTo>
                <a:lnTo>
                  <a:pt x="0" y="1902"/>
                </a:lnTo>
                <a:lnTo>
                  <a:pt x="0" y="1874"/>
                </a:lnTo>
                <a:lnTo>
                  <a:pt x="0" y="1846"/>
                </a:lnTo>
                <a:lnTo>
                  <a:pt x="0" y="1817"/>
                </a:lnTo>
                <a:lnTo>
                  <a:pt x="2" y="1788"/>
                </a:lnTo>
                <a:lnTo>
                  <a:pt x="4" y="1758"/>
                </a:lnTo>
                <a:lnTo>
                  <a:pt x="7" y="1729"/>
                </a:lnTo>
                <a:lnTo>
                  <a:pt x="11" y="1698"/>
                </a:lnTo>
                <a:lnTo>
                  <a:pt x="16" y="1667"/>
                </a:lnTo>
                <a:lnTo>
                  <a:pt x="21" y="1637"/>
                </a:lnTo>
                <a:lnTo>
                  <a:pt x="28" y="1606"/>
                </a:lnTo>
                <a:lnTo>
                  <a:pt x="35" y="1573"/>
                </a:lnTo>
                <a:lnTo>
                  <a:pt x="43" y="1542"/>
                </a:lnTo>
                <a:lnTo>
                  <a:pt x="51" y="1509"/>
                </a:lnTo>
                <a:lnTo>
                  <a:pt x="61" y="1475"/>
                </a:lnTo>
                <a:lnTo>
                  <a:pt x="72" y="1443"/>
                </a:lnTo>
                <a:lnTo>
                  <a:pt x="83" y="1409"/>
                </a:lnTo>
                <a:lnTo>
                  <a:pt x="109" y="1340"/>
                </a:lnTo>
                <a:lnTo>
                  <a:pt x="138" y="1270"/>
                </a:lnTo>
                <a:lnTo>
                  <a:pt x="170" y="1198"/>
                </a:lnTo>
                <a:lnTo>
                  <a:pt x="207" y="1124"/>
                </a:lnTo>
                <a:lnTo>
                  <a:pt x="247" y="1048"/>
                </a:lnTo>
                <a:lnTo>
                  <a:pt x="291" y="970"/>
                </a:lnTo>
                <a:lnTo>
                  <a:pt x="232" y="930"/>
                </a:lnTo>
                <a:lnTo>
                  <a:pt x="966" y="3"/>
                </a:lnTo>
                <a:lnTo>
                  <a:pt x="977" y="2"/>
                </a:lnTo>
                <a:lnTo>
                  <a:pt x="1011" y="1"/>
                </a:lnTo>
                <a:lnTo>
                  <a:pt x="1062" y="0"/>
                </a:lnTo>
                <a:lnTo>
                  <a:pt x="1092" y="1"/>
                </a:lnTo>
                <a:lnTo>
                  <a:pt x="1126" y="2"/>
                </a:lnTo>
                <a:lnTo>
                  <a:pt x="1161" y="4"/>
                </a:lnTo>
                <a:lnTo>
                  <a:pt x="1198" y="9"/>
                </a:lnTo>
                <a:lnTo>
                  <a:pt x="1236" y="14"/>
                </a:lnTo>
                <a:lnTo>
                  <a:pt x="1276" y="22"/>
                </a:lnTo>
                <a:lnTo>
                  <a:pt x="1314" y="31"/>
                </a:lnTo>
                <a:lnTo>
                  <a:pt x="1352" y="43"/>
                </a:lnTo>
                <a:lnTo>
                  <a:pt x="1372" y="48"/>
                </a:lnTo>
                <a:lnTo>
                  <a:pt x="1390" y="57"/>
                </a:lnTo>
                <a:lnTo>
                  <a:pt x="1408" y="65"/>
                </a:lnTo>
                <a:lnTo>
                  <a:pt x="1426" y="73"/>
                </a:lnTo>
                <a:lnTo>
                  <a:pt x="1461" y="93"/>
                </a:lnTo>
                <a:lnTo>
                  <a:pt x="1495" y="114"/>
                </a:lnTo>
                <a:lnTo>
                  <a:pt x="1527" y="136"/>
                </a:lnTo>
                <a:lnTo>
                  <a:pt x="1559" y="159"/>
                </a:lnTo>
                <a:lnTo>
                  <a:pt x="1588" y="182"/>
                </a:lnTo>
                <a:lnTo>
                  <a:pt x="1616" y="205"/>
                </a:lnTo>
                <a:lnTo>
                  <a:pt x="1642" y="230"/>
                </a:lnTo>
                <a:lnTo>
                  <a:pt x="1666" y="252"/>
                </a:lnTo>
                <a:lnTo>
                  <a:pt x="1707" y="293"/>
                </a:lnTo>
                <a:lnTo>
                  <a:pt x="1739" y="327"/>
                </a:lnTo>
                <a:lnTo>
                  <a:pt x="1759" y="350"/>
                </a:lnTo>
                <a:lnTo>
                  <a:pt x="1765" y="359"/>
                </a:lnTo>
                <a:lnTo>
                  <a:pt x="1153" y="1011"/>
                </a:lnTo>
                <a:lnTo>
                  <a:pt x="985" y="843"/>
                </a:lnTo>
                <a:lnTo>
                  <a:pt x="714" y="1251"/>
                </a:lnTo>
                <a:lnTo>
                  <a:pt x="630" y="1196"/>
                </a:lnTo>
                <a:lnTo>
                  <a:pt x="603" y="1246"/>
                </a:lnTo>
                <a:lnTo>
                  <a:pt x="578" y="1294"/>
                </a:lnTo>
                <a:lnTo>
                  <a:pt x="556" y="1342"/>
                </a:lnTo>
                <a:lnTo>
                  <a:pt x="535" y="1390"/>
                </a:lnTo>
                <a:lnTo>
                  <a:pt x="516" y="1435"/>
                </a:lnTo>
                <a:lnTo>
                  <a:pt x="500" y="1480"/>
                </a:lnTo>
                <a:lnTo>
                  <a:pt x="485" y="1524"/>
                </a:lnTo>
                <a:lnTo>
                  <a:pt x="472" y="1567"/>
                </a:lnTo>
                <a:lnTo>
                  <a:pt x="462" y="1609"/>
                </a:lnTo>
                <a:lnTo>
                  <a:pt x="452" y="1650"/>
                </a:lnTo>
                <a:lnTo>
                  <a:pt x="445" y="1690"/>
                </a:lnTo>
                <a:lnTo>
                  <a:pt x="440" y="1729"/>
                </a:lnTo>
                <a:lnTo>
                  <a:pt x="436" y="1768"/>
                </a:lnTo>
                <a:lnTo>
                  <a:pt x="435" y="1805"/>
                </a:lnTo>
                <a:lnTo>
                  <a:pt x="434" y="1842"/>
                </a:lnTo>
                <a:lnTo>
                  <a:pt x="436" y="1878"/>
                </a:lnTo>
                <a:lnTo>
                  <a:pt x="439" y="1913"/>
                </a:lnTo>
                <a:lnTo>
                  <a:pt x="443" y="1948"/>
                </a:lnTo>
                <a:lnTo>
                  <a:pt x="450" y="1982"/>
                </a:lnTo>
                <a:lnTo>
                  <a:pt x="457" y="2014"/>
                </a:lnTo>
                <a:lnTo>
                  <a:pt x="466" y="2047"/>
                </a:lnTo>
                <a:lnTo>
                  <a:pt x="477" y="2079"/>
                </a:lnTo>
                <a:lnTo>
                  <a:pt x="488" y="2111"/>
                </a:lnTo>
                <a:lnTo>
                  <a:pt x="502" y="2141"/>
                </a:lnTo>
                <a:lnTo>
                  <a:pt x="516" y="2171"/>
                </a:lnTo>
                <a:lnTo>
                  <a:pt x="533" y="2200"/>
                </a:lnTo>
                <a:lnTo>
                  <a:pt x="550" y="2229"/>
                </a:lnTo>
                <a:lnTo>
                  <a:pt x="569" y="2257"/>
                </a:lnTo>
                <a:lnTo>
                  <a:pt x="587" y="2285"/>
                </a:lnTo>
                <a:lnTo>
                  <a:pt x="608" y="2313"/>
                </a:lnTo>
                <a:lnTo>
                  <a:pt x="630" y="2339"/>
                </a:lnTo>
                <a:lnTo>
                  <a:pt x="652" y="2366"/>
                </a:lnTo>
                <a:lnTo>
                  <a:pt x="682" y="2322"/>
                </a:lnTo>
                <a:lnTo>
                  <a:pt x="713" y="2278"/>
                </a:lnTo>
                <a:lnTo>
                  <a:pt x="745" y="2234"/>
                </a:lnTo>
                <a:lnTo>
                  <a:pt x="778" y="2188"/>
                </a:lnTo>
                <a:lnTo>
                  <a:pt x="811" y="2144"/>
                </a:lnTo>
                <a:lnTo>
                  <a:pt x="846" y="2099"/>
                </a:lnTo>
                <a:lnTo>
                  <a:pt x="883" y="2054"/>
                </a:lnTo>
                <a:lnTo>
                  <a:pt x="920" y="2007"/>
                </a:lnTo>
                <a:lnTo>
                  <a:pt x="957" y="1962"/>
                </a:lnTo>
                <a:lnTo>
                  <a:pt x="997" y="1916"/>
                </a:lnTo>
                <a:lnTo>
                  <a:pt x="1038" y="1870"/>
                </a:lnTo>
                <a:lnTo>
                  <a:pt x="1079" y="1824"/>
                </a:lnTo>
                <a:lnTo>
                  <a:pt x="1166" y="1730"/>
                </a:lnTo>
                <a:lnTo>
                  <a:pt x="1257" y="1636"/>
                </a:lnTo>
                <a:lnTo>
                  <a:pt x="1247" y="1611"/>
                </a:lnTo>
                <a:lnTo>
                  <a:pt x="1237" y="1586"/>
                </a:lnTo>
                <a:lnTo>
                  <a:pt x="1230" y="1560"/>
                </a:lnTo>
                <a:lnTo>
                  <a:pt x="1223" y="1534"/>
                </a:lnTo>
                <a:lnTo>
                  <a:pt x="1219" y="1507"/>
                </a:lnTo>
                <a:lnTo>
                  <a:pt x="1215" y="1479"/>
                </a:lnTo>
                <a:lnTo>
                  <a:pt x="1213" y="1451"/>
                </a:lnTo>
                <a:lnTo>
                  <a:pt x="1212" y="1423"/>
                </a:lnTo>
                <a:lnTo>
                  <a:pt x="1213" y="1397"/>
                </a:lnTo>
                <a:lnTo>
                  <a:pt x="1214" y="1370"/>
                </a:lnTo>
                <a:lnTo>
                  <a:pt x="1218" y="1344"/>
                </a:lnTo>
                <a:lnTo>
                  <a:pt x="1222" y="1319"/>
                </a:lnTo>
                <a:lnTo>
                  <a:pt x="1228" y="1293"/>
                </a:lnTo>
                <a:lnTo>
                  <a:pt x="1235" y="1269"/>
                </a:lnTo>
                <a:lnTo>
                  <a:pt x="1243" y="1244"/>
                </a:lnTo>
                <a:lnTo>
                  <a:pt x="1252" y="1221"/>
                </a:lnTo>
                <a:lnTo>
                  <a:pt x="1263" y="1198"/>
                </a:lnTo>
                <a:lnTo>
                  <a:pt x="1274" y="1175"/>
                </a:lnTo>
                <a:lnTo>
                  <a:pt x="1287" y="1154"/>
                </a:lnTo>
                <a:lnTo>
                  <a:pt x="1301" y="1132"/>
                </a:lnTo>
                <a:lnTo>
                  <a:pt x="1315" y="1112"/>
                </a:lnTo>
                <a:lnTo>
                  <a:pt x="1331" y="1092"/>
                </a:lnTo>
                <a:lnTo>
                  <a:pt x="1348" y="1073"/>
                </a:lnTo>
                <a:lnTo>
                  <a:pt x="1365" y="1055"/>
                </a:lnTo>
                <a:lnTo>
                  <a:pt x="1365" y="1054"/>
                </a:lnTo>
                <a:lnTo>
                  <a:pt x="1384" y="1037"/>
                </a:lnTo>
                <a:lnTo>
                  <a:pt x="1402" y="1020"/>
                </a:lnTo>
                <a:lnTo>
                  <a:pt x="1422" y="1005"/>
                </a:lnTo>
                <a:lnTo>
                  <a:pt x="1443" y="990"/>
                </a:lnTo>
                <a:lnTo>
                  <a:pt x="1464" y="977"/>
                </a:lnTo>
                <a:lnTo>
                  <a:pt x="1486" y="965"/>
                </a:lnTo>
                <a:lnTo>
                  <a:pt x="1508" y="953"/>
                </a:lnTo>
                <a:lnTo>
                  <a:pt x="1531" y="943"/>
                </a:lnTo>
                <a:lnTo>
                  <a:pt x="1554" y="933"/>
                </a:lnTo>
                <a:lnTo>
                  <a:pt x="1579" y="925"/>
                </a:lnTo>
                <a:lnTo>
                  <a:pt x="1603" y="918"/>
                </a:lnTo>
                <a:lnTo>
                  <a:pt x="1628" y="912"/>
                </a:lnTo>
                <a:lnTo>
                  <a:pt x="1654" y="908"/>
                </a:lnTo>
                <a:lnTo>
                  <a:pt x="1681" y="904"/>
                </a:lnTo>
                <a:lnTo>
                  <a:pt x="1706" y="902"/>
                </a:lnTo>
                <a:lnTo>
                  <a:pt x="1733" y="902"/>
                </a:lnTo>
                <a:lnTo>
                  <a:pt x="1760" y="902"/>
                </a:lnTo>
                <a:lnTo>
                  <a:pt x="1786" y="904"/>
                </a:lnTo>
                <a:lnTo>
                  <a:pt x="1813" y="908"/>
                </a:lnTo>
                <a:lnTo>
                  <a:pt x="1839" y="912"/>
                </a:lnTo>
                <a:lnTo>
                  <a:pt x="1863" y="918"/>
                </a:lnTo>
                <a:lnTo>
                  <a:pt x="1889" y="925"/>
                </a:lnTo>
                <a:lnTo>
                  <a:pt x="1913" y="933"/>
                </a:lnTo>
                <a:lnTo>
                  <a:pt x="1936" y="943"/>
                </a:lnTo>
                <a:lnTo>
                  <a:pt x="1959" y="953"/>
                </a:lnTo>
                <a:lnTo>
                  <a:pt x="1981" y="965"/>
                </a:lnTo>
                <a:lnTo>
                  <a:pt x="2003" y="977"/>
                </a:lnTo>
                <a:lnTo>
                  <a:pt x="2024" y="990"/>
                </a:lnTo>
                <a:lnTo>
                  <a:pt x="2045" y="1005"/>
                </a:lnTo>
                <a:lnTo>
                  <a:pt x="2065" y="1020"/>
                </a:lnTo>
                <a:lnTo>
                  <a:pt x="2084" y="1037"/>
                </a:lnTo>
                <a:lnTo>
                  <a:pt x="2102" y="1054"/>
                </a:lnTo>
                <a:lnTo>
                  <a:pt x="2102" y="1055"/>
                </a:lnTo>
                <a:lnTo>
                  <a:pt x="2118" y="1073"/>
                </a:lnTo>
                <a:lnTo>
                  <a:pt x="2136" y="1091"/>
                </a:lnTo>
                <a:lnTo>
                  <a:pt x="2151" y="1111"/>
                </a:lnTo>
                <a:lnTo>
                  <a:pt x="2165" y="1132"/>
                </a:lnTo>
                <a:lnTo>
                  <a:pt x="2179" y="1153"/>
                </a:lnTo>
                <a:lnTo>
                  <a:pt x="2192" y="1175"/>
                </a:lnTo>
                <a:lnTo>
                  <a:pt x="2203" y="1197"/>
                </a:lnTo>
                <a:lnTo>
                  <a:pt x="2214" y="1220"/>
                </a:lnTo>
                <a:lnTo>
                  <a:pt x="2223" y="1244"/>
                </a:lnTo>
                <a:lnTo>
                  <a:pt x="2231" y="1269"/>
                </a:lnTo>
                <a:lnTo>
                  <a:pt x="2238" y="1293"/>
                </a:lnTo>
                <a:lnTo>
                  <a:pt x="2244" y="1319"/>
                </a:lnTo>
                <a:lnTo>
                  <a:pt x="2248" y="1344"/>
                </a:lnTo>
                <a:lnTo>
                  <a:pt x="2252" y="1370"/>
                </a:lnTo>
                <a:lnTo>
                  <a:pt x="2254" y="1397"/>
                </a:lnTo>
                <a:lnTo>
                  <a:pt x="2254" y="1423"/>
                </a:lnTo>
                <a:lnTo>
                  <a:pt x="2254" y="1450"/>
                </a:lnTo>
                <a:lnTo>
                  <a:pt x="2252" y="1477"/>
                </a:lnTo>
                <a:lnTo>
                  <a:pt x="2248" y="1502"/>
                </a:lnTo>
                <a:lnTo>
                  <a:pt x="2244" y="1528"/>
                </a:lnTo>
                <a:lnTo>
                  <a:pt x="2238" y="1553"/>
                </a:lnTo>
                <a:lnTo>
                  <a:pt x="2231" y="1578"/>
                </a:lnTo>
                <a:lnTo>
                  <a:pt x="2223" y="1602"/>
                </a:lnTo>
                <a:lnTo>
                  <a:pt x="2214" y="1626"/>
                </a:lnTo>
                <a:lnTo>
                  <a:pt x="2203" y="1648"/>
                </a:lnTo>
                <a:lnTo>
                  <a:pt x="2192" y="1672"/>
                </a:lnTo>
                <a:lnTo>
                  <a:pt x="2179" y="1694"/>
                </a:lnTo>
                <a:lnTo>
                  <a:pt x="2166" y="1715"/>
                </a:lnTo>
                <a:lnTo>
                  <a:pt x="2151" y="1734"/>
                </a:lnTo>
                <a:lnTo>
                  <a:pt x="2136" y="1754"/>
                </a:lnTo>
                <a:lnTo>
                  <a:pt x="2120" y="1774"/>
                </a:lnTo>
                <a:lnTo>
                  <a:pt x="2102" y="1791"/>
                </a:lnTo>
                <a:lnTo>
                  <a:pt x="2084" y="1809"/>
                </a:lnTo>
                <a:lnTo>
                  <a:pt x="2065" y="1825"/>
                </a:lnTo>
                <a:lnTo>
                  <a:pt x="2045" y="1841"/>
                </a:lnTo>
                <a:lnTo>
                  <a:pt x="2024" y="1855"/>
                </a:lnTo>
                <a:lnTo>
                  <a:pt x="2003" y="1869"/>
                </a:lnTo>
                <a:lnTo>
                  <a:pt x="1981" y="1882"/>
                </a:lnTo>
                <a:lnTo>
                  <a:pt x="1959" y="1893"/>
                </a:lnTo>
                <a:lnTo>
                  <a:pt x="1936" y="1904"/>
                </a:lnTo>
                <a:lnTo>
                  <a:pt x="1913" y="1913"/>
                </a:lnTo>
                <a:lnTo>
                  <a:pt x="1889" y="1921"/>
                </a:lnTo>
                <a:lnTo>
                  <a:pt x="1863" y="1928"/>
                </a:lnTo>
                <a:lnTo>
                  <a:pt x="1839" y="1934"/>
                </a:lnTo>
                <a:lnTo>
                  <a:pt x="1813" y="1939"/>
                </a:lnTo>
                <a:lnTo>
                  <a:pt x="1786" y="1942"/>
                </a:lnTo>
                <a:lnTo>
                  <a:pt x="1760" y="1943"/>
                </a:lnTo>
                <a:lnTo>
                  <a:pt x="1733" y="1945"/>
                </a:lnTo>
                <a:lnTo>
                  <a:pt x="1710" y="1943"/>
                </a:lnTo>
                <a:lnTo>
                  <a:pt x="1685" y="1942"/>
                </a:lnTo>
                <a:lnTo>
                  <a:pt x="1662" y="1940"/>
                </a:lnTo>
                <a:lnTo>
                  <a:pt x="1640" y="1936"/>
                </a:lnTo>
                <a:lnTo>
                  <a:pt x="1617" y="1932"/>
                </a:lnTo>
                <a:lnTo>
                  <a:pt x="1595" y="1926"/>
                </a:lnTo>
                <a:lnTo>
                  <a:pt x="1573" y="1919"/>
                </a:lnTo>
                <a:lnTo>
                  <a:pt x="1552" y="1912"/>
                </a:lnTo>
                <a:lnTo>
                  <a:pt x="1465" y="2000"/>
                </a:lnTo>
                <a:lnTo>
                  <a:pt x="1384" y="2089"/>
                </a:lnTo>
                <a:lnTo>
                  <a:pt x="1306" y="2177"/>
                </a:lnTo>
                <a:lnTo>
                  <a:pt x="1233" y="2263"/>
                </a:lnTo>
                <a:lnTo>
                  <a:pt x="1164" y="2349"/>
                </a:lnTo>
                <a:lnTo>
                  <a:pt x="1099" y="2433"/>
                </a:lnTo>
                <a:lnTo>
                  <a:pt x="1069" y="2475"/>
                </a:lnTo>
                <a:lnTo>
                  <a:pt x="1039" y="2517"/>
                </a:lnTo>
                <a:lnTo>
                  <a:pt x="1011" y="2558"/>
                </a:lnTo>
                <a:lnTo>
                  <a:pt x="983" y="2599"/>
                </a:lnTo>
                <a:lnTo>
                  <a:pt x="961" y="2633"/>
                </a:lnTo>
                <a:lnTo>
                  <a:pt x="1020" y="2674"/>
                </a:lnTo>
                <a:lnTo>
                  <a:pt x="1081" y="2714"/>
                </a:lnTo>
                <a:lnTo>
                  <a:pt x="1143" y="2755"/>
                </a:lnTo>
                <a:lnTo>
                  <a:pt x="1207" y="2796"/>
                </a:lnTo>
                <a:lnTo>
                  <a:pt x="1341" y="2878"/>
                </a:lnTo>
                <a:lnTo>
                  <a:pt x="1479" y="2962"/>
                </a:lnTo>
                <a:lnTo>
                  <a:pt x="1583" y="3026"/>
                </a:lnTo>
                <a:lnTo>
                  <a:pt x="1689" y="3089"/>
                </a:lnTo>
                <a:lnTo>
                  <a:pt x="1795" y="3156"/>
                </a:lnTo>
                <a:lnTo>
                  <a:pt x="1900" y="3223"/>
                </a:lnTo>
                <a:lnTo>
                  <a:pt x="2003" y="3293"/>
                </a:lnTo>
                <a:lnTo>
                  <a:pt x="2056" y="3329"/>
                </a:lnTo>
                <a:lnTo>
                  <a:pt x="2107" y="3365"/>
                </a:lnTo>
                <a:lnTo>
                  <a:pt x="2157" y="3402"/>
                </a:lnTo>
                <a:lnTo>
                  <a:pt x="2207" y="3439"/>
                </a:lnTo>
                <a:lnTo>
                  <a:pt x="2255" y="3477"/>
                </a:lnTo>
                <a:lnTo>
                  <a:pt x="2304" y="3517"/>
                </a:lnTo>
                <a:lnTo>
                  <a:pt x="2304" y="1261"/>
                </a:lnTo>
                <a:lnTo>
                  <a:pt x="2305" y="1225"/>
                </a:lnTo>
                <a:lnTo>
                  <a:pt x="2308" y="1189"/>
                </a:lnTo>
                <a:lnTo>
                  <a:pt x="2312" y="1154"/>
                </a:lnTo>
                <a:lnTo>
                  <a:pt x="2319" y="1119"/>
                </a:lnTo>
                <a:lnTo>
                  <a:pt x="2326" y="1084"/>
                </a:lnTo>
                <a:lnTo>
                  <a:pt x="2337" y="1051"/>
                </a:lnTo>
                <a:lnTo>
                  <a:pt x="2347" y="1018"/>
                </a:lnTo>
                <a:lnTo>
                  <a:pt x="2360" y="987"/>
                </a:lnTo>
                <a:lnTo>
                  <a:pt x="2374" y="955"/>
                </a:lnTo>
                <a:lnTo>
                  <a:pt x="2390" y="924"/>
                </a:lnTo>
                <a:lnTo>
                  <a:pt x="2407" y="895"/>
                </a:lnTo>
                <a:lnTo>
                  <a:pt x="2425" y="866"/>
                </a:lnTo>
                <a:lnTo>
                  <a:pt x="2445" y="838"/>
                </a:lnTo>
                <a:lnTo>
                  <a:pt x="2467" y="811"/>
                </a:lnTo>
                <a:lnTo>
                  <a:pt x="2489" y="786"/>
                </a:lnTo>
                <a:lnTo>
                  <a:pt x="2512" y="761"/>
                </a:lnTo>
                <a:lnTo>
                  <a:pt x="2536" y="738"/>
                </a:lnTo>
                <a:lnTo>
                  <a:pt x="2562" y="716"/>
                </a:lnTo>
                <a:lnTo>
                  <a:pt x="2589" y="694"/>
                </a:lnTo>
                <a:lnTo>
                  <a:pt x="2616" y="674"/>
                </a:lnTo>
                <a:lnTo>
                  <a:pt x="2645" y="656"/>
                </a:lnTo>
                <a:lnTo>
                  <a:pt x="2674" y="639"/>
                </a:lnTo>
                <a:lnTo>
                  <a:pt x="2706" y="623"/>
                </a:lnTo>
                <a:lnTo>
                  <a:pt x="2737" y="609"/>
                </a:lnTo>
                <a:lnTo>
                  <a:pt x="2769" y="597"/>
                </a:lnTo>
                <a:lnTo>
                  <a:pt x="2802" y="586"/>
                </a:lnTo>
                <a:lnTo>
                  <a:pt x="2835" y="576"/>
                </a:lnTo>
                <a:lnTo>
                  <a:pt x="2870" y="567"/>
                </a:lnTo>
                <a:lnTo>
                  <a:pt x="2904" y="562"/>
                </a:lnTo>
                <a:lnTo>
                  <a:pt x="2939" y="557"/>
                </a:lnTo>
                <a:lnTo>
                  <a:pt x="2975" y="555"/>
                </a:lnTo>
                <a:lnTo>
                  <a:pt x="3011" y="554"/>
                </a:lnTo>
                <a:close/>
                <a:moveTo>
                  <a:pt x="1887" y="1269"/>
                </a:moveTo>
                <a:lnTo>
                  <a:pt x="1887" y="1269"/>
                </a:lnTo>
                <a:lnTo>
                  <a:pt x="1871" y="1255"/>
                </a:lnTo>
                <a:lnTo>
                  <a:pt x="1855" y="1242"/>
                </a:lnTo>
                <a:lnTo>
                  <a:pt x="1837" y="1232"/>
                </a:lnTo>
                <a:lnTo>
                  <a:pt x="1818" y="1222"/>
                </a:lnTo>
                <a:lnTo>
                  <a:pt x="1798" y="1215"/>
                </a:lnTo>
                <a:lnTo>
                  <a:pt x="1777" y="1210"/>
                </a:lnTo>
                <a:lnTo>
                  <a:pt x="1755" y="1206"/>
                </a:lnTo>
                <a:lnTo>
                  <a:pt x="1733" y="1205"/>
                </a:lnTo>
                <a:lnTo>
                  <a:pt x="1711" y="1206"/>
                </a:lnTo>
                <a:lnTo>
                  <a:pt x="1689" y="1210"/>
                </a:lnTo>
                <a:lnTo>
                  <a:pt x="1668" y="1215"/>
                </a:lnTo>
                <a:lnTo>
                  <a:pt x="1648" y="1222"/>
                </a:lnTo>
                <a:lnTo>
                  <a:pt x="1630" y="1232"/>
                </a:lnTo>
                <a:lnTo>
                  <a:pt x="1611" y="1242"/>
                </a:lnTo>
                <a:lnTo>
                  <a:pt x="1595" y="1255"/>
                </a:lnTo>
                <a:lnTo>
                  <a:pt x="1580" y="1269"/>
                </a:lnTo>
                <a:lnTo>
                  <a:pt x="1579" y="1269"/>
                </a:lnTo>
                <a:lnTo>
                  <a:pt x="1565" y="1284"/>
                </a:lnTo>
                <a:lnTo>
                  <a:pt x="1552" y="1301"/>
                </a:lnTo>
                <a:lnTo>
                  <a:pt x="1541" y="1319"/>
                </a:lnTo>
                <a:lnTo>
                  <a:pt x="1532" y="1338"/>
                </a:lnTo>
                <a:lnTo>
                  <a:pt x="1525" y="1358"/>
                </a:lnTo>
                <a:lnTo>
                  <a:pt x="1519" y="1379"/>
                </a:lnTo>
                <a:lnTo>
                  <a:pt x="1517" y="1401"/>
                </a:lnTo>
                <a:lnTo>
                  <a:pt x="1516" y="1423"/>
                </a:lnTo>
                <a:lnTo>
                  <a:pt x="1517" y="1445"/>
                </a:lnTo>
                <a:lnTo>
                  <a:pt x="1519" y="1467"/>
                </a:lnTo>
                <a:lnTo>
                  <a:pt x="1525" y="1488"/>
                </a:lnTo>
                <a:lnTo>
                  <a:pt x="1532" y="1508"/>
                </a:lnTo>
                <a:lnTo>
                  <a:pt x="1541" y="1527"/>
                </a:lnTo>
                <a:lnTo>
                  <a:pt x="1553" y="1545"/>
                </a:lnTo>
                <a:lnTo>
                  <a:pt x="1565" y="1561"/>
                </a:lnTo>
                <a:lnTo>
                  <a:pt x="1580" y="1576"/>
                </a:lnTo>
                <a:lnTo>
                  <a:pt x="1580" y="1578"/>
                </a:lnTo>
                <a:lnTo>
                  <a:pt x="1595" y="1592"/>
                </a:lnTo>
                <a:lnTo>
                  <a:pt x="1611" y="1604"/>
                </a:lnTo>
                <a:lnTo>
                  <a:pt x="1630" y="1615"/>
                </a:lnTo>
                <a:lnTo>
                  <a:pt x="1648" y="1624"/>
                </a:lnTo>
                <a:lnTo>
                  <a:pt x="1668" y="1631"/>
                </a:lnTo>
                <a:lnTo>
                  <a:pt x="1689" y="1637"/>
                </a:lnTo>
                <a:lnTo>
                  <a:pt x="1711" y="1639"/>
                </a:lnTo>
                <a:lnTo>
                  <a:pt x="1733" y="1640"/>
                </a:lnTo>
                <a:lnTo>
                  <a:pt x="1755" y="1639"/>
                </a:lnTo>
                <a:lnTo>
                  <a:pt x="1777" y="1637"/>
                </a:lnTo>
                <a:lnTo>
                  <a:pt x="1798" y="1631"/>
                </a:lnTo>
                <a:lnTo>
                  <a:pt x="1818" y="1624"/>
                </a:lnTo>
                <a:lnTo>
                  <a:pt x="1837" y="1615"/>
                </a:lnTo>
                <a:lnTo>
                  <a:pt x="1855" y="1603"/>
                </a:lnTo>
                <a:lnTo>
                  <a:pt x="1871" y="1592"/>
                </a:lnTo>
                <a:lnTo>
                  <a:pt x="1887" y="1576"/>
                </a:lnTo>
                <a:lnTo>
                  <a:pt x="1901" y="1561"/>
                </a:lnTo>
                <a:lnTo>
                  <a:pt x="1914" y="1545"/>
                </a:lnTo>
                <a:lnTo>
                  <a:pt x="1925" y="1527"/>
                </a:lnTo>
                <a:lnTo>
                  <a:pt x="1934" y="1508"/>
                </a:lnTo>
                <a:lnTo>
                  <a:pt x="1941" y="1488"/>
                </a:lnTo>
                <a:lnTo>
                  <a:pt x="1947" y="1467"/>
                </a:lnTo>
                <a:lnTo>
                  <a:pt x="1950" y="1445"/>
                </a:lnTo>
                <a:lnTo>
                  <a:pt x="1951" y="1423"/>
                </a:lnTo>
                <a:lnTo>
                  <a:pt x="1950" y="1401"/>
                </a:lnTo>
                <a:lnTo>
                  <a:pt x="1947" y="1379"/>
                </a:lnTo>
                <a:lnTo>
                  <a:pt x="1941" y="1358"/>
                </a:lnTo>
                <a:lnTo>
                  <a:pt x="1934" y="1338"/>
                </a:lnTo>
                <a:lnTo>
                  <a:pt x="1925" y="1319"/>
                </a:lnTo>
                <a:lnTo>
                  <a:pt x="1914" y="1301"/>
                </a:lnTo>
                <a:lnTo>
                  <a:pt x="1901" y="1284"/>
                </a:lnTo>
                <a:lnTo>
                  <a:pt x="1887" y="1269"/>
                </a:lnTo>
                <a:close/>
                <a:moveTo>
                  <a:pt x="2304" y="5100"/>
                </a:moveTo>
                <a:lnTo>
                  <a:pt x="2304" y="4074"/>
                </a:lnTo>
                <a:lnTo>
                  <a:pt x="2277" y="4045"/>
                </a:lnTo>
                <a:lnTo>
                  <a:pt x="2251" y="4017"/>
                </a:lnTo>
                <a:lnTo>
                  <a:pt x="2224" y="3989"/>
                </a:lnTo>
                <a:lnTo>
                  <a:pt x="2195" y="3961"/>
                </a:lnTo>
                <a:lnTo>
                  <a:pt x="2138" y="3908"/>
                </a:lnTo>
                <a:lnTo>
                  <a:pt x="2078" y="3856"/>
                </a:lnTo>
                <a:lnTo>
                  <a:pt x="2016" y="3805"/>
                </a:lnTo>
                <a:lnTo>
                  <a:pt x="1952" y="3755"/>
                </a:lnTo>
                <a:lnTo>
                  <a:pt x="1887" y="3706"/>
                </a:lnTo>
                <a:lnTo>
                  <a:pt x="1821" y="3659"/>
                </a:lnTo>
                <a:lnTo>
                  <a:pt x="1754" y="3613"/>
                </a:lnTo>
                <a:lnTo>
                  <a:pt x="1687" y="3567"/>
                </a:lnTo>
                <a:lnTo>
                  <a:pt x="1617" y="3522"/>
                </a:lnTo>
                <a:lnTo>
                  <a:pt x="1548" y="3478"/>
                </a:lnTo>
                <a:lnTo>
                  <a:pt x="1409" y="3392"/>
                </a:lnTo>
                <a:lnTo>
                  <a:pt x="1270" y="3308"/>
                </a:lnTo>
                <a:lnTo>
                  <a:pt x="1140" y="3230"/>
                </a:lnTo>
                <a:lnTo>
                  <a:pt x="1012" y="3151"/>
                </a:lnTo>
                <a:lnTo>
                  <a:pt x="949" y="3111"/>
                </a:lnTo>
                <a:lnTo>
                  <a:pt x="888" y="3071"/>
                </a:lnTo>
                <a:lnTo>
                  <a:pt x="826" y="3030"/>
                </a:lnTo>
                <a:lnTo>
                  <a:pt x="765" y="2988"/>
                </a:lnTo>
                <a:lnTo>
                  <a:pt x="737" y="3056"/>
                </a:lnTo>
                <a:lnTo>
                  <a:pt x="710" y="3122"/>
                </a:lnTo>
                <a:lnTo>
                  <a:pt x="687" y="3186"/>
                </a:lnTo>
                <a:lnTo>
                  <a:pt x="667" y="3250"/>
                </a:lnTo>
                <a:lnTo>
                  <a:pt x="650" y="3313"/>
                </a:lnTo>
                <a:lnTo>
                  <a:pt x="636" y="3375"/>
                </a:lnTo>
                <a:lnTo>
                  <a:pt x="624" y="3435"/>
                </a:lnTo>
                <a:lnTo>
                  <a:pt x="615" y="3496"/>
                </a:lnTo>
                <a:lnTo>
                  <a:pt x="612" y="3533"/>
                </a:lnTo>
                <a:lnTo>
                  <a:pt x="608" y="3577"/>
                </a:lnTo>
                <a:lnTo>
                  <a:pt x="606" y="3615"/>
                </a:lnTo>
                <a:lnTo>
                  <a:pt x="605" y="3652"/>
                </a:lnTo>
                <a:lnTo>
                  <a:pt x="605" y="3691"/>
                </a:lnTo>
                <a:lnTo>
                  <a:pt x="606" y="3728"/>
                </a:lnTo>
                <a:lnTo>
                  <a:pt x="609" y="3765"/>
                </a:lnTo>
                <a:lnTo>
                  <a:pt x="613" y="3801"/>
                </a:lnTo>
                <a:lnTo>
                  <a:pt x="617" y="3837"/>
                </a:lnTo>
                <a:lnTo>
                  <a:pt x="623" y="3873"/>
                </a:lnTo>
                <a:lnTo>
                  <a:pt x="630" y="3908"/>
                </a:lnTo>
                <a:lnTo>
                  <a:pt x="638" y="3943"/>
                </a:lnTo>
                <a:lnTo>
                  <a:pt x="646" y="3976"/>
                </a:lnTo>
                <a:lnTo>
                  <a:pt x="657" y="4010"/>
                </a:lnTo>
                <a:lnTo>
                  <a:pt x="668" y="4044"/>
                </a:lnTo>
                <a:lnTo>
                  <a:pt x="680" y="4076"/>
                </a:lnTo>
                <a:lnTo>
                  <a:pt x="693" y="4109"/>
                </a:lnTo>
                <a:lnTo>
                  <a:pt x="707" y="4141"/>
                </a:lnTo>
                <a:lnTo>
                  <a:pt x="722" y="4173"/>
                </a:lnTo>
                <a:lnTo>
                  <a:pt x="738" y="4204"/>
                </a:lnTo>
                <a:lnTo>
                  <a:pt x="755" y="4234"/>
                </a:lnTo>
                <a:lnTo>
                  <a:pt x="773" y="4264"/>
                </a:lnTo>
                <a:lnTo>
                  <a:pt x="791" y="4295"/>
                </a:lnTo>
                <a:lnTo>
                  <a:pt x="811" y="4324"/>
                </a:lnTo>
                <a:lnTo>
                  <a:pt x="832" y="4353"/>
                </a:lnTo>
                <a:lnTo>
                  <a:pt x="853" y="4380"/>
                </a:lnTo>
                <a:lnTo>
                  <a:pt x="875" y="4408"/>
                </a:lnTo>
                <a:lnTo>
                  <a:pt x="898" y="4436"/>
                </a:lnTo>
                <a:lnTo>
                  <a:pt x="923" y="4463"/>
                </a:lnTo>
                <a:lnTo>
                  <a:pt x="947" y="4488"/>
                </a:lnTo>
                <a:lnTo>
                  <a:pt x="973" y="4515"/>
                </a:lnTo>
                <a:lnTo>
                  <a:pt x="999" y="4540"/>
                </a:lnTo>
                <a:lnTo>
                  <a:pt x="1027" y="4565"/>
                </a:lnTo>
                <a:lnTo>
                  <a:pt x="1055" y="4589"/>
                </a:lnTo>
                <a:lnTo>
                  <a:pt x="1084" y="4614"/>
                </a:lnTo>
                <a:lnTo>
                  <a:pt x="1114" y="4637"/>
                </a:lnTo>
                <a:lnTo>
                  <a:pt x="1144" y="4660"/>
                </a:lnTo>
                <a:lnTo>
                  <a:pt x="1176" y="4684"/>
                </a:lnTo>
                <a:lnTo>
                  <a:pt x="1208" y="4706"/>
                </a:lnTo>
                <a:lnTo>
                  <a:pt x="1242" y="4728"/>
                </a:lnTo>
                <a:lnTo>
                  <a:pt x="1276" y="4749"/>
                </a:lnTo>
                <a:lnTo>
                  <a:pt x="1309" y="4769"/>
                </a:lnTo>
                <a:lnTo>
                  <a:pt x="1344" y="4789"/>
                </a:lnTo>
                <a:lnTo>
                  <a:pt x="1380" y="4809"/>
                </a:lnTo>
                <a:lnTo>
                  <a:pt x="1416" y="4829"/>
                </a:lnTo>
                <a:lnTo>
                  <a:pt x="1453" y="4847"/>
                </a:lnTo>
                <a:lnTo>
                  <a:pt x="1490" y="4865"/>
                </a:lnTo>
                <a:lnTo>
                  <a:pt x="1529" y="4882"/>
                </a:lnTo>
                <a:lnTo>
                  <a:pt x="1568" y="4899"/>
                </a:lnTo>
                <a:lnTo>
                  <a:pt x="1608" y="4916"/>
                </a:lnTo>
                <a:lnTo>
                  <a:pt x="1647" y="4931"/>
                </a:lnTo>
                <a:lnTo>
                  <a:pt x="1688" y="4947"/>
                </a:lnTo>
                <a:lnTo>
                  <a:pt x="1728" y="4961"/>
                </a:lnTo>
                <a:lnTo>
                  <a:pt x="1770" y="4975"/>
                </a:lnTo>
                <a:lnTo>
                  <a:pt x="1855" y="5002"/>
                </a:lnTo>
                <a:lnTo>
                  <a:pt x="1941" y="5026"/>
                </a:lnTo>
                <a:lnTo>
                  <a:pt x="2029" y="5048"/>
                </a:lnTo>
                <a:lnTo>
                  <a:pt x="2120" y="5068"/>
                </a:lnTo>
                <a:lnTo>
                  <a:pt x="2211" y="5085"/>
                </a:lnTo>
                <a:lnTo>
                  <a:pt x="2304" y="5100"/>
                </a:lnTo>
                <a:close/>
                <a:moveTo>
                  <a:pt x="2991" y="1292"/>
                </a:moveTo>
                <a:lnTo>
                  <a:pt x="2991" y="3627"/>
                </a:lnTo>
                <a:lnTo>
                  <a:pt x="5477" y="3627"/>
                </a:lnTo>
                <a:lnTo>
                  <a:pt x="5477" y="1292"/>
                </a:lnTo>
                <a:lnTo>
                  <a:pt x="2991" y="1292"/>
                </a:lnTo>
                <a:close/>
                <a:moveTo>
                  <a:pt x="4212" y="3997"/>
                </a:moveTo>
                <a:lnTo>
                  <a:pt x="4212" y="3997"/>
                </a:lnTo>
                <a:lnTo>
                  <a:pt x="4181" y="3998"/>
                </a:lnTo>
                <a:lnTo>
                  <a:pt x="4150" y="4000"/>
                </a:lnTo>
                <a:lnTo>
                  <a:pt x="4120" y="4003"/>
                </a:lnTo>
                <a:lnTo>
                  <a:pt x="4090" y="4007"/>
                </a:lnTo>
                <a:lnTo>
                  <a:pt x="4060" y="4012"/>
                </a:lnTo>
                <a:lnTo>
                  <a:pt x="4030" y="4018"/>
                </a:lnTo>
                <a:lnTo>
                  <a:pt x="4001" y="4026"/>
                </a:lnTo>
                <a:lnTo>
                  <a:pt x="3974" y="4034"/>
                </a:lnTo>
                <a:lnTo>
                  <a:pt x="3946" y="4044"/>
                </a:lnTo>
                <a:lnTo>
                  <a:pt x="3918" y="4054"/>
                </a:lnTo>
                <a:lnTo>
                  <a:pt x="3891" y="4066"/>
                </a:lnTo>
                <a:lnTo>
                  <a:pt x="3864" y="4079"/>
                </a:lnTo>
                <a:lnTo>
                  <a:pt x="3839" y="4091"/>
                </a:lnTo>
                <a:lnTo>
                  <a:pt x="3813" y="4105"/>
                </a:lnTo>
                <a:lnTo>
                  <a:pt x="3789" y="4120"/>
                </a:lnTo>
                <a:lnTo>
                  <a:pt x="3765" y="4137"/>
                </a:lnTo>
                <a:lnTo>
                  <a:pt x="4227" y="4599"/>
                </a:lnTo>
                <a:lnTo>
                  <a:pt x="4676" y="4149"/>
                </a:lnTo>
                <a:lnTo>
                  <a:pt x="4652" y="4132"/>
                </a:lnTo>
                <a:lnTo>
                  <a:pt x="4626" y="4116"/>
                </a:lnTo>
                <a:lnTo>
                  <a:pt x="4599" y="4100"/>
                </a:lnTo>
                <a:lnTo>
                  <a:pt x="4573" y="4086"/>
                </a:lnTo>
                <a:lnTo>
                  <a:pt x="4546" y="4072"/>
                </a:lnTo>
                <a:lnTo>
                  <a:pt x="4518" y="4059"/>
                </a:lnTo>
                <a:lnTo>
                  <a:pt x="4489" y="4048"/>
                </a:lnTo>
                <a:lnTo>
                  <a:pt x="4460" y="4038"/>
                </a:lnTo>
                <a:lnTo>
                  <a:pt x="4431" y="4029"/>
                </a:lnTo>
                <a:lnTo>
                  <a:pt x="4401" y="4021"/>
                </a:lnTo>
                <a:lnTo>
                  <a:pt x="4371" y="4014"/>
                </a:lnTo>
                <a:lnTo>
                  <a:pt x="4339" y="4008"/>
                </a:lnTo>
                <a:lnTo>
                  <a:pt x="4308" y="4003"/>
                </a:lnTo>
                <a:lnTo>
                  <a:pt x="4277" y="4000"/>
                </a:lnTo>
                <a:lnTo>
                  <a:pt x="4244" y="3998"/>
                </a:lnTo>
                <a:lnTo>
                  <a:pt x="4212" y="3997"/>
                </a:lnTo>
                <a:close/>
                <a:moveTo>
                  <a:pt x="4858" y="4335"/>
                </a:moveTo>
                <a:lnTo>
                  <a:pt x="4411" y="4783"/>
                </a:lnTo>
                <a:lnTo>
                  <a:pt x="4859" y="5233"/>
                </a:lnTo>
                <a:lnTo>
                  <a:pt x="4876" y="5208"/>
                </a:lnTo>
                <a:lnTo>
                  <a:pt x="4891" y="5184"/>
                </a:lnTo>
                <a:lnTo>
                  <a:pt x="4906" y="5158"/>
                </a:lnTo>
                <a:lnTo>
                  <a:pt x="4919" y="5133"/>
                </a:lnTo>
                <a:lnTo>
                  <a:pt x="4931" y="5106"/>
                </a:lnTo>
                <a:lnTo>
                  <a:pt x="4943" y="5079"/>
                </a:lnTo>
                <a:lnTo>
                  <a:pt x="4953" y="5052"/>
                </a:lnTo>
                <a:lnTo>
                  <a:pt x="4963" y="5024"/>
                </a:lnTo>
                <a:lnTo>
                  <a:pt x="4971" y="4995"/>
                </a:lnTo>
                <a:lnTo>
                  <a:pt x="4978" y="4967"/>
                </a:lnTo>
                <a:lnTo>
                  <a:pt x="4985" y="4937"/>
                </a:lnTo>
                <a:lnTo>
                  <a:pt x="4989" y="4908"/>
                </a:lnTo>
                <a:lnTo>
                  <a:pt x="4994" y="4877"/>
                </a:lnTo>
                <a:lnTo>
                  <a:pt x="4996" y="4847"/>
                </a:lnTo>
                <a:lnTo>
                  <a:pt x="4999" y="4816"/>
                </a:lnTo>
                <a:lnTo>
                  <a:pt x="5000" y="4786"/>
                </a:lnTo>
                <a:lnTo>
                  <a:pt x="4999" y="4754"/>
                </a:lnTo>
                <a:lnTo>
                  <a:pt x="4996" y="4723"/>
                </a:lnTo>
                <a:lnTo>
                  <a:pt x="4994" y="4693"/>
                </a:lnTo>
                <a:lnTo>
                  <a:pt x="4989" y="4663"/>
                </a:lnTo>
                <a:lnTo>
                  <a:pt x="4985" y="4632"/>
                </a:lnTo>
                <a:lnTo>
                  <a:pt x="4978" y="4603"/>
                </a:lnTo>
                <a:lnTo>
                  <a:pt x="4971" y="4574"/>
                </a:lnTo>
                <a:lnTo>
                  <a:pt x="4963" y="4545"/>
                </a:lnTo>
                <a:lnTo>
                  <a:pt x="4952" y="4517"/>
                </a:lnTo>
                <a:lnTo>
                  <a:pt x="4942" y="4490"/>
                </a:lnTo>
                <a:lnTo>
                  <a:pt x="4930" y="4463"/>
                </a:lnTo>
                <a:lnTo>
                  <a:pt x="4917" y="4436"/>
                </a:lnTo>
                <a:lnTo>
                  <a:pt x="4905" y="4411"/>
                </a:lnTo>
                <a:lnTo>
                  <a:pt x="4890" y="4385"/>
                </a:lnTo>
                <a:lnTo>
                  <a:pt x="4874" y="4360"/>
                </a:lnTo>
                <a:lnTo>
                  <a:pt x="4858" y="4335"/>
                </a:lnTo>
                <a:close/>
                <a:moveTo>
                  <a:pt x="4678" y="5420"/>
                </a:moveTo>
                <a:lnTo>
                  <a:pt x="4227" y="4968"/>
                </a:lnTo>
                <a:lnTo>
                  <a:pt x="3762" y="5431"/>
                </a:lnTo>
                <a:lnTo>
                  <a:pt x="3787" y="5448"/>
                </a:lnTo>
                <a:lnTo>
                  <a:pt x="3811" y="5464"/>
                </a:lnTo>
                <a:lnTo>
                  <a:pt x="3837" y="5478"/>
                </a:lnTo>
                <a:lnTo>
                  <a:pt x="3863" y="5492"/>
                </a:lnTo>
                <a:lnTo>
                  <a:pt x="3890" y="5503"/>
                </a:lnTo>
                <a:lnTo>
                  <a:pt x="3917" y="5515"/>
                </a:lnTo>
                <a:lnTo>
                  <a:pt x="3945" y="5526"/>
                </a:lnTo>
                <a:lnTo>
                  <a:pt x="3972" y="5536"/>
                </a:lnTo>
                <a:lnTo>
                  <a:pt x="4000" y="5544"/>
                </a:lnTo>
                <a:lnTo>
                  <a:pt x="4029" y="5552"/>
                </a:lnTo>
                <a:lnTo>
                  <a:pt x="4060" y="5558"/>
                </a:lnTo>
                <a:lnTo>
                  <a:pt x="4089" y="5564"/>
                </a:lnTo>
                <a:lnTo>
                  <a:pt x="4119" y="5567"/>
                </a:lnTo>
                <a:lnTo>
                  <a:pt x="4150" y="5571"/>
                </a:lnTo>
                <a:lnTo>
                  <a:pt x="4180" y="5572"/>
                </a:lnTo>
                <a:lnTo>
                  <a:pt x="4212" y="5573"/>
                </a:lnTo>
                <a:lnTo>
                  <a:pt x="4244" y="5572"/>
                </a:lnTo>
                <a:lnTo>
                  <a:pt x="4277" y="5569"/>
                </a:lnTo>
                <a:lnTo>
                  <a:pt x="4308" y="5567"/>
                </a:lnTo>
                <a:lnTo>
                  <a:pt x="4340" y="5562"/>
                </a:lnTo>
                <a:lnTo>
                  <a:pt x="4371" y="5557"/>
                </a:lnTo>
                <a:lnTo>
                  <a:pt x="4402" y="5550"/>
                </a:lnTo>
                <a:lnTo>
                  <a:pt x="4432" y="5542"/>
                </a:lnTo>
                <a:lnTo>
                  <a:pt x="4461" y="5532"/>
                </a:lnTo>
                <a:lnTo>
                  <a:pt x="4490" y="5522"/>
                </a:lnTo>
                <a:lnTo>
                  <a:pt x="4519" y="5510"/>
                </a:lnTo>
                <a:lnTo>
                  <a:pt x="4547" y="5497"/>
                </a:lnTo>
                <a:lnTo>
                  <a:pt x="4575" y="5485"/>
                </a:lnTo>
                <a:lnTo>
                  <a:pt x="4602" y="5470"/>
                </a:lnTo>
                <a:lnTo>
                  <a:pt x="4627" y="5454"/>
                </a:lnTo>
                <a:lnTo>
                  <a:pt x="4653" y="5437"/>
                </a:lnTo>
                <a:lnTo>
                  <a:pt x="4678" y="5420"/>
                </a:lnTo>
                <a:close/>
                <a:moveTo>
                  <a:pt x="3575" y="5249"/>
                </a:moveTo>
                <a:lnTo>
                  <a:pt x="4042" y="4783"/>
                </a:lnTo>
                <a:lnTo>
                  <a:pt x="3578" y="4319"/>
                </a:lnTo>
                <a:lnTo>
                  <a:pt x="3560" y="4343"/>
                </a:lnTo>
                <a:lnTo>
                  <a:pt x="3543" y="4369"/>
                </a:lnTo>
                <a:lnTo>
                  <a:pt x="3528" y="4396"/>
                </a:lnTo>
                <a:lnTo>
                  <a:pt x="3513" y="4422"/>
                </a:lnTo>
                <a:lnTo>
                  <a:pt x="3499" y="4450"/>
                </a:lnTo>
                <a:lnTo>
                  <a:pt x="3487" y="4478"/>
                </a:lnTo>
                <a:lnTo>
                  <a:pt x="3476" y="4506"/>
                </a:lnTo>
                <a:lnTo>
                  <a:pt x="3465" y="4536"/>
                </a:lnTo>
                <a:lnTo>
                  <a:pt x="3456" y="4565"/>
                </a:lnTo>
                <a:lnTo>
                  <a:pt x="3448" y="4595"/>
                </a:lnTo>
                <a:lnTo>
                  <a:pt x="3441" y="4625"/>
                </a:lnTo>
                <a:lnTo>
                  <a:pt x="3435" y="4657"/>
                </a:lnTo>
                <a:lnTo>
                  <a:pt x="3430" y="4688"/>
                </a:lnTo>
                <a:lnTo>
                  <a:pt x="3427" y="4721"/>
                </a:lnTo>
                <a:lnTo>
                  <a:pt x="3426" y="4752"/>
                </a:lnTo>
                <a:lnTo>
                  <a:pt x="3424" y="4786"/>
                </a:lnTo>
                <a:lnTo>
                  <a:pt x="3426" y="4817"/>
                </a:lnTo>
                <a:lnTo>
                  <a:pt x="3427" y="4850"/>
                </a:lnTo>
                <a:lnTo>
                  <a:pt x="3430" y="4881"/>
                </a:lnTo>
                <a:lnTo>
                  <a:pt x="3435" y="4912"/>
                </a:lnTo>
                <a:lnTo>
                  <a:pt x="3441" y="4944"/>
                </a:lnTo>
                <a:lnTo>
                  <a:pt x="3448" y="4974"/>
                </a:lnTo>
                <a:lnTo>
                  <a:pt x="3456" y="5004"/>
                </a:lnTo>
                <a:lnTo>
                  <a:pt x="3464" y="5033"/>
                </a:lnTo>
                <a:lnTo>
                  <a:pt x="3474" y="5062"/>
                </a:lnTo>
                <a:lnTo>
                  <a:pt x="3486" y="5091"/>
                </a:lnTo>
                <a:lnTo>
                  <a:pt x="3499" y="5119"/>
                </a:lnTo>
                <a:lnTo>
                  <a:pt x="3512" y="5147"/>
                </a:lnTo>
                <a:lnTo>
                  <a:pt x="3527" y="5174"/>
                </a:lnTo>
                <a:lnTo>
                  <a:pt x="3542" y="5199"/>
                </a:lnTo>
                <a:lnTo>
                  <a:pt x="3558" y="5225"/>
                </a:lnTo>
                <a:lnTo>
                  <a:pt x="3575" y="5249"/>
                </a:lnTo>
                <a:close/>
              </a:path>
            </a:pathLst>
          </a:cu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433099" y="4740275"/>
            <a:ext cx="554036" cy="539830"/>
            <a:chOff x="10198100" y="4160838"/>
            <a:chExt cx="1003300" cy="1003300"/>
          </a:xfrm>
        </p:grpSpPr>
        <p:sp>
          <p:nvSpPr>
            <p:cNvPr id="27" name="流程图: 联系 18"/>
            <p:cNvSpPr>
              <a:spLocks noChangeArrowheads="1"/>
            </p:cNvSpPr>
            <p:nvPr/>
          </p:nvSpPr>
          <p:spPr bwMode="auto">
            <a:xfrm>
              <a:off x="10198100" y="4160838"/>
              <a:ext cx="1003300" cy="1003300"/>
            </a:xfrm>
            <a:prstGeom prst="flowChartConnector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28" name="KSO_Shape"/>
            <p:cNvSpPr>
              <a:spLocks noChangeArrowheads="1"/>
            </p:cNvSpPr>
            <p:nvPr/>
          </p:nvSpPr>
          <p:spPr bwMode="auto">
            <a:xfrm>
              <a:off x="10353675" y="4325938"/>
              <a:ext cx="693738" cy="674687"/>
            </a:xfrm>
            <a:custGeom>
              <a:avLst/>
              <a:gdLst>
                <a:gd name="T0" fmla="*/ 145091 w 1257300"/>
                <a:gd name="T1" fmla="*/ 514085 h 1223963"/>
                <a:gd name="T2" fmla="*/ 125156 w 1257300"/>
                <a:gd name="T3" fmla="*/ 507380 h 1223963"/>
                <a:gd name="T4" fmla="*/ 109256 w 1257300"/>
                <a:gd name="T5" fmla="*/ 493605 h 1223963"/>
                <a:gd name="T6" fmla="*/ 99839 w 1257300"/>
                <a:gd name="T7" fmla="*/ 474588 h 1223963"/>
                <a:gd name="T8" fmla="*/ 98494 w 1257300"/>
                <a:gd name="T9" fmla="*/ 453621 h 1223963"/>
                <a:gd name="T10" fmla="*/ 105465 w 1257300"/>
                <a:gd name="T11" fmla="*/ 433751 h 1223963"/>
                <a:gd name="T12" fmla="*/ 529056 w 1257300"/>
                <a:gd name="T13" fmla="*/ 377434 h 1223963"/>
                <a:gd name="T14" fmla="*/ 554454 w 1257300"/>
                <a:gd name="T15" fmla="*/ 368908 h 1223963"/>
                <a:gd name="T16" fmla="*/ 574723 w 1257300"/>
                <a:gd name="T17" fmla="*/ 351249 h 1223963"/>
                <a:gd name="T18" fmla="*/ 489860 w 1257300"/>
                <a:gd name="T19" fmla="*/ 497399 h 1223963"/>
                <a:gd name="T20" fmla="*/ 474963 w 1257300"/>
                <a:gd name="T21" fmla="*/ 508360 h 1223963"/>
                <a:gd name="T22" fmla="*/ 457380 w 1257300"/>
                <a:gd name="T23" fmla="*/ 512989 h 1223963"/>
                <a:gd name="T24" fmla="*/ 370319 w 1257300"/>
                <a:gd name="T25" fmla="*/ 542949 h 1223963"/>
                <a:gd name="T26" fmla="*/ 339549 w 1257300"/>
                <a:gd name="T27" fmla="*/ 497764 h 1223963"/>
                <a:gd name="T28" fmla="*/ 324163 w 1257300"/>
                <a:gd name="T29" fmla="*/ 468900 h 1223963"/>
                <a:gd name="T30" fmla="*/ 318058 w 1257300"/>
                <a:gd name="T31" fmla="*/ 448682 h 1223963"/>
                <a:gd name="T32" fmla="*/ 318546 w 1257300"/>
                <a:gd name="T33" fmla="*/ 438451 h 1223963"/>
                <a:gd name="T34" fmla="*/ 328437 w 1257300"/>
                <a:gd name="T35" fmla="*/ 412510 h 1223963"/>
                <a:gd name="T36" fmla="*/ 345653 w 1257300"/>
                <a:gd name="T37" fmla="*/ 383280 h 1223963"/>
                <a:gd name="T38" fmla="*/ 383263 w 1257300"/>
                <a:gd name="T39" fmla="*/ 331031 h 1223963"/>
                <a:gd name="T40" fmla="*/ 102765 w 1257300"/>
                <a:gd name="T41" fmla="*/ 209360 h 1223963"/>
                <a:gd name="T42" fmla="*/ 130226 w 1257300"/>
                <a:gd name="T43" fmla="*/ 213747 h 1223963"/>
                <a:gd name="T44" fmla="*/ 139379 w 1257300"/>
                <a:gd name="T45" fmla="*/ 218255 h 1223963"/>
                <a:gd name="T46" fmla="*/ 153903 w 1257300"/>
                <a:gd name="T47" fmla="*/ 233730 h 1223963"/>
                <a:gd name="T48" fmla="*/ 171356 w 1257300"/>
                <a:gd name="T49" fmla="*/ 261266 h 1223963"/>
                <a:gd name="T50" fmla="*/ 195155 w 1257300"/>
                <a:gd name="T51" fmla="*/ 310613 h 1223963"/>
                <a:gd name="T52" fmla="*/ 92024 w 1257300"/>
                <a:gd name="T53" fmla="*/ 428802 h 1223963"/>
                <a:gd name="T54" fmla="*/ 84823 w 1257300"/>
                <a:gd name="T55" fmla="*/ 454877 h 1223963"/>
                <a:gd name="T56" fmla="*/ 88363 w 1257300"/>
                <a:gd name="T57" fmla="*/ 481438 h 1223963"/>
                <a:gd name="T58" fmla="*/ 6712 w 1257300"/>
                <a:gd name="T59" fmla="*/ 342171 h 1223963"/>
                <a:gd name="T60" fmla="*/ 3295 w 1257300"/>
                <a:gd name="T61" fmla="*/ 323894 h 1223963"/>
                <a:gd name="T62" fmla="*/ 7079 w 1257300"/>
                <a:gd name="T63" fmla="*/ 305983 h 1223963"/>
                <a:gd name="T64" fmla="*/ 17209 w 1257300"/>
                <a:gd name="T65" fmla="*/ 214113 h 1223963"/>
                <a:gd name="T66" fmla="*/ 74571 w 1257300"/>
                <a:gd name="T67" fmla="*/ 209239 h 1223963"/>
                <a:gd name="T68" fmla="*/ 572651 w 1257300"/>
                <a:gd name="T69" fmla="*/ 292910 h 1223963"/>
                <a:gd name="T70" fmla="*/ 575580 w 1257300"/>
                <a:gd name="T71" fmla="*/ 313736 h 1223963"/>
                <a:gd name="T72" fmla="*/ 570210 w 1257300"/>
                <a:gd name="T73" fmla="*/ 333954 h 1223963"/>
                <a:gd name="T74" fmla="*/ 557273 w 1257300"/>
                <a:gd name="T75" fmla="*/ 350761 h 1223963"/>
                <a:gd name="T76" fmla="*/ 539088 w 1257300"/>
                <a:gd name="T77" fmla="*/ 361113 h 1223963"/>
                <a:gd name="T78" fmla="*/ 458658 w 1257300"/>
                <a:gd name="T79" fmla="*/ 363915 h 1223963"/>
                <a:gd name="T80" fmla="*/ 388545 w 1257300"/>
                <a:gd name="T81" fmla="*/ 14859 h 1223963"/>
                <a:gd name="T82" fmla="*/ 407772 w 1257300"/>
                <a:gd name="T83" fmla="*/ 22897 h 1223963"/>
                <a:gd name="T84" fmla="*/ 422617 w 1257300"/>
                <a:gd name="T85" fmla="*/ 37756 h 1223963"/>
                <a:gd name="T86" fmla="*/ 482243 w 1257300"/>
                <a:gd name="T87" fmla="*/ 81114 h 1223963"/>
                <a:gd name="T88" fmla="*/ 458514 w 1257300"/>
                <a:gd name="T89" fmla="*/ 130318 h 1223963"/>
                <a:gd name="T90" fmla="*/ 441235 w 1257300"/>
                <a:gd name="T91" fmla="*/ 157843 h 1223963"/>
                <a:gd name="T92" fmla="*/ 426876 w 1257300"/>
                <a:gd name="T93" fmla="*/ 173311 h 1223963"/>
                <a:gd name="T94" fmla="*/ 417628 w 1257300"/>
                <a:gd name="T95" fmla="*/ 178060 h 1223963"/>
                <a:gd name="T96" fmla="*/ 390370 w 1257300"/>
                <a:gd name="T97" fmla="*/ 182323 h 1223963"/>
                <a:gd name="T98" fmla="*/ 356299 w 1257300"/>
                <a:gd name="T99" fmla="*/ 182202 h 1223963"/>
                <a:gd name="T100" fmla="*/ 292414 w 1257300"/>
                <a:gd name="T101" fmla="*/ 175868 h 1223963"/>
                <a:gd name="T102" fmla="*/ 333422 w 1257300"/>
                <a:gd name="T103" fmla="*/ 38000 h 1223963"/>
                <a:gd name="T104" fmla="*/ 348146 w 1257300"/>
                <a:gd name="T105" fmla="*/ 23019 h 1223963"/>
                <a:gd name="T106" fmla="*/ 367372 w 1257300"/>
                <a:gd name="T107" fmla="*/ 14859 h 1223963"/>
                <a:gd name="T108" fmla="*/ 374072 w 1257300"/>
                <a:gd name="T109" fmla="*/ 121 h 1223963"/>
                <a:gd name="T110" fmla="*/ 348409 w 1257300"/>
                <a:gd name="T111" fmla="*/ 6926 h 1223963"/>
                <a:gd name="T112" fmla="*/ 327634 w 1257300"/>
                <a:gd name="T113" fmla="*/ 22967 h 1223963"/>
                <a:gd name="T114" fmla="*/ 97395 w 1257300"/>
                <a:gd name="T115" fmla="*/ 146426 h 1223963"/>
                <a:gd name="T116" fmla="*/ 170352 w 1257300"/>
                <a:gd name="T117" fmla="*/ 21265 h 1223963"/>
                <a:gd name="T118" fmla="*/ 183185 w 1257300"/>
                <a:gd name="T119" fmla="*/ 8263 h 1223963"/>
                <a:gd name="T120" fmla="*/ 200049 w 1257300"/>
                <a:gd name="T121" fmla="*/ 972 h 122396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257300"/>
                <a:gd name="T184" fmla="*/ 0 h 1223963"/>
                <a:gd name="T185" fmla="*/ 1257300 w 1257300"/>
                <a:gd name="T186" fmla="*/ 1223963 h 122396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257300" h="1223963">
                  <a:moveTo>
                    <a:pt x="297038" y="823913"/>
                  </a:moveTo>
                  <a:lnTo>
                    <a:pt x="593725" y="823913"/>
                  </a:lnTo>
                  <a:lnTo>
                    <a:pt x="593725" y="1117601"/>
                  </a:lnTo>
                  <a:lnTo>
                    <a:pt x="329915" y="1117601"/>
                  </a:lnTo>
                  <a:lnTo>
                    <a:pt x="322226" y="1117601"/>
                  </a:lnTo>
                  <a:lnTo>
                    <a:pt x="314537" y="1116807"/>
                  </a:lnTo>
                  <a:lnTo>
                    <a:pt x="306848" y="1115483"/>
                  </a:lnTo>
                  <a:lnTo>
                    <a:pt x="299425" y="1113894"/>
                  </a:lnTo>
                  <a:lnTo>
                    <a:pt x="292001" y="1111510"/>
                  </a:lnTo>
                  <a:lnTo>
                    <a:pt x="284842" y="1108862"/>
                  </a:lnTo>
                  <a:lnTo>
                    <a:pt x="277949" y="1105949"/>
                  </a:lnTo>
                  <a:lnTo>
                    <a:pt x="271320" y="1102241"/>
                  </a:lnTo>
                  <a:lnTo>
                    <a:pt x="264692" y="1098004"/>
                  </a:lnTo>
                  <a:lnTo>
                    <a:pt x="258328" y="1093767"/>
                  </a:lnTo>
                  <a:lnTo>
                    <a:pt x="252761" y="1089000"/>
                  </a:lnTo>
                  <a:lnTo>
                    <a:pt x="246928" y="1083704"/>
                  </a:lnTo>
                  <a:lnTo>
                    <a:pt x="241890" y="1078143"/>
                  </a:lnTo>
                  <a:lnTo>
                    <a:pt x="236852" y="1072317"/>
                  </a:lnTo>
                  <a:lnTo>
                    <a:pt x="232345" y="1066226"/>
                  </a:lnTo>
                  <a:lnTo>
                    <a:pt x="228103" y="1059605"/>
                  </a:lnTo>
                  <a:lnTo>
                    <a:pt x="224391" y="1052455"/>
                  </a:lnTo>
                  <a:lnTo>
                    <a:pt x="221209" y="1045569"/>
                  </a:lnTo>
                  <a:lnTo>
                    <a:pt x="218558" y="1038154"/>
                  </a:lnTo>
                  <a:lnTo>
                    <a:pt x="216437" y="1031004"/>
                  </a:lnTo>
                  <a:lnTo>
                    <a:pt x="214581" y="1023589"/>
                  </a:lnTo>
                  <a:lnTo>
                    <a:pt x="213521" y="1015909"/>
                  </a:lnTo>
                  <a:lnTo>
                    <a:pt x="212990" y="1008494"/>
                  </a:lnTo>
                  <a:lnTo>
                    <a:pt x="212725" y="1000550"/>
                  </a:lnTo>
                  <a:lnTo>
                    <a:pt x="212990" y="993135"/>
                  </a:lnTo>
                  <a:lnTo>
                    <a:pt x="213521" y="985455"/>
                  </a:lnTo>
                  <a:lnTo>
                    <a:pt x="214846" y="978040"/>
                  </a:lnTo>
                  <a:lnTo>
                    <a:pt x="216702" y="970625"/>
                  </a:lnTo>
                  <a:lnTo>
                    <a:pt x="218823" y="963475"/>
                  </a:lnTo>
                  <a:lnTo>
                    <a:pt x="221475" y="956059"/>
                  </a:lnTo>
                  <a:lnTo>
                    <a:pt x="224921" y="949174"/>
                  </a:lnTo>
                  <a:lnTo>
                    <a:pt x="228633" y="942289"/>
                  </a:lnTo>
                  <a:lnTo>
                    <a:pt x="297038" y="823913"/>
                  </a:lnTo>
                  <a:close/>
                  <a:moveTo>
                    <a:pt x="837211" y="711200"/>
                  </a:moveTo>
                  <a:lnTo>
                    <a:pt x="836946" y="821267"/>
                  </a:lnTo>
                  <a:lnTo>
                    <a:pt x="1126800" y="821267"/>
                  </a:lnTo>
                  <a:lnTo>
                    <a:pt x="1136859" y="820738"/>
                  </a:lnTo>
                  <a:lnTo>
                    <a:pt x="1146918" y="819944"/>
                  </a:lnTo>
                  <a:lnTo>
                    <a:pt x="1156712" y="818356"/>
                  </a:lnTo>
                  <a:lnTo>
                    <a:pt x="1165976" y="815975"/>
                  </a:lnTo>
                  <a:lnTo>
                    <a:pt x="1175506" y="813329"/>
                  </a:lnTo>
                  <a:lnTo>
                    <a:pt x="1184506" y="809890"/>
                  </a:lnTo>
                  <a:lnTo>
                    <a:pt x="1193506" y="805921"/>
                  </a:lnTo>
                  <a:lnTo>
                    <a:pt x="1201976" y="801423"/>
                  </a:lnTo>
                  <a:lnTo>
                    <a:pt x="1210447" y="796396"/>
                  </a:lnTo>
                  <a:lnTo>
                    <a:pt x="1218388" y="790575"/>
                  </a:lnTo>
                  <a:lnTo>
                    <a:pt x="1226065" y="784225"/>
                  </a:lnTo>
                  <a:lnTo>
                    <a:pt x="1233212" y="777611"/>
                  </a:lnTo>
                  <a:lnTo>
                    <a:pt x="1239830" y="770467"/>
                  </a:lnTo>
                  <a:lnTo>
                    <a:pt x="1245918" y="763059"/>
                  </a:lnTo>
                  <a:lnTo>
                    <a:pt x="1252006" y="754856"/>
                  </a:lnTo>
                  <a:lnTo>
                    <a:pt x="1257300" y="746654"/>
                  </a:lnTo>
                  <a:lnTo>
                    <a:pt x="1074388" y="1063625"/>
                  </a:lnTo>
                  <a:lnTo>
                    <a:pt x="1070682" y="1069711"/>
                  </a:lnTo>
                  <a:lnTo>
                    <a:pt x="1066447" y="1075003"/>
                  </a:lnTo>
                  <a:lnTo>
                    <a:pt x="1061947" y="1080559"/>
                  </a:lnTo>
                  <a:lnTo>
                    <a:pt x="1057182" y="1085321"/>
                  </a:lnTo>
                  <a:lnTo>
                    <a:pt x="1052417" y="1089819"/>
                  </a:lnTo>
                  <a:lnTo>
                    <a:pt x="1046858" y="1094053"/>
                  </a:lnTo>
                  <a:lnTo>
                    <a:pt x="1041564" y="1097757"/>
                  </a:lnTo>
                  <a:lnTo>
                    <a:pt x="1035741" y="1101461"/>
                  </a:lnTo>
                  <a:lnTo>
                    <a:pt x="1029652" y="1104371"/>
                  </a:lnTo>
                  <a:lnTo>
                    <a:pt x="1023829" y="1107282"/>
                  </a:lnTo>
                  <a:lnTo>
                    <a:pt x="1017476" y="1109398"/>
                  </a:lnTo>
                  <a:lnTo>
                    <a:pt x="1011123" y="1111251"/>
                  </a:lnTo>
                  <a:lnTo>
                    <a:pt x="1004505" y="1112573"/>
                  </a:lnTo>
                  <a:lnTo>
                    <a:pt x="998152" y="1113896"/>
                  </a:lnTo>
                  <a:lnTo>
                    <a:pt x="991535" y="1114426"/>
                  </a:lnTo>
                  <a:lnTo>
                    <a:pt x="984917" y="1114426"/>
                  </a:lnTo>
                  <a:lnTo>
                    <a:pt x="836946" y="1114426"/>
                  </a:lnTo>
                  <a:lnTo>
                    <a:pt x="837211" y="1223963"/>
                  </a:lnTo>
                  <a:lnTo>
                    <a:pt x="830858" y="1216026"/>
                  </a:lnTo>
                  <a:lnTo>
                    <a:pt x="814181" y="1194330"/>
                  </a:lnTo>
                  <a:lnTo>
                    <a:pt x="802799" y="1179513"/>
                  </a:lnTo>
                  <a:lnTo>
                    <a:pt x="790358" y="1162315"/>
                  </a:lnTo>
                  <a:lnTo>
                    <a:pt x="776858" y="1143530"/>
                  </a:lnTo>
                  <a:lnTo>
                    <a:pt x="763093" y="1123686"/>
                  </a:lnTo>
                  <a:lnTo>
                    <a:pt x="749328" y="1102784"/>
                  </a:lnTo>
                  <a:lnTo>
                    <a:pt x="742711" y="1091936"/>
                  </a:lnTo>
                  <a:lnTo>
                    <a:pt x="736093" y="1081353"/>
                  </a:lnTo>
                  <a:lnTo>
                    <a:pt x="729475" y="1070505"/>
                  </a:lnTo>
                  <a:lnTo>
                    <a:pt x="723387" y="1059921"/>
                  </a:lnTo>
                  <a:lnTo>
                    <a:pt x="717563" y="1049338"/>
                  </a:lnTo>
                  <a:lnTo>
                    <a:pt x="712005" y="1039019"/>
                  </a:lnTo>
                  <a:lnTo>
                    <a:pt x="707240" y="1028700"/>
                  </a:lnTo>
                  <a:lnTo>
                    <a:pt x="702740" y="1018646"/>
                  </a:lnTo>
                  <a:lnTo>
                    <a:pt x="698769" y="1009121"/>
                  </a:lnTo>
                  <a:lnTo>
                    <a:pt x="695593" y="999861"/>
                  </a:lnTo>
                  <a:lnTo>
                    <a:pt x="692681" y="991130"/>
                  </a:lnTo>
                  <a:lnTo>
                    <a:pt x="690563" y="982663"/>
                  </a:lnTo>
                  <a:lnTo>
                    <a:pt x="690034" y="978694"/>
                  </a:lnTo>
                  <a:lnTo>
                    <a:pt x="689505" y="974725"/>
                  </a:lnTo>
                  <a:lnTo>
                    <a:pt x="689240" y="971021"/>
                  </a:lnTo>
                  <a:lnTo>
                    <a:pt x="688975" y="967582"/>
                  </a:lnTo>
                  <a:lnTo>
                    <a:pt x="689240" y="964142"/>
                  </a:lnTo>
                  <a:lnTo>
                    <a:pt x="689505" y="960438"/>
                  </a:lnTo>
                  <a:lnTo>
                    <a:pt x="690034" y="956469"/>
                  </a:lnTo>
                  <a:lnTo>
                    <a:pt x="690563" y="952500"/>
                  </a:lnTo>
                  <a:lnTo>
                    <a:pt x="692681" y="944298"/>
                  </a:lnTo>
                  <a:lnTo>
                    <a:pt x="695593" y="935302"/>
                  </a:lnTo>
                  <a:lnTo>
                    <a:pt x="698769" y="926042"/>
                  </a:lnTo>
                  <a:lnTo>
                    <a:pt x="702740" y="916517"/>
                  </a:lnTo>
                  <a:lnTo>
                    <a:pt x="707240" y="906463"/>
                  </a:lnTo>
                  <a:lnTo>
                    <a:pt x="712005" y="896144"/>
                  </a:lnTo>
                  <a:lnTo>
                    <a:pt x="717563" y="886090"/>
                  </a:lnTo>
                  <a:lnTo>
                    <a:pt x="723387" y="875507"/>
                  </a:lnTo>
                  <a:lnTo>
                    <a:pt x="729475" y="864659"/>
                  </a:lnTo>
                  <a:lnTo>
                    <a:pt x="736093" y="854075"/>
                  </a:lnTo>
                  <a:lnTo>
                    <a:pt x="742711" y="843227"/>
                  </a:lnTo>
                  <a:lnTo>
                    <a:pt x="749328" y="832644"/>
                  </a:lnTo>
                  <a:lnTo>
                    <a:pt x="763093" y="811742"/>
                  </a:lnTo>
                  <a:lnTo>
                    <a:pt x="776858" y="791369"/>
                  </a:lnTo>
                  <a:lnTo>
                    <a:pt x="790358" y="772848"/>
                  </a:lnTo>
                  <a:lnTo>
                    <a:pt x="802799" y="755650"/>
                  </a:lnTo>
                  <a:lnTo>
                    <a:pt x="814181" y="740833"/>
                  </a:lnTo>
                  <a:lnTo>
                    <a:pt x="830858" y="719138"/>
                  </a:lnTo>
                  <a:lnTo>
                    <a:pt x="837211" y="711200"/>
                  </a:lnTo>
                  <a:close/>
                  <a:moveTo>
                    <a:pt x="174360" y="454025"/>
                  </a:moveTo>
                  <a:lnTo>
                    <a:pt x="186796" y="454025"/>
                  </a:lnTo>
                  <a:lnTo>
                    <a:pt x="199231" y="454025"/>
                  </a:lnTo>
                  <a:lnTo>
                    <a:pt x="211137" y="454290"/>
                  </a:lnTo>
                  <a:lnTo>
                    <a:pt x="222779" y="454819"/>
                  </a:lnTo>
                  <a:lnTo>
                    <a:pt x="234156" y="455349"/>
                  </a:lnTo>
                  <a:lnTo>
                    <a:pt x="245004" y="456407"/>
                  </a:lnTo>
                  <a:lnTo>
                    <a:pt x="255323" y="457996"/>
                  </a:lnTo>
                  <a:lnTo>
                    <a:pt x="265113" y="459584"/>
                  </a:lnTo>
                  <a:lnTo>
                    <a:pt x="273844" y="461701"/>
                  </a:lnTo>
                  <a:lnTo>
                    <a:pt x="282311" y="464348"/>
                  </a:lnTo>
                  <a:lnTo>
                    <a:pt x="286279" y="465672"/>
                  </a:lnTo>
                  <a:lnTo>
                    <a:pt x="289719" y="466995"/>
                  </a:lnTo>
                  <a:lnTo>
                    <a:pt x="293158" y="468583"/>
                  </a:lnTo>
                  <a:lnTo>
                    <a:pt x="296333" y="470172"/>
                  </a:lnTo>
                  <a:lnTo>
                    <a:pt x="299508" y="472289"/>
                  </a:lnTo>
                  <a:lnTo>
                    <a:pt x="302154" y="474142"/>
                  </a:lnTo>
                  <a:lnTo>
                    <a:pt x="305329" y="476789"/>
                  </a:lnTo>
                  <a:lnTo>
                    <a:pt x="308504" y="479436"/>
                  </a:lnTo>
                  <a:lnTo>
                    <a:pt x="314854" y="484995"/>
                  </a:lnTo>
                  <a:lnTo>
                    <a:pt x="321204" y="491877"/>
                  </a:lnTo>
                  <a:lnTo>
                    <a:pt x="327290" y="499288"/>
                  </a:lnTo>
                  <a:lnTo>
                    <a:pt x="333640" y="507759"/>
                  </a:lnTo>
                  <a:lnTo>
                    <a:pt x="340254" y="516493"/>
                  </a:lnTo>
                  <a:lnTo>
                    <a:pt x="346604" y="526023"/>
                  </a:lnTo>
                  <a:lnTo>
                    <a:pt x="352690" y="535816"/>
                  </a:lnTo>
                  <a:lnTo>
                    <a:pt x="359040" y="546139"/>
                  </a:lnTo>
                  <a:lnTo>
                    <a:pt x="365125" y="556727"/>
                  </a:lnTo>
                  <a:lnTo>
                    <a:pt x="371475" y="567580"/>
                  </a:lnTo>
                  <a:lnTo>
                    <a:pt x="377296" y="578697"/>
                  </a:lnTo>
                  <a:lnTo>
                    <a:pt x="383117" y="589814"/>
                  </a:lnTo>
                  <a:lnTo>
                    <a:pt x="394494" y="612578"/>
                  </a:lnTo>
                  <a:lnTo>
                    <a:pt x="404813" y="634548"/>
                  </a:lnTo>
                  <a:lnTo>
                    <a:pt x="414338" y="655459"/>
                  </a:lnTo>
                  <a:lnTo>
                    <a:pt x="423069" y="674782"/>
                  </a:lnTo>
                  <a:lnTo>
                    <a:pt x="430213" y="691987"/>
                  </a:lnTo>
                  <a:lnTo>
                    <a:pt x="440796" y="717398"/>
                  </a:lnTo>
                  <a:lnTo>
                    <a:pt x="444500" y="726662"/>
                  </a:lnTo>
                  <a:lnTo>
                    <a:pt x="349250" y="671606"/>
                  </a:lnTo>
                  <a:lnTo>
                    <a:pt x="204258" y="922803"/>
                  </a:lnTo>
                  <a:lnTo>
                    <a:pt x="199496" y="931538"/>
                  </a:lnTo>
                  <a:lnTo>
                    <a:pt x="195527" y="940802"/>
                  </a:lnTo>
                  <a:lnTo>
                    <a:pt x="191823" y="949802"/>
                  </a:lnTo>
                  <a:lnTo>
                    <a:pt x="188912" y="959331"/>
                  </a:lnTo>
                  <a:lnTo>
                    <a:pt x="186796" y="968860"/>
                  </a:lnTo>
                  <a:lnTo>
                    <a:pt x="185208" y="978389"/>
                  </a:lnTo>
                  <a:lnTo>
                    <a:pt x="183885" y="988183"/>
                  </a:lnTo>
                  <a:lnTo>
                    <a:pt x="183621" y="997976"/>
                  </a:lnTo>
                  <a:lnTo>
                    <a:pt x="183885" y="1007505"/>
                  </a:lnTo>
                  <a:lnTo>
                    <a:pt x="184944" y="1017299"/>
                  </a:lnTo>
                  <a:lnTo>
                    <a:pt x="186531" y="1027093"/>
                  </a:lnTo>
                  <a:lnTo>
                    <a:pt x="188648" y="1036357"/>
                  </a:lnTo>
                  <a:lnTo>
                    <a:pt x="191558" y="1045886"/>
                  </a:lnTo>
                  <a:lnTo>
                    <a:pt x="194733" y="1055151"/>
                  </a:lnTo>
                  <a:lnTo>
                    <a:pt x="199231" y="1064150"/>
                  </a:lnTo>
                  <a:lnTo>
                    <a:pt x="203729" y="1073150"/>
                  </a:lnTo>
                  <a:lnTo>
                    <a:pt x="20637" y="756044"/>
                  </a:lnTo>
                  <a:lnTo>
                    <a:pt x="17462" y="749691"/>
                  </a:lnTo>
                  <a:lnTo>
                    <a:pt x="14552" y="743338"/>
                  </a:lnTo>
                  <a:lnTo>
                    <a:pt x="12171" y="736721"/>
                  </a:lnTo>
                  <a:lnTo>
                    <a:pt x="10319" y="730104"/>
                  </a:lnTo>
                  <a:lnTo>
                    <a:pt x="8996" y="723751"/>
                  </a:lnTo>
                  <a:lnTo>
                    <a:pt x="7937" y="717133"/>
                  </a:lnTo>
                  <a:lnTo>
                    <a:pt x="7144" y="710251"/>
                  </a:lnTo>
                  <a:lnTo>
                    <a:pt x="7144" y="703634"/>
                  </a:lnTo>
                  <a:lnTo>
                    <a:pt x="7408" y="697016"/>
                  </a:lnTo>
                  <a:lnTo>
                    <a:pt x="8202" y="690399"/>
                  </a:lnTo>
                  <a:lnTo>
                    <a:pt x="9260" y="684046"/>
                  </a:lnTo>
                  <a:lnTo>
                    <a:pt x="10848" y="677429"/>
                  </a:lnTo>
                  <a:lnTo>
                    <a:pt x="12964" y="671076"/>
                  </a:lnTo>
                  <a:lnTo>
                    <a:pt x="15346" y="664724"/>
                  </a:lnTo>
                  <a:lnTo>
                    <a:pt x="17992" y="658900"/>
                  </a:lnTo>
                  <a:lnTo>
                    <a:pt x="21167" y="653077"/>
                  </a:lnTo>
                  <a:lnTo>
                    <a:pt x="95250" y="524964"/>
                  </a:lnTo>
                  <a:lnTo>
                    <a:pt x="0" y="470172"/>
                  </a:lnTo>
                  <a:lnTo>
                    <a:pt x="10054" y="468848"/>
                  </a:lnTo>
                  <a:lnTo>
                    <a:pt x="37306" y="465142"/>
                  </a:lnTo>
                  <a:lnTo>
                    <a:pt x="55827" y="462760"/>
                  </a:lnTo>
                  <a:lnTo>
                    <a:pt x="76994" y="460378"/>
                  </a:lnTo>
                  <a:lnTo>
                    <a:pt x="99748" y="458260"/>
                  </a:lnTo>
                  <a:lnTo>
                    <a:pt x="124089" y="456407"/>
                  </a:lnTo>
                  <a:lnTo>
                    <a:pt x="149225" y="454819"/>
                  </a:lnTo>
                  <a:lnTo>
                    <a:pt x="161660" y="454555"/>
                  </a:lnTo>
                  <a:lnTo>
                    <a:pt x="174360" y="454025"/>
                  </a:lnTo>
                  <a:close/>
                  <a:moveTo>
                    <a:pt x="1100138" y="387350"/>
                  </a:moveTo>
                  <a:lnTo>
                    <a:pt x="1231901" y="615156"/>
                  </a:lnTo>
                  <a:lnTo>
                    <a:pt x="1235605" y="622036"/>
                  </a:lnTo>
                  <a:lnTo>
                    <a:pt x="1239045" y="629179"/>
                  </a:lnTo>
                  <a:lnTo>
                    <a:pt x="1241426" y="636323"/>
                  </a:lnTo>
                  <a:lnTo>
                    <a:pt x="1243807" y="643731"/>
                  </a:lnTo>
                  <a:lnTo>
                    <a:pt x="1245395" y="651140"/>
                  </a:lnTo>
                  <a:lnTo>
                    <a:pt x="1246982" y="658548"/>
                  </a:lnTo>
                  <a:lnTo>
                    <a:pt x="1247512" y="666221"/>
                  </a:lnTo>
                  <a:lnTo>
                    <a:pt x="1247776" y="673629"/>
                  </a:lnTo>
                  <a:lnTo>
                    <a:pt x="1247776" y="681567"/>
                  </a:lnTo>
                  <a:lnTo>
                    <a:pt x="1246982" y="688975"/>
                  </a:lnTo>
                  <a:lnTo>
                    <a:pt x="1245924" y="696648"/>
                  </a:lnTo>
                  <a:lnTo>
                    <a:pt x="1244072" y="704056"/>
                  </a:lnTo>
                  <a:lnTo>
                    <a:pt x="1241691" y="711200"/>
                  </a:lnTo>
                  <a:lnTo>
                    <a:pt x="1239309" y="718608"/>
                  </a:lnTo>
                  <a:lnTo>
                    <a:pt x="1236134" y="725488"/>
                  </a:lnTo>
                  <a:lnTo>
                    <a:pt x="1232430" y="732367"/>
                  </a:lnTo>
                  <a:lnTo>
                    <a:pt x="1228462" y="739246"/>
                  </a:lnTo>
                  <a:lnTo>
                    <a:pt x="1223699" y="745067"/>
                  </a:lnTo>
                  <a:lnTo>
                    <a:pt x="1218937" y="751152"/>
                  </a:lnTo>
                  <a:lnTo>
                    <a:pt x="1213645" y="756973"/>
                  </a:lnTo>
                  <a:lnTo>
                    <a:pt x="1208089" y="762000"/>
                  </a:lnTo>
                  <a:lnTo>
                    <a:pt x="1202003" y="766763"/>
                  </a:lnTo>
                  <a:lnTo>
                    <a:pt x="1195918" y="770996"/>
                  </a:lnTo>
                  <a:lnTo>
                    <a:pt x="1189303" y="775229"/>
                  </a:lnTo>
                  <a:lnTo>
                    <a:pt x="1182689" y="778933"/>
                  </a:lnTo>
                  <a:lnTo>
                    <a:pt x="1175809" y="781579"/>
                  </a:lnTo>
                  <a:lnTo>
                    <a:pt x="1168666" y="784490"/>
                  </a:lnTo>
                  <a:lnTo>
                    <a:pt x="1161257" y="786606"/>
                  </a:lnTo>
                  <a:lnTo>
                    <a:pt x="1153849" y="788194"/>
                  </a:lnTo>
                  <a:lnTo>
                    <a:pt x="1146176" y="789781"/>
                  </a:lnTo>
                  <a:lnTo>
                    <a:pt x="1138503" y="790311"/>
                  </a:lnTo>
                  <a:lnTo>
                    <a:pt x="1130830" y="790575"/>
                  </a:lnTo>
                  <a:lnTo>
                    <a:pt x="994305" y="790575"/>
                  </a:lnTo>
                  <a:lnTo>
                    <a:pt x="846138" y="534194"/>
                  </a:lnTo>
                  <a:lnTo>
                    <a:pt x="1100138" y="387350"/>
                  </a:lnTo>
                  <a:close/>
                  <a:moveTo>
                    <a:pt x="819361" y="30163"/>
                  </a:moveTo>
                  <a:lnTo>
                    <a:pt x="827011" y="30428"/>
                  </a:lnTo>
                  <a:lnTo>
                    <a:pt x="834661" y="31221"/>
                  </a:lnTo>
                  <a:lnTo>
                    <a:pt x="842311" y="32280"/>
                  </a:lnTo>
                  <a:lnTo>
                    <a:pt x="849961" y="34132"/>
                  </a:lnTo>
                  <a:lnTo>
                    <a:pt x="857084" y="36249"/>
                  </a:lnTo>
                  <a:lnTo>
                    <a:pt x="864206" y="39159"/>
                  </a:lnTo>
                  <a:lnTo>
                    <a:pt x="870801" y="42334"/>
                  </a:lnTo>
                  <a:lnTo>
                    <a:pt x="877660" y="45774"/>
                  </a:lnTo>
                  <a:lnTo>
                    <a:pt x="883991" y="49742"/>
                  </a:lnTo>
                  <a:lnTo>
                    <a:pt x="890322" y="54240"/>
                  </a:lnTo>
                  <a:lnTo>
                    <a:pt x="895862" y="59267"/>
                  </a:lnTo>
                  <a:lnTo>
                    <a:pt x="901665" y="64294"/>
                  </a:lnTo>
                  <a:lnTo>
                    <a:pt x="906677" y="70115"/>
                  </a:lnTo>
                  <a:lnTo>
                    <a:pt x="911689" y="75672"/>
                  </a:lnTo>
                  <a:lnTo>
                    <a:pt x="916174" y="82022"/>
                  </a:lnTo>
                  <a:lnTo>
                    <a:pt x="920395" y="88636"/>
                  </a:lnTo>
                  <a:lnTo>
                    <a:pt x="972362" y="179124"/>
                  </a:lnTo>
                  <a:lnTo>
                    <a:pt x="1066801" y="124355"/>
                  </a:lnTo>
                  <a:lnTo>
                    <a:pt x="1063108" y="133615"/>
                  </a:lnTo>
                  <a:lnTo>
                    <a:pt x="1052556" y="159015"/>
                  </a:lnTo>
                  <a:lnTo>
                    <a:pt x="1045434" y="176213"/>
                  </a:lnTo>
                  <a:lnTo>
                    <a:pt x="1036992" y="195793"/>
                  </a:lnTo>
                  <a:lnTo>
                    <a:pt x="1027496" y="216430"/>
                  </a:lnTo>
                  <a:lnTo>
                    <a:pt x="1016944" y="238391"/>
                  </a:lnTo>
                  <a:lnTo>
                    <a:pt x="1005601" y="260880"/>
                  </a:lnTo>
                  <a:lnTo>
                    <a:pt x="999797" y="272257"/>
                  </a:lnTo>
                  <a:lnTo>
                    <a:pt x="993994" y="283105"/>
                  </a:lnTo>
                  <a:lnTo>
                    <a:pt x="987926" y="294218"/>
                  </a:lnTo>
                  <a:lnTo>
                    <a:pt x="981595" y="304801"/>
                  </a:lnTo>
                  <a:lnTo>
                    <a:pt x="975528" y="315120"/>
                  </a:lnTo>
                  <a:lnTo>
                    <a:pt x="969197" y="324645"/>
                  </a:lnTo>
                  <a:lnTo>
                    <a:pt x="962866" y="334170"/>
                  </a:lnTo>
                  <a:lnTo>
                    <a:pt x="956535" y="342901"/>
                  </a:lnTo>
                  <a:lnTo>
                    <a:pt x="949940" y="351368"/>
                  </a:lnTo>
                  <a:lnTo>
                    <a:pt x="943872" y="359041"/>
                  </a:lnTo>
                  <a:lnTo>
                    <a:pt x="937541" y="365655"/>
                  </a:lnTo>
                  <a:lnTo>
                    <a:pt x="931210" y="371476"/>
                  </a:lnTo>
                  <a:lnTo>
                    <a:pt x="928045" y="374122"/>
                  </a:lnTo>
                  <a:lnTo>
                    <a:pt x="925407" y="376503"/>
                  </a:lnTo>
                  <a:lnTo>
                    <a:pt x="922241" y="378620"/>
                  </a:lnTo>
                  <a:lnTo>
                    <a:pt x="919076" y="380472"/>
                  </a:lnTo>
                  <a:lnTo>
                    <a:pt x="915910" y="382059"/>
                  </a:lnTo>
                  <a:lnTo>
                    <a:pt x="912744" y="383912"/>
                  </a:lnTo>
                  <a:lnTo>
                    <a:pt x="909051" y="385234"/>
                  </a:lnTo>
                  <a:lnTo>
                    <a:pt x="905358" y="386822"/>
                  </a:lnTo>
                  <a:lnTo>
                    <a:pt x="897180" y="388939"/>
                  </a:lnTo>
                  <a:lnTo>
                    <a:pt x="887948" y="391320"/>
                  </a:lnTo>
                  <a:lnTo>
                    <a:pt x="878187" y="392907"/>
                  </a:lnTo>
                  <a:lnTo>
                    <a:pt x="868163" y="394495"/>
                  </a:lnTo>
                  <a:lnTo>
                    <a:pt x="857347" y="395289"/>
                  </a:lnTo>
                  <a:lnTo>
                    <a:pt x="846268" y="396082"/>
                  </a:lnTo>
                  <a:lnTo>
                    <a:pt x="834133" y="396612"/>
                  </a:lnTo>
                  <a:lnTo>
                    <a:pt x="822263" y="396876"/>
                  </a:lnTo>
                  <a:lnTo>
                    <a:pt x="809864" y="396876"/>
                  </a:lnTo>
                  <a:lnTo>
                    <a:pt x="797730" y="396876"/>
                  </a:lnTo>
                  <a:lnTo>
                    <a:pt x="784804" y="396347"/>
                  </a:lnTo>
                  <a:lnTo>
                    <a:pt x="772405" y="395818"/>
                  </a:lnTo>
                  <a:lnTo>
                    <a:pt x="747608" y="394495"/>
                  </a:lnTo>
                  <a:lnTo>
                    <a:pt x="723339" y="392643"/>
                  </a:lnTo>
                  <a:lnTo>
                    <a:pt x="700389" y="390526"/>
                  </a:lnTo>
                  <a:lnTo>
                    <a:pt x="679549" y="388145"/>
                  </a:lnTo>
                  <a:lnTo>
                    <a:pt x="661083" y="385764"/>
                  </a:lnTo>
                  <a:lnTo>
                    <a:pt x="633912" y="382059"/>
                  </a:lnTo>
                  <a:lnTo>
                    <a:pt x="623888" y="380737"/>
                  </a:lnTo>
                  <a:lnTo>
                    <a:pt x="719382" y="326761"/>
                  </a:lnTo>
                  <a:lnTo>
                    <a:pt x="650795" y="207434"/>
                  </a:lnTo>
                  <a:lnTo>
                    <a:pt x="697487" y="125942"/>
                  </a:lnTo>
                  <a:lnTo>
                    <a:pt x="718855" y="89430"/>
                  </a:lnTo>
                  <a:lnTo>
                    <a:pt x="722812" y="82551"/>
                  </a:lnTo>
                  <a:lnTo>
                    <a:pt x="727032" y="76201"/>
                  </a:lnTo>
                  <a:lnTo>
                    <a:pt x="732044" y="70380"/>
                  </a:lnTo>
                  <a:lnTo>
                    <a:pt x="737320" y="64559"/>
                  </a:lnTo>
                  <a:lnTo>
                    <a:pt x="742860" y="59532"/>
                  </a:lnTo>
                  <a:lnTo>
                    <a:pt x="748400" y="54505"/>
                  </a:lnTo>
                  <a:lnTo>
                    <a:pt x="754731" y="50007"/>
                  </a:lnTo>
                  <a:lnTo>
                    <a:pt x="761062" y="46038"/>
                  </a:lnTo>
                  <a:lnTo>
                    <a:pt x="767921" y="42334"/>
                  </a:lnTo>
                  <a:lnTo>
                    <a:pt x="774779" y="39159"/>
                  </a:lnTo>
                  <a:lnTo>
                    <a:pt x="781902" y="36513"/>
                  </a:lnTo>
                  <a:lnTo>
                    <a:pt x="789024" y="34396"/>
                  </a:lnTo>
                  <a:lnTo>
                    <a:pt x="796411" y="32280"/>
                  </a:lnTo>
                  <a:lnTo>
                    <a:pt x="804061" y="31221"/>
                  </a:lnTo>
                  <a:lnTo>
                    <a:pt x="811711" y="30428"/>
                  </a:lnTo>
                  <a:lnTo>
                    <a:pt x="819361" y="30163"/>
                  </a:lnTo>
                  <a:close/>
                  <a:moveTo>
                    <a:pt x="454607" y="0"/>
                  </a:moveTo>
                  <a:lnTo>
                    <a:pt x="820738" y="0"/>
                  </a:lnTo>
                  <a:lnTo>
                    <a:pt x="810936" y="264"/>
                  </a:lnTo>
                  <a:lnTo>
                    <a:pt x="801133" y="1320"/>
                  </a:lnTo>
                  <a:lnTo>
                    <a:pt x="791331" y="2904"/>
                  </a:lnTo>
                  <a:lnTo>
                    <a:pt x="782059" y="5280"/>
                  </a:lnTo>
                  <a:lnTo>
                    <a:pt x="772786" y="7656"/>
                  </a:lnTo>
                  <a:lnTo>
                    <a:pt x="764044" y="11087"/>
                  </a:lnTo>
                  <a:lnTo>
                    <a:pt x="755301" y="15047"/>
                  </a:lnTo>
                  <a:lnTo>
                    <a:pt x="747088" y="19799"/>
                  </a:lnTo>
                  <a:lnTo>
                    <a:pt x="738875" y="24551"/>
                  </a:lnTo>
                  <a:lnTo>
                    <a:pt x="730927" y="30358"/>
                  </a:lnTo>
                  <a:lnTo>
                    <a:pt x="723774" y="36166"/>
                  </a:lnTo>
                  <a:lnTo>
                    <a:pt x="716621" y="42765"/>
                  </a:lnTo>
                  <a:lnTo>
                    <a:pt x="710263" y="49893"/>
                  </a:lnTo>
                  <a:lnTo>
                    <a:pt x="704170" y="57548"/>
                  </a:lnTo>
                  <a:lnTo>
                    <a:pt x="698341" y="65468"/>
                  </a:lnTo>
                  <a:lnTo>
                    <a:pt x="693043" y="73915"/>
                  </a:lnTo>
                  <a:lnTo>
                    <a:pt x="566672" y="291701"/>
                  </a:lnTo>
                  <a:lnTo>
                    <a:pt x="466529" y="465138"/>
                  </a:lnTo>
                  <a:lnTo>
                    <a:pt x="211138" y="318100"/>
                  </a:lnTo>
                  <a:lnTo>
                    <a:pt x="230743" y="283782"/>
                  </a:lnTo>
                  <a:lnTo>
                    <a:pt x="276046" y="204587"/>
                  </a:lnTo>
                  <a:lnTo>
                    <a:pt x="327972" y="115361"/>
                  </a:lnTo>
                  <a:lnTo>
                    <a:pt x="349696" y="78139"/>
                  </a:lnTo>
                  <a:lnTo>
                    <a:pt x="365591" y="51741"/>
                  </a:lnTo>
                  <a:lnTo>
                    <a:pt x="369300" y="46197"/>
                  </a:lnTo>
                  <a:lnTo>
                    <a:pt x="373009" y="40917"/>
                  </a:lnTo>
                  <a:lnTo>
                    <a:pt x="377248" y="35638"/>
                  </a:lnTo>
                  <a:lnTo>
                    <a:pt x="382017" y="30886"/>
                  </a:lnTo>
                  <a:lnTo>
                    <a:pt x="386786" y="26398"/>
                  </a:lnTo>
                  <a:lnTo>
                    <a:pt x="391819" y="21911"/>
                  </a:lnTo>
                  <a:lnTo>
                    <a:pt x="397118" y="17951"/>
                  </a:lnTo>
                  <a:lnTo>
                    <a:pt x="402681" y="14519"/>
                  </a:lnTo>
                  <a:lnTo>
                    <a:pt x="408510" y="11087"/>
                  </a:lnTo>
                  <a:lnTo>
                    <a:pt x="414603" y="8448"/>
                  </a:lnTo>
                  <a:lnTo>
                    <a:pt x="420696" y="6072"/>
                  </a:lnTo>
                  <a:lnTo>
                    <a:pt x="427055" y="3696"/>
                  </a:lnTo>
                  <a:lnTo>
                    <a:pt x="433678" y="2112"/>
                  </a:lnTo>
                  <a:lnTo>
                    <a:pt x="440566" y="792"/>
                  </a:lnTo>
                  <a:lnTo>
                    <a:pt x="447454" y="264"/>
                  </a:lnTo>
                  <a:lnTo>
                    <a:pt x="45460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952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308225" y="1128713"/>
            <a:ext cx="522288" cy="4541837"/>
            <a:chOff x="2308225" y="1128713"/>
            <a:chExt cx="522288" cy="4541837"/>
          </a:xfrm>
        </p:grpSpPr>
        <p:sp>
          <p:nvSpPr>
            <p:cNvPr id="7182" name="椭圆 3"/>
            <p:cNvSpPr>
              <a:spLocks noChangeArrowheads="1"/>
            </p:cNvSpPr>
            <p:nvPr/>
          </p:nvSpPr>
          <p:spPr bwMode="auto">
            <a:xfrm>
              <a:off x="2308225" y="1128713"/>
              <a:ext cx="96838" cy="230187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86" name="椭圆 7"/>
            <p:cNvSpPr>
              <a:spLocks noChangeArrowheads="1"/>
            </p:cNvSpPr>
            <p:nvPr/>
          </p:nvSpPr>
          <p:spPr bwMode="auto">
            <a:xfrm>
              <a:off x="2311400" y="5438775"/>
              <a:ext cx="96838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92" name="圆角矩形 15"/>
            <p:cNvSpPr>
              <a:spLocks noChangeArrowheads="1"/>
            </p:cNvSpPr>
            <p:nvPr/>
          </p:nvSpPr>
          <p:spPr bwMode="auto">
            <a:xfrm>
              <a:off x="2336800" y="1128713"/>
              <a:ext cx="493713" cy="4541837"/>
            </a:xfrm>
            <a:custGeom>
              <a:avLst/>
              <a:gdLst>
                <a:gd name="T0" fmla="*/ 40343 w 738285"/>
                <a:gd name="T1" fmla="*/ 166999 h 4248500"/>
                <a:gd name="T2" fmla="*/ 5585 w 738285"/>
                <a:gd name="T3" fmla="*/ 12 h 4248500"/>
                <a:gd name="T4" fmla="*/ 281857 w 738285"/>
                <a:gd name="T5" fmla="*/ 12 h 4248500"/>
                <a:gd name="T6" fmla="*/ 330160 w 738285"/>
                <a:gd name="T7" fmla="*/ 123455 h 4248500"/>
                <a:gd name="T8" fmla="*/ 330160 w 738285"/>
                <a:gd name="T9" fmla="*/ 4731962 h 4248500"/>
                <a:gd name="T10" fmla="*/ 281857 w 738285"/>
                <a:gd name="T11" fmla="*/ 4855407 h 4248500"/>
                <a:gd name="T12" fmla="*/ 16234 w 738285"/>
                <a:gd name="T13" fmla="*/ 4855407 h 4248500"/>
                <a:gd name="T14" fmla="*/ 40343 w 738285"/>
                <a:gd name="T15" fmla="*/ 4731962 h 4248500"/>
                <a:gd name="T16" fmla="*/ 40343 w 738285"/>
                <a:gd name="T17" fmla="*/ 166999 h 42485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38285"/>
                <a:gd name="T28" fmla="*/ 0 h 4248500"/>
                <a:gd name="T29" fmla="*/ 738285 w 738285"/>
                <a:gd name="T30" fmla="*/ 4248500 h 42485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38285" h="4248500">
                  <a:moveTo>
                    <a:pt x="90213" y="146124"/>
                  </a:moveTo>
                  <a:cubicBezTo>
                    <a:pt x="128313" y="-4018"/>
                    <a:pt x="-47164" y="10"/>
                    <a:pt x="12490" y="10"/>
                  </a:cubicBezTo>
                  <a:lnTo>
                    <a:pt x="630271" y="10"/>
                  </a:lnTo>
                  <a:cubicBezTo>
                    <a:pt x="689925" y="10"/>
                    <a:pt x="738285" y="48370"/>
                    <a:pt x="738285" y="108024"/>
                  </a:cubicBezTo>
                  <a:lnTo>
                    <a:pt x="738285" y="4140468"/>
                  </a:lnTo>
                  <a:cubicBezTo>
                    <a:pt x="738285" y="4200122"/>
                    <a:pt x="689925" y="4248482"/>
                    <a:pt x="630271" y="4248482"/>
                  </a:cubicBezTo>
                  <a:lnTo>
                    <a:pt x="36302" y="4248482"/>
                  </a:lnTo>
                  <a:cubicBezTo>
                    <a:pt x="-23352" y="4248482"/>
                    <a:pt x="94976" y="4252509"/>
                    <a:pt x="90213" y="4140468"/>
                  </a:cubicBezTo>
                  <a:lnTo>
                    <a:pt x="90213" y="146124"/>
                  </a:lnTo>
                  <a:close/>
                </a:path>
              </a:pathLst>
            </a:cu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lIns="72000" tIns="0" rIns="0" bIns="0"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/>
            </a:p>
          </p:txBody>
        </p:sp>
      </p:grp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349625" y="1322875"/>
            <a:ext cx="54927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模块：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接口（输入输出）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        +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功能（具体实现的功能）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        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+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逻辑（内部实现及所需数据）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       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+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状态（模块间关系及运行环境）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模块化：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将程序划分为独立的模块，每个模块可以完成一个小功能，既相互独立又相互联系。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可以降低软件的复杂性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endParaRPr lang="zh-CN" altLang="en-US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125" y="425589"/>
            <a:ext cx="57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设计原理 </a:t>
            </a:r>
            <a:r>
              <a:rPr lang="en-US" altLang="zh-CN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71" y="4540551"/>
            <a:ext cx="3393979" cy="223634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473450" y="4844475"/>
            <a:ext cx="363714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模块化和软件成本</a:t>
            </a:r>
            <a:endParaRPr lang="zh-CN" altLang="en-US" sz="32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308225" y="1128713"/>
            <a:ext cx="522288" cy="4541837"/>
            <a:chOff x="2308225" y="1128713"/>
            <a:chExt cx="522288" cy="4541837"/>
          </a:xfrm>
        </p:grpSpPr>
        <p:sp>
          <p:nvSpPr>
            <p:cNvPr id="7182" name="椭圆 3"/>
            <p:cNvSpPr>
              <a:spLocks noChangeArrowheads="1"/>
            </p:cNvSpPr>
            <p:nvPr/>
          </p:nvSpPr>
          <p:spPr bwMode="auto">
            <a:xfrm>
              <a:off x="2308225" y="1128713"/>
              <a:ext cx="96838" cy="230187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86" name="椭圆 7"/>
            <p:cNvSpPr>
              <a:spLocks noChangeArrowheads="1"/>
            </p:cNvSpPr>
            <p:nvPr/>
          </p:nvSpPr>
          <p:spPr bwMode="auto">
            <a:xfrm>
              <a:off x="2311400" y="5438775"/>
              <a:ext cx="96838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92" name="圆角矩形 15"/>
            <p:cNvSpPr>
              <a:spLocks noChangeArrowheads="1"/>
            </p:cNvSpPr>
            <p:nvPr/>
          </p:nvSpPr>
          <p:spPr bwMode="auto">
            <a:xfrm>
              <a:off x="2336800" y="1128713"/>
              <a:ext cx="493713" cy="4541837"/>
            </a:xfrm>
            <a:custGeom>
              <a:avLst/>
              <a:gdLst>
                <a:gd name="T0" fmla="*/ 40343 w 738285"/>
                <a:gd name="T1" fmla="*/ 166999 h 4248500"/>
                <a:gd name="T2" fmla="*/ 5585 w 738285"/>
                <a:gd name="T3" fmla="*/ 12 h 4248500"/>
                <a:gd name="T4" fmla="*/ 281857 w 738285"/>
                <a:gd name="T5" fmla="*/ 12 h 4248500"/>
                <a:gd name="T6" fmla="*/ 330160 w 738285"/>
                <a:gd name="T7" fmla="*/ 123455 h 4248500"/>
                <a:gd name="T8" fmla="*/ 330160 w 738285"/>
                <a:gd name="T9" fmla="*/ 4731962 h 4248500"/>
                <a:gd name="T10" fmla="*/ 281857 w 738285"/>
                <a:gd name="T11" fmla="*/ 4855407 h 4248500"/>
                <a:gd name="T12" fmla="*/ 16234 w 738285"/>
                <a:gd name="T13" fmla="*/ 4855407 h 4248500"/>
                <a:gd name="T14" fmla="*/ 40343 w 738285"/>
                <a:gd name="T15" fmla="*/ 4731962 h 4248500"/>
                <a:gd name="T16" fmla="*/ 40343 w 738285"/>
                <a:gd name="T17" fmla="*/ 166999 h 42485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38285"/>
                <a:gd name="T28" fmla="*/ 0 h 4248500"/>
                <a:gd name="T29" fmla="*/ 738285 w 738285"/>
                <a:gd name="T30" fmla="*/ 4248500 h 42485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38285" h="4248500">
                  <a:moveTo>
                    <a:pt x="90213" y="146124"/>
                  </a:moveTo>
                  <a:cubicBezTo>
                    <a:pt x="128313" y="-4018"/>
                    <a:pt x="-47164" y="10"/>
                    <a:pt x="12490" y="10"/>
                  </a:cubicBezTo>
                  <a:lnTo>
                    <a:pt x="630271" y="10"/>
                  </a:lnTo>
                  <a:cubicBezTo>
                    <a:pt x="689925" y="10"/>
                    <a:pt x="738285" y="48370"/>
                    <a:pt x="738285" y="108024"/>
                  </a:cubicBezTo>
                  <a:lnTo>
                    <a:pt x="738285" y="4140468"/>
                  </a:lnTo>
                  <a:cubicBezTo>
                    <a:pt x="738285" y="4200122"/>
                    <a:pt x="689925" y="4248482"/>
                    <a:pt x="630271" y="4248482"/>
                  </a:cubicBezTo>
                  <a:lnTo>
                    <a:pt x="36302" y="4248482"/>
                  </a:lnTo>
                  <a:cubicBezTo>
                    <a:pt x="-23352" y="4248482"/>
                    <a:pt x="94976" y="4252509"/>
                    <a:pt x="90213" y="4140468"/>
                  </a:cubicBezTo>
                  <a:lnTo>
                    <a:pt x="90213" y="146124"/>
                  </a:lnTo>
                  <a:close/>
                </a:path>
              </a:pathLst>
            </a:cu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lIns="72000" tIns="0" rIns="0" bIns="0"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/>
            </a:p>
          </p:txBody>
        </p:sp>
      </p:grp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473451" y="2164123"/>
            <a:ext cx="549275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作用：</a:t>
            </a:r>
            <a:endParaRPr lang="en-US" altLang="zh-CN" sz="20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· </a:t>
            </a:r>
            <a:r>
              <a:rPr lang="zh-CN" altLang="en-US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使软件结构更清晰</a:t>
            </a:r>
            <a:endParaRPr lang="en-US" altLang="zh-CN" sz="20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· </a:t>
            </a:r>
            <a:r>
              <a:rPr lang="zh-CN" altLang="en-US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使软件更容易进行测试和调试</a:t>
            </a:r>
            <a:endParaRPr lang="en-US" altLang="zh-CN" sz="20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· </a:t>
            </a:r>
            <a:r>
              <a:rPr lang="zh-CN" altLang="en-US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提高了软件的可修改性</a:t>
            </a:r>
            <a:endParaRPr lang="en-US" altLang="zh-CN" sz="20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· </a:t>
            </a:r>
            <a:r>
              <a:rPr lang="zh-CN" altLang="en-US" sz="20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有助于软件开发工程的组织管理</a:t>
            </a:r>
            <a:endParaRPr lang="zh-CN" altLang="en-US" sz="20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125" y="425589"/>
            <a:ext cx="57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设计原理 </a:t>
            </a:r>
            <a:r>
              <a:rPr lang="en-US" altLang="zh-CN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</a:t>
            </a:r>
          </a:p>
        </p:txBody>
      </p:sp>
    </p:spTree>
    <p:extLst>
      <p:ext uri="{BB962C8B-B14F-4D97-AF65-F5344CB8AC3E}">
        <p14:creationId xmlns:p14="http://schemas.microsoft.com/office/powerpoint/2010/main" val="292776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08225" y="1123950"/>
            <a:ext cx="520700" cy="4545013"/>
            <a:chOff x="1698625" y="1123950"/>
            <a:chExt cx="520700" cy="4545013"/>
          </a:xfrm>
        </p:grpSpPr>
        <p:sp>
          <p:nvSpPr>
            <p:cNvPr id="7183" name="椭圆 4"/>
            <p:cNvSpPr>
              <a:spLocks noChangeArrowheads="1"/>
            </p:cNvSpPr>
            <p:nvPr/>
          </p:nvSpPr>
          <p:spPr bwMode="auto">
            <a:xfrm>
              <a:off x="1698625" y="1128713"/>
              <a:ext cx="95250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87" name="椭圆 8"/>
            <p:cNvSpPr>
              <a:spLocks noChangeArrowheads="1"/>
            </p:cNvSpPr>
            <p:nvPr/>
          </p:nvSpPr>
          <p:spPr bwMode="auto">
            <a:xfrm>
              <a:off x="1701800" y="5432425"/>
              <a:ext cx="96838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91" name="圆角矩形 15"/>
            <p:cNvSpPr>
              <a:spLocks noChangeArrowheads="1"/>
            </p:cNvSpPr>
            <p:nvPr/>
          </p:nvSpPr>
          <p:spPr bwMode="auto">
            <a:xfrm>
              <a:off x="1727200" y="1123950"/>
              <a:ext cx="492125" cy="4545013"/>
            </a:xfrm>
            <a:custGeom>
              <a:avLst/>
              <a:gdLst>
                <a:gd name="T0" fmla="*/ 40084 w 738285"/>
                <a:gd name="T1" fmla="*/ 167232 h 4248500"/>
                <a:gd name="T2" fmla="*/ 5550 w 738285"/>
                <a:gd name="T3" fmla="*/ 12 h 4248500"/>
                <a:gd name="T4" fmla="*/ 280046 w 738285"/>
                <a:gd name="T5" fmla="*/ 12 h 4248500"/>
                <a:gd name="T6" fmla="*/ 328040 w 738285"/>
                <a:gd name="T7" fmla="*/ 123628 h 4248500"/>
                <a:gd name="T8" fmla="*/ 328040 w 738285"/>
                <a:gd name="T9" fmla="*/ 4738582 h 4248500"/>
                <a:gd name="T10" fmla="*/ 280046 w 738285"/>
                <a:gd name="T11" fmla="*/ 4862200 h 4248500"/>
                <a:gd name="T12" fmla="*/ 16130 w 738285"/>
                <a:gd name="T13" fmla="*/ 4862200 h 4248500"/>
                <a:gd name="T14" fmla="*/ 40084 w 738285"/>
                <a:gd name="T15" fmla="*/ 4738582 h 4248500"/>
                <a:gd name="T16" fmla="*/ 40084 w 738285"/>
                <a:gd name="T17" fmla="*/ 167232 h 42485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38285"/>
                <a:gd name="T28" fmla="*/ 0 h 4248500"/>
                <a:gd name="T29" fmla="*/ 738285 w 738285"/>
                <a:gd name="T30" fmla="*/ 4248500 h 42485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38285" h="4248500">
                  <a:moveTo>
                    <a:pt x="90213" y="146124"/>
                  </a:moveTo>
                  <a:cubicBezTo>
                    <a:pt x="128313" y="-4018"/>
                    <a:pt x="-47164" y="10"/>
                    <a:pt x="12490" y="10"/>
                  </a:cubicBezTo>
                  <a:lnTo>
                    <a:pt x="630271" y="10"/>
                  </a:lnTo>
                  <a:cubicBezTo>
                    <a:pt x="689925" y="10"/>
                    <a:pt x="738285" y="48370"/>
                    <a:pt x="738285" y="108024"/>
                  </a:cubicBezTo>
                  <a:lnTo>
                    <a:pt x="738285" y="4140468"/>
                  </a:lnTo>
                  <a:cubicBezTo>
                    <a:pt x="738285" y="4200122"/>
                    <a:pt x="689925" y="4248482"/>
                    <a:pt x="630271" y="4248482"/>
                  </a:cubicBezTo>
                  <a:lnTo>
                    <a:pt x="36302" y="4248482"/>
                  </a:lnTo>
                  <a:cubicBezTo>
                    <a:pt x="-23352" y="4248482"/>
                    <a:pt x="94976" y="4252509"/>
                    <a:pt x="90213" y="4140468"/>
                  </a:cubicBezTo>
                  <a:lnTo>
                    <a:pt x="90213" y="146124"/>
                  </a:lnTo>
                  <a:close/>
                </a:path>
              </a:pathLst>
            </a:cu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lIns="72000" tIns="0" rIns="0" bIns="0"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473451" y="1870222"/>
            <a:ext cx="54927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“抽象是人类处理复杂问题的基本方法之一</a:t>
            </a:r>
            <a:r>
              <a:rPr lang="zh-CN" altLang="en-US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。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”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		—— Grady </a:t>
            </a:r>
            <a:r>
              <a:rPr lang="en-US" altLang="zh-CN" sz="1600" dirty="0" err="1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Booch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（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UML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</a:t>
            </a:r>
            <a:endParaRPr lang="en-US" altLang="zh-CN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可以先用一些高级的抽象概念构造和理解，这些高级概念可以用一些低级的概念构造和理解，依次进行下去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实现抽象化的重要方法就是逐步求精（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分层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为了集中精力解决主要问题而尽量推迟对问题细节的考虑</a:t>
            </a:r>
            <a:endParaRPr lang="zh-CN" altLang="en-US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125" y="425589"/>
            <a:ext cx="7321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设计原理 </a:t>
            </a:r>
            <a:r>
              <a:rPr lang="en-US" altLang="zh-CN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抽象与逐步求精</a:t>
            </a:r>
            <a:endParaRPr lang="zh-CN" altLang="en-US" sz="4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429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473451" y="1322875"/>
            <a:ext cx="54927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信息隐藏：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Modules </a:t>
            </a: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should be specified and designed so that information contained within a module is inaccessible to other modules that have no need for such information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.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（一个模块内的信息对于不需要这些信息的模块是不可访问的）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e.g.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数据封装（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Data Encapsulation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能够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保证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数据的安全性和独立性</a:t>
            </a:r>
            <a:endParaRPr lang="en-US" altLang="zh-CN" sz="16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局部化：</a:t>
            </a:r>
            <a:endParaRPr lang="en-US" altLang="zh-CN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把关系密切的彼此放在一起（另一种分块）</a:t>
            </a:r>
            <a:endParaRPr lang="en-US" altLang="zh-CN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125" y="425589"/>
            <a:ext cx="8029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设计原理 </a:t>
            </a:r>
            <a:r>
              <a:rPr lang="en-US" altLang="zh-CN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信息隐藏和局部化</a:t>
            </a:r>
            <a:endParaRPr lang="zh-CN" altLang="en-US" sz="4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15"/>
          <p:cNvSpPr>
            <a:spLocks noChangeArrowheads="1"/>
          </p:cNvSpPr>
          <p:nvPr/>
        </p:nvSpPr>
        <p:spPr bwMode="auto">
          <a:xfrm>
            <a:off x="2343150" y="1133475"/>
            <a:ext cx="492125" cy="4543425"/>
          </a:xfrm>
          <a:custGeom>
            <a:avLst/>
            <a:gdLst>
              <a:gd name="T0" fmla="*/ 40084 w 738285"/>
              <a:gd name="T1" fmla="*/ 167116 h 4248500"/>
              <a:gd name="T2" fmla="*/ 5550 w 738285"/>
              <a:gd name="T3" fmla="*/ 12 h 4248500"/>
              <a:gd name="T4" fmla="*/ 280046 w 738285"/>
              <a:gd name="T5" fmla="*/ 12 h 4248500"/>
              <a:gd name="T6" fmla="*/ 328040 w 738285"/>
              <a:gd name="T7" fmla="*/ 123542 h 4248500"/>
              <a:gd name="T8" fmla="*/ 328040 w 738285"/>
              <a:gd name="T9" fmla="*/ 4735272 h 4248500"/>
              <a:gd name="T10" fmla="*/ 280046 w 738285"/>
              <a:gd name="T11" fmla="*/ 4858803 h 4248500"/>
              <a:gd name="T12" fmla="*/ 16130 w 738285"/>
              <a:gd name="T13" fmla="*/ 4858803 h 4248500"/>
              <a:gd name="T14" fmla="*/ 40084 w 738285"/>
              <a:gd name="T15" fmla="*/ 4735272 h 4248500"/>
              <a:gd name="T16" fmla="*/ 40084 w 738285"/>
              <a:gd name="T17" fmla="*/ 167116 h 42485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8285"/>
              <a:gd name="T28" fmla="*/ 0 h 4248500"/>
              <a:gd name="T29" fmla="*/ 738285 w 738285"/>
              <a:gd name="T30" fmla="*/ 4248500 h 42485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8285" h="4248500">
                <a:moveTo>
                  <a:pt x="90213" y="146124"/>
                </a:moveTo>
                <a:cubicBezTo>
                  <a:pt x="128313" y="-4018"/>
                  <a:pt x="-47164" y="10"/>
                  <a:pt x="12490" y="10"/>
                </a:cubicBezTo>
                <a:lnTo>
                  <a:pt x="630271" y="10"/>
                </a:lnTo>
                <a:cubicBezTo>
                  <a:pt x="689925" y="10"/>
                  <a:pt x="738285" y="48370"/>
                  <a:pt x="738285" y="108024"/>
                </a:cubicBezTo>
                <a:lnTo>
                  <a:pt x="738285" y="4140468"/>
                </a:lnTo>
                <a:cubicBezTo>
                  <a:pt x="738285" y="4200122"/>
                  <a:pt x="689925" y="4248482"/>
                  <a:pt x="630271" y="4248482"/>
                </a:cubicBezTo>
                <a:lnTo>
                  <a:pt x="36302" y="4248482"/>
                </a:lnTo>
                <a:cubicBezTo>
                  <a:pt x="-23352" y="4248482"/>
                  <a:pt x="94976" y="4252509"/>
                  <a:pt x="90213" y="4140468"/>
                </a:cubicBezTo>
                <a:lnTo>
                  <a:pt x="90213" y="146124"/>
                </a:lnTo>
                <a:close/>
              </a:path>
            </a:pathLst>
          </a:cu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72000" tIns="0" rIns="0" bIns="0" anchor="ctr"/>
          <a:lstStyle/>
          <a:p>
            <a:pPr algn="ctr">
              <a:buFont typeface="Arial" pitchFamily="34" charset="0"/>
              <a:buNone/>
            </a:pP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308225" y="1128713"/>
            <a:ext cx="100013" cy="4535487"/>
            <a:chOff x="1698625" y="1128713"/>
            <a:chExt cx="100013" cy="4535487"/>
          </a:xfrm>
        </p:grpSpPr>
        <p:sp>
          <p:nvSpPr>
            <p:cNvPr id="29" name="椭圆 4"/>
            <p:cNvSpPr>
              <a:spLocks noChangeArrowheads="1"/>
            </p:cNvSpPr>
            <p:nvPr/>
          </p:nvSpPr>
          <p:spPr bwMode="auto">
            <a:xfrm>
              <a:off x="1698625" y="1128713"/>
              <a:ext cx="95250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0" name="椭圆 8"/>
            <p:cNvSpPr>
              <a:spLocks noChangeArrowheads="1"/>
            </p:cNvSpPr>
            <p:nvPr/>
          </p:nvSpPr>
          <p:spPr bwMode="auto">
            <a:xfrm>
              <a:off x="1701800" y="5432425"/>
              <a:ext cx="96838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776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3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4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5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6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7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90" name="矩形 11"/>
          <p:cNvSpPr>
            <a:spLocks noChangeArrowheads="1"/>
          </p:cNvSpPr>
          <p:nvPr/>
        </p:nvSpPr>
        <p:spPr bwMode="auto">
          <a:xfrm>
            <a:off x="793750" y="1290638"/>
            <a:ext cx="10541000" cy="4237037"/>
          </a:xfrm>
          <a:prstGeom prst="rect">
            <a:avLst/>
          </a:prstGeom>
          <a:solidFill>
            <a:srgbClr val="BFBFBF">
              <a:alpha val="2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lIns="4248000" rIns="252000" anchor="ctr"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zh-CN" sz="1400">
              <a:solidFill>
                <a:srgbClr val="427172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308225" y="1128713"/>
            <a:ext cx="522288" cy="4541837"/>
            <a:chOff x="2308225" y="1128713"/>
            <a:chExt cx="522288" cy="4541837"/>
          </a:xfrm>
        </p:grpSpPr>
        <p:sp>
          <p:nvSpPr>
            <p:cNvPr id="7182" name="椭圆 3"/>
            <p:cNvSpPr>
              <a:spLocks noChangeArrowheads="1"/>
            </p:cNvSpPr>
            <p:nvPr/>
          </p:nvSpPr>
          <p:spPr bwMode="auto">
            <a:xfrm>
              <a:off x="2308225" y="1128713"/>
              <a:ext cx="96838" cy="230187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86" name="椭圆 7"/>
            <p:cNvSpPr>
              <a:spLocks noChangeArrowheads="1"/>
            </p:cNvSpPr>
            <p:nvPr/>
          </p:nvSpPr>
          <p:spPr bwMode="auto">
            <a:xfrm>
              <a:off x="2311400" y="5438775"/>
              <a:ext cx="96838" cy="231775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7192" name="圆角矩形 15"/>
            <p:cNvSpPr>
              <a:spLocks noChangeArrowheads="1"/>
            </p:cNvSpPr>
            <p:nvPr/>
          </p:nvSpPr>
          <p:spPr bwMode="auto">
            <a:xfrm>
              <a:off x="2336800" y="1128713"/>
              <a:ext cx="493713" cy="4541837"/>
            </a:xfrm>
            <a:custGeom>
              <a:avLst/>
              <a:gdLst>
                <a:gd name="T0" fmla="*/ 40343 w 738285"/>
                <a:gd name="T1" fmla="*/ 166999 h 4248500"/>
                <a:gd name="T2" fmla="*/ 5585 w 738285"/>
                <a:gd name="T3" fmla="*/ 12 h 4248500"/>
                <a:gd name="T4" fmla="*/ 281857 w 738285"/>
                <a:gd name="T5" fmla="*/ 12 h 4248500"/>
                <a:gd name="T6" fmla="*/ 330160 w 738285"/>
                <a:gd name="T7" fmla="*/ 123455 h 4248500"/>
                <a:gd name="T8" fmla="*/ 330160 w 738285"/>
                <a:gd name="T9" fmla="*/ 4731962 h 4248500"/>
                <a:gd name="T10" fmla="*/ 281857 w 738285"/>
                <a:gd name="T11" fmla="*/ 4855407 h 4248500"/>
                <a:gd name="T12" fmla="*/ 16234 w 738285"/>
                <a:gd name="T13" fmla="*/ 4855407 h 4248500"/>
                <a:gd name="T14" fmla="*/ 40343 w 738285"/>
                <a:gd name="T15" fmla="*/ 4731962 h 4248500"/>
                <a:gd name="T16" fmla="*/ 40343 w 738285"/>
                <a:gd name="T17" fmla="*/ 166999 h 42485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38285"/>
                <a:gd name="T28" fmla="*/ 0 h 4248500"/>
                <a:gd name="T29" fmla="*/ 738285 w 738285"/>
                <a:gd name="T30" fmla="*/ 4248500 h 42485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38285" h="4248500">
                  <a:moveTo>
                    <a:pt x="90213" y="146124"/>
                  </a:moveTo>
                  <a:cubicBezTo>
                    <a:pt x="128313" y="-4018"/>
                    <a:pt x="-47164" y="10"/>
                    <a:pt x="12490" y="10"/>
                  </a:cubicBezTo>
                  <a:lnTo>
                    <a:pt x="630271" y="10"/>
                  </a:lnTo>
                  <a:cubicBezTo>
                    <a:pt x="689925" y="10"/>
                    <a:pt x="738285" y="48370"/>
                    <a:pt x="738285" y="108024"/>
                  </a:cubicBezTo>
                  <a:lnTo>
                    <a:pt x="738285" y="4140468"/>
                  </a:lnTo>
                  <a:cubicBezTo>
                    <a:pt x="738285" y="4200122"/>
                    <a:pt x="689925" y="4248482"/>
                    <a:pt x="630271" y="4248482"/>
                  </a:cubicBezTo>
                  <a:lnTo>
                    <a:pt x="36302" y="4248482"/>
                  </a:lnTo>
                  <a:cubicBezTo>
                    <a:pt x="-23352" y="4248482"/>
                    <a:pt x="94976" y="4252509"/>
                    <a:pt x="90213" y="4140468"/>
                  </a:cubicBezTo>
                  <a:lnTo>
                    <a:pt x="90213" y="146124"/>
                  </a:lnTo>
                  <a:close/>
                </a:path>
              </a:pathLst>
            </a:cu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lIns="72000" tIns="0" rIns="0" bIns="0"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/>
            </a:p>
          </p:txBody>
        </p:sp>
      </p:grpSp>
      <p:sp>
        <p:nvSpPr>
          <p:cNvPr id="7197" name="TextBox 15"/>
          <p:cNvSpPr>
            <a:spLocks noChangeArrowheads="1"/>
          </p:cNvSpPr>
          <p:nvPr/>
        </p:nvSpPr>
        <p:spPr bwMode="auto">
          <a:xfrm>
            <a:off x="3473451" y="1329014"/>
            <a:ext cx="54927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由之前的几项原理确定的一种思路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这样使得每个模块都可以完成一个相对独立的子功能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重要性：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（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）有效的模块化（独立的模块）软件比较容易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开发出来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（</a:t>
            </a: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）独立模块易于测试和维护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可以从两个方面来进行度量：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耦合：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不同模块间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彼此依赖连接的紧密程度</a:t>
            </a:r>
            <a:endParaRPr lang="en-US" altLang="zh-CN" sz="16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内聚：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模块内部</a:t>
            </a:r>
            <a:r>
              <a:rPr lang="zh-CN" altLang="en-US" sz="16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各个元素连接的紧密程度</a:t>
            </a:r>
            <a:endParaRPr lang="zh-CN" altLang="en-US" sz="16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125" y="425589"/>
            <a:ext cx="5754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设计原理 </a:t>
            </a:r>
            <a:r>
              <a:rPr lang="en-US" altLang="zh-CN" sz="40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模块独立</a:t>
            </a:r>
            <a:endParaRPr lang="zh-CN" altLang="en-US" sz="40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114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14346" name="组合 1"/>
          <p:cNvGrpSpPr>
            <a:grpSpLocks/>
          </p:cNvGrpSpPr>
          <p:nvPr/>
        </p:nvGrpSpPr>
        <p:grpSpPr bwMode="auto">
          <a:xfrm>
            <a:off x="2254250" y="1787525"/>
            <a:ext cx="7554913" cy="1443039"/>
            <a:chOff x="0" y="0"/>
            <a:chExt cx="6032665" cy="1152129"/>
          </a:xfrm>
        </p:grpSpPr>
        <p:sp>
          <p:nvSpPr>
            <p:cNvPr id="14368" name="直接连接符 2"/>
            <p:cNvSpPr>
              <a:spLocks noChangeShapeType="1"/>
            </p:cNvSpPr>
            <p:nvPr/>
          </p:nvSpPr>
          <p:spPr bwMode="auto">
            <a:xfrm>
              <a:off x="0" y="504056"/>
              <a:ext cx="6032665" cy="1"/>
            </a:xfrm>
            <a:prstGeom prst="line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369" name="直接箭头连接符 3"/>
            <p:cNvCxnSpPr>
              <a:cxnSpLocks noChangeShapeType="1"/>
            </p:cNvCxnSpPr>
            <p:nvPr/>
          </p:nvCxnSpPr>
          <p:spPr bwMode="auto">
            <a:xfrm>
              <a:off x="0" y="504056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0" name="直接箭头连接符 4"/>
            <p:cNvCxnSpPr>
              <a:cxnSpLocks noChangeShapeType="1"/>
            </p:cNvCxnSpPr>
            <p:nvPr/>
          </p:nvCxnSpPr>
          <p:spPr bwMode="auto">
            <a:xfrm>
              <a:off x="1076400" y="504054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1" name="直接箭头连接符 5"/>
            <p:cNvCxnSpPr>
              <a:cxnSpLocks noChangeShapeType="1"/>
            </p:cNvCxnSpPr>
            <p:nvPr/>
          </p:nvCxnSpPr>
          <p:spPr bwMode="auto">
            <a:xfrm>
              <a:off x="2375585" y="504057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2" name="直接箭头连接符 6"/>
            <p:cNvCxnSpPr>
              <a:cxnSpLocks noChangeShapeType="1"/>
            </p:cNvCxnSpPr>
            <p:nvPr/>
          </p:nvCxnSpPr>
          <p:spPr bwMode="auto">
            <a:xfrm>
              <a:off x="6030758" y="504056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73" name="直接连接符 7"/>
            <p:cNvSpPr>
              <a:spLocks noChangeShapeType="1"/>
            </p:cNvSpPr>
            <p:nvPr/>
          </p:nvSpPr>
          <p:spPr bwMode="auto">
            <a:xfrm flipH="1">
              <a:off x="3080337" y="0"/>
              <a:ext cx="1" cy="504056"/>
            </a:xfrm>
            <a:prstGeom prst="line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1524511" y="4027488"/>
            <a:ext cx="133882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也被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完全独立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，模块间没有直接联系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353" name="组合 14"/>
          <p:cNvGrpSpPr>
            <a:grpSpLocks/>
          </p:cNvGrpSpPr>
          <p:nvPr/>
        </p:nvGrpSpPr>
        <p:grpSpPr bwMode="auto">
          <a:xfrm>
            <a:off x="4643438" y="1066800"/>
            <a:ext cx="2905125" cy="720725"/>
            <a:chOff x="0" y="0"/>
            <a:chExt cx="2320263" cy="576064"/>
          </a:xfrm>
        </p:grpSpPr>
        <p:sp>
          <p:nvSpPr>
            <p:cNvPr id="14366" name="矩形 15"/>
            <p:cNvSpPr>
              <a:spLocks noChangeArrowheads="1"/>
            </p:cNvSpPr>
            <p:nvPr/>
          </p:nvSpPr>
          <p:spPr bwMode="auto">
            <a:xfrm>
              <a:off x="0" y="0"/>
              <a:ext cx="2320263" cy="57606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7" name="TextBox 35"/>
            <p:cNvSpPr>
              <a:spLocks noChangeArrowheads="1"/>
            </p:cNvSpPr>
            <p:nvPr/>
          </p:nvSpPr>
          <p:spPr bwMode="auto">
            <a:xfrm>
              <a:off x="789858" y="78931"/>
              <a:ext cx="721056" cy="418201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耦合</a:t>
              </a:r>
              <a:endPara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4" name="组合 17"/>
          <p:cNvGrpSpPr>
            <a:grpSpLocks/>
          </p:cNvGrpSpPr>
          <p:nvPr/>
        </p:nvGrpSpPr>
        <p:grpSpPr bwMode="auto">
          <a:xfrm>
            <a:off x="1524511" y="3406811"/>
            <a:ext cx="1338829" cy="369816"/>
            <a:chOff x="417511" y="140563"/>
            <a:chExt cx="1069200" cy="294939"/>
          </a:xfrm>
        </p:grpSpPr>
        <p:sp>
          <p:nvSpPr>
            <p:cNvPr id="14364" name="矩形 18"/>
            <p:cNvSpPr>
              <a:spLocks noChangeArrowheads="1"/>
            </p:cNvSpPr>
            <p:nvPr/>
          </p:nvSpPr>
          <p:spPr bwMode="auto">
            <a:xfrm>
              <a:off x="417511" y="158259"/>
              <a:ext cx="1069200" cy="277243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5" name="TextBox 36"/>
            <p:cNvSpPr>
              <a:spLocks noChangeArrowheads="1"/>
            </p:cNvSpPr>
            <p:nvPr/>
          </p:nvSpPr>
          <p:spPr bwMode="auto">
            <a:xfrm>
              <a:off x="417511" y="140563"/>
              <a:ext cx="1069200" cy="294553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非直接耦合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5" name="组合 20"/>
          <p:cNvGrpSpPr>
            <a:grpSpLocks/>
          </p:cNvGrpSpPr>
          <p:nvPr/>
        </p:nvGrpSpPr>
        <p:grpSpPr bwMode="auto">
          <a:xfrm>
            <a:off x="3066845" y="3385066"/>
            <a:ext cx="1244062" cy="412821"/>
            <a:chOff x="-2" y="0"/>
            <a:chExt cx="1904222" cy="576064"/>
          </a:xfrm>
        </p:grpSpPr>
        <p:sp>
          <p:nvSpPr>
            <p:cNvPr id="14362" name="矩形 21"/>
            <p:cNvSpPr>
              <a:spLocks noChangeArrowheads="1"/>
            </p:cNvSpPr>
            <p:nvPr/>
          </p:nvSpPr>
          <p:spPr bwMode="auto">
            <a:xfrm>
              <a:off x="-2" y="0"/>
              <a:ext cx="1904222" cy="576064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3" name="TextBox 37"/>
            <p:cNvSpPr>
              <a:spLocks noChangeArrowheads="1"/>
            </p:cNvSpPr>
            <p:nvPr/>
          </p:nvSpPr>
          <p:spPr bwMode="auto">
            <a:xfrm>
              <a:off x="442925" y="31019"/>
              <a:ext cx="1018368" cy="515378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数据耦合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6" name="组合 23"/>
          <p:cNvGrpSpPr>
            <a:grpSpLocks/>
          </p:cNvGrpSpPr>
          <p:nvPr/>
        </p:nvGrpSpPr>
        <p:grpSpPr bwMode="auto">
          <a:xfrm>
            <a:off x="4549737" y="3385065"/>
            <a:ext cx="1411326" cy="412821"/>
            <a:chOff x="-1309391" y="136232"/>
            <a:chExt cx="1152675" cy="272508"/>
          </a:xfrm>
        </p:grpSpPr>
        <p:sp>
          <p:nvSpPr>
            <p:cNvPr id="14360" name="矩形 24"/>
            <p:cNvSpPr>
              <a:spLocks noChangeArrowheads="1"/>
            </p:cNvSpPr>
            <p:nvPr/>
          </p:nvSpPr>
          <p:spPr bwMode="auto">
            <a:xfrm>
              <a:off x="-1309391" y="138404"/>
              <a:ext cx="1152675" cy="270336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1" name="TextBox 38"/>
            <p:cNvSpPr>
              <a:spLocks noChangeArrowheads="1"/>
            </p:cNvSpPr>
            <p:nvPr/>
          </p:nvSpPr>
          <p:spPr bwMode="auto">
            <a:xfrm>
              <a:off x="-1220578" y="136232"/>
              <a:ext cx="932379" cy="263239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控制耦合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7" name="组合 26"/>
          <p:cNvGrpSpPr>
            <a:grpSpLocks/>
          </p:cNvGrpSpPr>
          <p:nvPr/>
        </p:nvGrpSpPr>
        <p:grpSpPr bwMode="auto">
          <a:xfrm>
            <a:off x="6171838" y="3385065"/>
            <a:ext cx="1452589" cy="412822"/>
            <a:chOff x="0" y="0"/>
            <a:chExt cx="1904222" cy="576064"/>
          </a:xfrm>
        </p:grpSpPr>
        <p:sp>
          <p:nvSpPr>
            <p:cNvPr id="14358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59" name="TextBox 39"/>
            <p:cNvSpPr>
              <a:spLocks noChangeArrowheads="1"/>
            </p:cNvSpPr>
            <p:nvPr/>
          </p:nvSpPr>
          <p:spPr bwMode="auto">
            <a:xfrm>
              <a:off x="225866" y="4591"/>
              <a:ext cx="1452490" cy="515377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特征耦合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cxnSp>
        <p:nvCxnSpPr>
          <p:cNvPr id="38" name="直接箭头连接符 5"/>
          <p:cNvCxnSpPr>
            <a:cxnSpLocks noChangeShapeType="1"/>
          </p:cNvCxnSpPr>
          <p:nvPr/>
        </p:nvCxnSpPr>
        <p:spPr bwMode="auto">
          <a:xfrm>
            <a:off x="6946900" y="2418850"/>
            <a:ext cx="1" cy="811709"/>
          </a:xfrm>
          <a:prstGeom prst="straightConnector1">
            <a:avLst/>
          </a:prstGeom>
          <a:noFill/>
          <a:ln w="6350">
            <a:solidFill>
              <a:srgbClr val="7F7F7F"/>
            </a:solidFill>
            <a:bevel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5"/>
          <p:cNvCxnSpPr>
            <a:cxnSpLocks noChangeShapeType="1"/>
          </p:cNvCxnSpPr>
          <p:nvPr/>
        </p:nvCxnSpPr>
        <p:spPr bwMode="auto">
          <a:xfrm>
            <a:off x="8441562" y="2418855"/>
            <a:ext cx="1" cy="811709"/>
          </a:xfrm>
          <a:prstGeom prst="straightConnector1">
            <a:avLst/>
          </a:prstGeom>
          <a:noFill/>
          <a:ln w="6350">
            <a:solidFill>
              <a:srgbClr val="7F7F7F"/>
            </a:solidFill>
            <a:bevel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3" name="组合 26"/>
          <p:cNvGrpSpPr>
            <a:grpSpLocks/>
          </p:cNvGrpSpPr>
          <p:nvPr/>
        </p:nvGrpSpPr>
        <p:grpSpPr bwMode="auto">
          <a:xfrm>
            <a:off x="7702873" y="3407295"/>
            <a:ext cx="1609345" cy="373016"/>
            <a:chOff x="-76737" y="1"/>
            <a:chExt cx="2263595" cy="499561"/>
          </a:xfrm>
        </p:grpSpPr>
        <p:sp>
          <p:nvSpPr>
            <p:cNvPr id="44" name="矩形 27"/>
            <p:cNvSpPr>
              <a:spLocks noChangeArrowheads="1"/>
            </p:cNvSpPr>
            <p:nvPr/>
          </p:nvSpPr>
          <p:spPr bwMode="auto">
            <a:xfrm>
              <a:off x="-76737" y="1"/>
              <a:ext cx="2263595" cy="482205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5" name="TextBox 39"/>
            <p:cNvSpPr>
              <a:spLocks noChangeArrowheads="1"/>
            </p:cNvSpPr>
            <p:nvPr/>
          </p:nvSpPr>
          <p:spPr bwMode="auto">
            <a:xfrm>
              <a:off x="-76737" y="4935"/>
              <a:ext cx="2263595" cy="49462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公共环境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46" name="TextBox 29"/>
          <p:cNvSpPr>
            <a:spLocks noChangeArrowheads="1"/>
          </p:cNvSpPr>
          <p:nvPr/>
        </p:nvSpPr>
        <p:spPr bwMode="auto">
          <a:xfrm>
            <a:off x="3019461" y="4027487"/>
            <a:ext cx="133882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模块间通过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交换信息，且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仅交换数据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29"/>
          <p:cNvSpPr>
            <a:spLocks noChangeArrowheads="1"/>
          </p:cNvSpPr>
          <p:nvPr/>
        </p:nvSpPr>
        <p:spPr bwMode="auto">
          <a:xfrm>
            <a:off x="4585985" y="4027488"/>
            <a:ext cx="133882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模块间传递的是用作控制信号的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标志量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Box 29"/>
          <p:cNvSpPr>
            <a:spLocks noChangeArrowheads="1"/>
          </p:cNvSpPr>
          <p:nvPr/>
        </p:nvSpPr>
        <p:spPr bwMode="auto">
          <a:xfrm>
            <a:off x="6228717" y="4027488"/>
            <a:ext cx="133882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参数为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整个数据结构</a:t>
            </a: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而只需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要使用一部分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Box 29"/>
          <p:cNvSpPr>
            <a:spLocks noChangeArrowheads="1"/>
          </p:cNvSpPr>
          <p:nvPr/>
        </p:nvSpPr>
        <p:spPr bwMode="auto">
          <a:xfrm>
            <a:off x="7838132" y="4027486"/>
            <a:ext cx="133882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模块间通过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公共数据环境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相互作用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Box 29"/>
          <p:cNvSpPr>
            <a:spLocks noChangeArrowheads="1"/>
          </p:cNvSpPr>
          <p:nvPr/>
        </p:nvSpPr>
        <p:spPr bwMode="auto">
          <a:xfrm>
            <a:off x="9486520" y="4027488"/>
            <a:ext cx="133882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出现后面提到的四种情况即为内容耦合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1" name="组合 26"/>
          <p:cNvGrpSpPr>
            <a:grpSpLocks/>
          </p:cNvGrpSpPr>
          <p:nvPr/>
        </p:nvGrpSpPr>
        <p:grpSpPr bwMode="auto">
          <a:xfrm>
            <a:off x="9486520" y="3384671"/>
            <a:ext cx="1452589" cy="412822"/>
            <a:chOff x="0" y="0"/>
            <a:chExt cx="1904222" cy="576064"/>
          </a:xfrm>
        </p:grpSpPr>
        <p:sp>
          <p:nvSpPr>
            <p:cNvPr id="52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53" name="TextBox 39"/>
            <p:cNvSpPr>
              <a:spLocks noChangeArrowheads="1"/>
            </p:cNvSpPr>
            <p:nvPr/>
          </p:nvSpPr>
          <p:spPr bwMode="auto">
            <a:xfrm>
              <a:off x="225864" y="4591"/>
              <a:ext cx="1452491" cy="515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内容耦合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29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4727771" y="1341265"/>
            <a:ext cx="51079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也被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称为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完全独立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，模块间没有直接联系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模块间的联系通过主程序的控制和调用实现，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独立性最强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51" name="等腰三角形 12"/>
          <p:cNvSpPr>
            <a:spLocks noChangeArrowheads="1"/>
          </p:cNvSpPr>
          <p:nvPr/>
        </p:nvSpPr>
        <p:spPr bwMode="auto">
          <a:xfrm rot="5400000">
            <a:off x="4341783" y="772767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14354" name="组合 17"/>
          <p:cNvGrpSpPr>
            <a:grpSpLocks/>
          </p:cNvGrpSpPr>
          <p:nvPr/>
        </p:nvGrpSpPr>
        <p:grpSpPr bwMode="auto">
          <a:xfrm>
            <a:off x="4727770" y="761147"/>
            <a:ext cx="1338829" cy="369816"/>
            <a:chOff x="417511" y="140563"/>
            <a:chExt cx="1069200" cy="294939"/>
          </a:xfrm>
        </p:grpSpPr>
        <p:sp>
          <p:nvSpPr>
            <p:cNvPr id="14364" name="矩形 18"/>
            <p:cNvSpPr>
              <a:spLocks noChangeArrowheads="1"/>
            </p:cNvSpPr>
            <p:nvPr/>
          </p:nvSpPr>
          <p:spPr bwMode="auto">
            <a:xfrm>
              <a:off x="417511" y="158259"/>
              <a:ext cx="1069200" cy="277243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5" name="TextBox 36"/>
            <p:cNvSpPr>
              <a:spLocks noChangeArrowheads="1"/>
            </p:cNvSpPr>
            <p:nvPr/>
          </p:nvSpPr>
          <p:spPr bwMode="auto">
            <a:xfrm>
              <a:off x="417511" y="140563"/>
              <a:ext cx="1069200" cy="294553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非直接耦合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5" name="组合 20"/>
          <p:cNvGrpSpPr>
            <a:grpSpLocks/>
          </p:cNvGrpSpPr>
          <p:nvPr/>
        </p:nvGrpSpPr>
        <p:grpSpPr bwMode="auto">
          <a:xfrm>
            <a:off x="4727770" y="2418855"/>
            <a:ext cx="1244062" cy="412821"/>
            <a:chOff x="-2" y="0"/>
            <a:chExt cx="1904222" cy="576064"/>
          </a:xfrm>
        </p:grpSpPr>
        <p:sp>
          <p:nvSpPr>
            <p:cNvPr id="14362" name="矩形 21"/>
            <p:cNvSpPr>
              <a:spLocks noChangeArrowheads="1"/>
            </p:cNvSpPr>
            <p:nvPr/>
          </p:nvSpPr>
          <p:spPr bwMode="auto">
            <a:xfrm>
              <a:off x="-2" y="0"/>
              <a:ext cx="1904222" cy="576064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3" name="TextBox 37"/>
            <p:cNvSpPr>
              <a:spLocks noChangeArrowheads="1"/>
            </p:cNvSpPr>
            <p:nvPr/>
          </p:nvSpPr>
          <p:spPr bwMode="auto">
            <a:xfrm>
              <a:off x="442925" y="31019"/>
              <a:ext cx="1018368" cy="515378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数据耦合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6" name="组合 23"/>
          <p:cNvGrpSpPr>
            <a:grpSpLocks/>
          </p:cNvGrpSpPr>
          <p:nvPr/>
        </p:nvGrpSpPr>
        <p:grpSpPr bwMode="auto">
          <a:xfrm>
            <a:off x="4702654" y="4461420"/>
            <a:ext cx="1389059" cy="412821"/>
            <a:chOff x="-1309391" y="136232"/>
            <a:chExt cx="1152675" cy="272508"/>
          </a:xfrm>
        </p:grpSpPr>
        <p:sp>
          <p:nvSpPr>
            <p:cNvPr id="14360" name="矩形 24"/>
            <p:cNvSpPr>
              <a:spLocks noChangeArrowheads="1"/>
            </p:cNvSpPr>
            <p:nvPr/>
          </p:nvSpPr>
          <p:spPr bwMode="auto">
            <a:xfrm>
              <a:off x="-1309391" y="138404"/>
              <a:ext cx="1152675" cy="270336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1" name="TextBox 38"/>
            <p:cNvSpPr>
              <a:spLocks noChangeArrowheads="1"/>
            </p:cNvSpPr>
            <p:nvPr/>
          </p:nvSpPr>
          <p:spPr bwMode="auto">
            <a:xfrm>
              <a:off x="-1220578" y="136232"/>
              <a:ext cx="932379" cy="263239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控制耦合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46" name="TextBox 29"/>
          <p:cNvSpPr>
            <a:spLocks noChangeArrowheads="1"/>
          </p:cNvSpPr>
          <p:nvPr/>
        </p:nvSpPr>
        <p:spPr bwMode="auto">
          <a:xfrm>
            <a:off x="4727769" y="3041713"/>
            <a:ext cx="510793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模块间通过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参数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交换信息，且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仅交换数据</a:t>
            </a:r>
            <a:endParaRPr lang="en-US" altLang="zh-CN" sz="1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这样的方式使得维护更加容易，对一个模块的修改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不会导致其他模块的退化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29"/>
          <p:cNvSpPr>
            <a:spLocks noChangeArrowheads="1"/>
          </p:cNvSpPr>
          <p:nvPr/>
        </p:nvSpPr>
        <p:spPr bwMode="auto">
          <a:xfrm>
            <a:off x="4727771" y="5015810"/>
            <a:ext cx="5107937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模块间传递的是用作控制信号的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标志量</a:t>
            </a:r>
            <a:endParaRPr lang="en-US" altLang="zh-CN" sz="1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这种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耦合往往是多余的，将模块适当分解后可以用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数据耦合代替，而且模块的可重用性降低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等腰三角形 12"/>
          <p:cNvSpPr>
            <a:spLocks noChangeArrowheads="1"/>
          </p:cNvSpPr>
          <p:nvPr/>
        </p:nvSpPr>
        <p:spPr bwMode="auto">
          <a:xfrm rot="5400000">
            <a:off x="4341783" y="2443457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55" name="等腰三角形 12"/>
          <p:cNvSpPr>
            <a:spLocks noChangeArrowheads="1"/>
          </p:cNvSpPr>
          <p:nvPr/>
        </p:nvSpPr>
        <p:spPr bwMode="auto">
          <a:xfrm rot="5400000">
            <a:off x="4341783" y="4541950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56" name="组合 38"/>
          <p:cNvGrpSpPr>
            <a:grpSpLocks/>
          </p:cNvGrpSpPr>
          <p:nvPr/>
        </p:nvGrpSpPr>
        <p:grpSpPr bwMode="auto">
          <a:xfrm>
            <a:off x="2035492" y="1278563"/>
            <a:ext cx="1263015" cy="2640937"/>
            <a:chOff x="0" y="0"/>
            <a:chExt cx="1214280" cy="2355066"/>
          </a:xfrm>
        </p:grpSpPr>
        <p:grpSp>
          <p:nvGrpSpPr>
            <p:cNvPr id="57" name="Group 4"/>
            <p:cNvGrpSpPr>
              <a:grpSpLocks/>
            </p:cNvGrpSpPr>
            <p:nvPr/>
          </p:nvGrpSpPr>
          <p:grpSpPr bwMode="auto">
            <a:xfrm>
              <a:off x="81202" y="0"/>
              <a:ext cx="1051876" cy="2355066"/>
              <a:chOff x="0" y="0"/>
              <a:chExt cx="519" cy="1162"/>
            </a:xfrm>
          </p:grpSpPr>
          <p:sp>
            <p:nvSpPr>
              <p:cNvPr id="60" name="Oval 5"/>
              <p:cNvSpPr>
                <a:spLocks noChangeArrowheads="1"/>
              </p:cNvSpPr>
              <p:nvPr/>
            </p:nvSpPr>
            <p:spPr bwMode="auto">
              <a:xfrm>
                <a:off x="156" y="0"/>
                <a:ext cx="218" cy="200"/>
              </a:xfrm>
              <a:prstGeom prst="ellipse">
                <a:avLst/>
              </a:prstGeom>
              <a:solidFill>
                <a:srgbClr val="3D68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buFont typeface="Arial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itchFamily="34" charset="0"/>
                  <a:sym typeface="宋体" pitchFamily="2" charset="-122"/>
                </a:endParaRPr>
              </a:p>
            </p:txBody>
          </p:sp>
          <p:sp>
            <p:nvSpPr>
              <p:cNvPr id="61" name="Freeform 6"/>
              <p:cNvSpPr>
                <a:spLocks noChangeArrowheads="1"/>
              </p:cNvSpPr>
              <p:nvPr/>
            </p:nvSpPr>
            <p:spPr bwMode="auto">
              <a:xfrm>
                <a:off x="0" y="230"/>
                <a:ext cx="519" cy="932"/>
              </a:xfrm>
              <a:custGeom>
                <a:avLst/>
                <a:gdLst>
                  <a:gd name="T0" fmla="*/ 5387 w 50"/>
                  <a:gd name="T1" fmla="*/ 1203 h 93"/>
                  <a:gd name="T2" fmla="*/ 3882 w 50"/>
                  <a:gd name="T3" fmla="*/ 100 h 93"/>
                  <a:gd name="T4" fmla="*/ 1619 w 50"/>
                  <a:gd name="T5" fmla="*/ 100 h 93"/>
                  <a:gd name="T6" fmla="*/ 104 w 50"/>
                  <a:gd name="T7" fmla="*/ 1203 h 93"/>
                  <a:gd name="T8" fmla="*/ 104 w 50"/>
                  <a:gd name="T9" fmla="*/ 3718 h 93"/>
                  <a:gd name="T10" fmla="*/ 104 w 50"/>
                  <a:gd name="T11" fmla="*/ 3718 h 93"/>
                  <a:gd name="T12" fmla="*/ 104 w 50"/>
                  <a:gd name="T13" fmla="*/ 3718 h 93"/>
                  <a:gd name="T14" fmla="*/ 540 w 50"/>
                  <a:gd name="T15" fmla="*/ 4119 h 93"/>
                  <a:gd name="T16" fmla="*/ 965 w 50"/>
                  <a:gd name="T17" fmla="*/ 3718 h 93"/>
                  <a:gd name="T18" fmla="*/ 965 w 50"/>
                  <a:gd name="T19" fmla="*/ 3718 h 93"/>
                  <a:gd name="T20" fmla="*/ 965 w 50"/>
                  <a:gd name="T21" fmla="*/ 3718 h 93"/>
                  <a:gd name="T22" fmla="*/ 965 w 50"/>
                  <a:gd name="T23" fmla="*/ 1403 h 93"/>
                  <a:gd name="T24" fmla="*/ 1298 w 50"/>
                  <a:gd name="T25" fmla="*/ 1403 h 93"/>
                  <a:gd name="T26" fmla="*/ 1298 w 50"/>
                  <a:gd name="T27" fmla="*/ 8739 h 93"/>
                  <a:gd name="T28" fmla="*/ 1941 w 50"/>
                  <a:gd name="T29" fmla="*/ 9340 h 93"/>
                  <a:gd name="T30" fmla="*/ 2585 w 50"/>
                  <a:gd name="T31" fmla="*/ 8739 h 93"/>
                  <a:gd name="T32" fmla="*/ 2585 w 50"/>
                  <a:gd name="T33" fmla="*/ 4019 h 93"/>
                  <a:gd name="T34" fmla="*/ 2803 w 50"/>
                  <a:gd name="T35" fmla="*/ 4019 h 93"/>
                  <a:gd name="T36" fmla="*/ 2803 w 50"/>
                  <a:gd name="T37" fmla="*/ 8739 h 93"/>
                  <a:gd name="T38" fmla="*/ 2803 w 50"/>
                  <a:gd name="T39" fmla="*/ 8739 h 93"/>
                  <a:gd name="T40" fmla="*/ 3446 w 50"/>
                  <a:gd name="T41" fmla="*/ 9340 h 93"/>
                  <a:gd name="T42" fmla="*/ 4090 w 50"/>
                  <a:gd name="T43" fmla="*/ 8739 h 93"/>
                  <a:gd name="T44" fmla="*/ 4090 w 50"/>
                  <a:gd name="T45" fmla="*/ 1303 h 93"/>
                  <a:gd name="T46" fmla="*/ 4422 w 50"/>
                  <a:gd name="T47" fmla="*/ 1303 h 93"/>
                  <a:gd name="T48" fmla="*/ 4422 w 50"/>
                  <a:gd name="T49" fmla="*/ 3718 h 93"/>
                  <a:gd name="T50" fmla="*/ 4422 w 50"/>
                  <a:gd name="T51" fmla="*/ 3718 h 93"/>
                  <a:gd name="T52" fmla="*/ 4422 w 50"/>
                  <a:gd name="T53" fmla="*/ 3718 h 93"/>
                  <a:gd name="T54" fmla="*/ 4847 w 50"/>
                  <a:gd name="T55" fmla="*/ 4119 h 93"/>
                  <a:gd name="T56" fmla="*/ 5387 w 50"/>
                  <a:gd name="T57" fmla="*/ 3718 h 93"/>
                  <a:gd name="T58" fmla="*/ 5387 w 50"/>
                  <a:gd name="T59" fmla="*/ 3718 h 93"/>
                  <a:gd name="T60" fmla="*/ 5387 w 50"/>
                  <a:gd name="T61" fmla="*/ 1203 h 9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0"/>
                  <a:gd name="T94" fmla="*/ 0 h 93"/>
                  <a:gd name="T95" fmla="*/ 50 w 50"/>
                  <a:gd name="T96" fmla="*/ 93 h 93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0" h="93">
                    <a:moveTo>
                      <a:pt x="50" y="12"/>
                    </a:moveTo>
                    <a:cubicBezTo>
                      <a:pt x="49" y="0"/>
                      <a:pt x="36" y="1"/>
                      <a:pt x="36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0" y="1"/>
                      <a:pt x="1" y="12"/>
                      <a:pt x="1" y="12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40"/>
                      <a:pt x="3" y="41"/>
                      <a:pt x="5" y="41"/>
                    </a:cubicBezTo>
                    <a:cubicBezTo>
                      <a:pt x="7" y="41"/>
                      <a:pt x="9" y="40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2" y="87"/>
                      <a:pt x="12" y="87"/>
                      <a:pt x="12" y="87"/>
                    </a:cubicBezTo>
                    <a:cubicBezTo>
                      <a:pt x="12" y="91"/>
                      <a:pt x="15" y="93"/>
                      <a:pt x="18" y="93"/>
                    </a:cubicBezTo>
                    <a:cubicBezTo>
                      <a:pt x="21" y="93"/>
                      <a:pt x="24" y="91"/>
                      <a:pt x="24" y="87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6" y="87"/>
                      <a:pt x="26" y="87"/>
                      <a:pt x="26" y="87"/>
                    </a:cubicBezTo>
                    <a:cubicBezTo>
                      <a:pt x="26" y="87"/>
                      <a:pt x="26" y="87"/>
                      <a:pt x="26" y="87"/>
                    </a:cubicBezTo>
                    <a:cubicBezTo>
                      <a:pt x="27" y="91"/>
                      <a:pt x="29" y="93"/>
                      <a:pt x="32" y="93"/>
                    </a:cubicBezTo>
                    <a:cubicBezTo>
                      <a:pt x="36" y="93"/>
                      <a:pt x="38" y="91"/>
                      <a:pt x="38" y="87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9"/>
                      <a:pt x="43" y="41"/>
                      <a:pt x="45" y="41"/>
                    </a:cubicBezTo>
                    <a:cubicBezTo>
                      <a:pt x="48" y="41"/>
                      <a:pt x="50" y="39"/>
                      <a:pt x="50" y="37"/>
                    </a:cubicBezTo>
                    <a:cubicBezTo>
                      <a:pt x="50" y="37"/>
                      <a:pt x="50" y="37"/>
                      <a:pt x="50" y="37"/>
                    </a:cubicBezTo>
                    <a:lnTo>
                      <a:pt x="50" y="12"/>
                    </a:lnTo>
                    <a:close/>
                  </a:path>
                </a:pathLst>
              </a:custGeom>
              <a:solidFill>
                <a:srgbClr val="3D68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" name="流程图: 过程 40"/>
            <p:cNvSpPr>
              <a:spLocks noChangeArrowheads="1"/>
            </p:cNvSpPr>
            <p:nvPr/>
          </p:nvSpPr>
          <p:spPr bwMode="auto">
            <a:xfrm>
              <a:off x="0" y="0"/>
              <a:ext cx="94467" cy="2355066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59" name="流程图: 过程 41"/>
            <p:cNvSpPr>
              <a:spLocks noChangeArrowheads="1"/>
            </p:cNvSpPr>
            <p:nvPr/>
          </p:nvSpPr>
          <p:spPr bwMode="auto">
            <a:xfrm>
              <a:off x="1133078" y="0"/>
              <a:ext cx="81202" cy="2355066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18615" y="4450938"/>
            <a:ext cx="3096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具体分析与评价</a:t>
            </a:r>
          </a:p>
        </p:txBody>
      </p:sp>
    </p:spTree>
    <p:extLst>
      <p:ext uri="{BB962C8B-B14F-4D97-AF65-F5344CB8AC3E}">
        <p14:creationId xmlns:p14="http://schemas.microsoft.com/office/powerpoint/2010/main" val="313409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4816351" y="1381633"/>
            <a:ext cx="560399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传递参数</a:t>
            </a: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整个数据结构</a:t>
            </a: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而只需要使用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一部分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这样对数据的访问很可能失去控制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51" name="等腰三角形 12"/>
          <p:cNvSpPr>
            <a:spLocks noChangeArrowheads="1"/>
          </p:cNvSpPr>
          <p:nvPr/>
        </p:nvSpPr>
        <p:spPr bwMode="auto">
          <a:xfrm rot="5400000">
            <a:off x="4430363" y="813135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14357" name="组合 26"/>
          <p:cNvGrpSpPr>
            <a:grpSpLocks/>
          </p:cNvGrpSpPr>
          <p:nvPr/>
        </p:nvGrpSpPr>
        <p:grpSpPr bwMode="auto">
          <a:xfrm>
            <a:off x="4816349" y="788528"/>
            <a:ext cx="1452589" cy="412822"/>
            <a:chOff x="0" y="0"/>
            <a:chExt cx="1904222" cy="576064"/>
          </a:xfrm>
        </p:grpSpPr>
        <p:sp>
          <p:nvSpPr>
            <p:cNvPr id="14358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59" name="TextBox 39"/>
            <p:cNvSpPr>
              <a:spLocks noChangeArrowheads="1"/>
            </p:cNvSpPr>
            <p:nvPr/>
          </p:nvSpPr>
          <p:spPr bwMode="auto">
            <a:xfrm>
              <a:off x="225866" y="4591"/>
              <a:ext cx="1452490" cy="515377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特征耦合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43" name="组合 26"/>
          <p:cNvGrpSpPr>
            <a:grpSpLocks/>
          </p:cNvGrpSpPr>
          <p:nvPr/>
        </p:nvGrpSpPr>
        <p:grpSpPr bwMode="auto">
          <a:xfrm>
            <a:off x="4816351" y="2459218"/>
            <a:ext cx="1609345" cy="373016"/>
            <a:chOff x="-76737" y="1"/>
            <a:chExt cx="2263595" cy="499561"/>
          </a:xfrm>
        </p:grpSpPr>
        <p:sp>
          <p:nvSpPr>
            <p:cNvPr id="44" name="矩形 27"/>
            <p:cNvSpPr>
              <a:spLocks noChangeArrowheads="1"/>
            </p:cNvSpPr>
            <p:nvPr/>
          </p:nvSpPr>
          <p:spPr bwMode="auto">
            <a:xfrm>
              <a:off x="-76737" y="1"/>
              <a:ext cx="2263595" cy="482205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5" name="TextBox 39"/>
            <p:cNvSpPr>
              <a:spLocks noChangeArrowheads="1"/>
            </p:cNvSpPr>
            <p:nvPr/>
          </p:nvSpPr>
          <p:spPr bwMode="auto">
            <a:xfrm>
              <a:off x="-76737" y="4935"/>
              <a:ext cx="2263595" cy="49462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公共环境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46" name="TextBox 29"/>
          <p:cNvSpPr>
            <a:spLocks noChangeArrowheads="1"/>
          </p:cNvSpPr>
          <p:nvPr/>
        </p:nvSpPr>
        <p:spPr bwMode="auto">
          <a:xfrm>
            <a:off x="4816349" y="2984544"/>
            <a:ext cx="5604001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模块间通过</a:t>
            </a:r>
            <a:r>
              <a:rPr lang="zh-CN" altLang="en-US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公共数据环境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相互作用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可以分为松散和紧密松散指两个模块一取一送，紧密则是两个都取送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存在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一定的危险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1" name="组合 26"/>
          <p:cNvGrpSpPr>
            <a:grpSpLocks/>
          </p:cNvGrpSpPr>
          <p:nvPr/>
        </p:nvGrpSpPr>
        <p:grpSpPr bwMode="auto">
          <a:xfrm>
            <a:off x="4816351" y="4258093"/>
            <a:ext cx="1452589" cy="412822"/>
            <a:chOff x="0" y="0"/>
            <a:chExt cx="1904222" cy="576064"/>
          </a:xfrm>
        </p:grpSpPr>
        <p:sp>
          <p:nvSpPr>
            <p:cNvPr id="52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53" name="TextBox 39"/>
            <p:cNvSpPr>
              <a:spLocks noChangeArrowheads="1"/>
            </p:cNvSpPr>
            <p:nvPr/>
          </p:nvSpPr>
          <p:spPr bwMode="auto">
            <a:xfrm>
              <a:off x="225864" y="4591"/>
              <a:ext cx="1452491" cy="515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内容耦合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54" name="等腰三角形 12"/>
          <p:cNvSpPr>
            <a:spLocks noChangeArrowheads="1"/>
          </p:cNvSpPr>
          <p:nvPr/>
        </p:nvSpPr>
        <p:spPr bwMode="auto">
          <a:xfrm rot="5400000">
            <a:off x="4430363" y="2483825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36" name="等腰三角形 12"/>
          <p:cNvSpPr>
            <a:spLocks noChangeArrowheads="1"/>
          </p:cNvSpPr>
          <p:nvPr/>
        </p:nvSpPr>
        <p:spPr bwMode="auto">
          <a:xfrm rot="5400000">
            <a:off x="4430363" y="4282030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18616" y="1423446"/>
            <a:ext cx="3096768" cy="3757150"/>
            <a:chOff x="1118615" y="1278563"/>
            <a:chExt cx="3096768" cy="3757150"/>
          </a:xfrm>
        </p:grpSpPr>
        <p:grpSp>
          <p:nvGrpSpPr>
            <p:cNvPr id="24" name="组合 38"/>
            <p:cNvGrpSpPr>
              <a:grpSpLocks/>
            </p:cNvGrpSpPr>
            <p:nvPr/>
          </p:nvGrpSpPr>
          <p:grpSpPr bwMode="auto">
            <a:xfrm>
              <a:off x="2035492" y="1278563"/>
              <a:ext cx="1263015" cy="2640937"/>
              <a:chOff x="0" y="0"/>
              <a:chExt cx="1214280" cy="2355066"/>
            </a:xfrm>
          </p:grpSpPr>
          <p:grpSp>
            <p:nvGrpSpPr>
              <p:cNvPr id="25" name="Group 4"/>
              <p:cNvGrpSpPr>
                <a:grpSpLocks/>
              </p:cNvGrpSpPr>
              <p:nvPr/>
            </p:nvGrpSpPr>
            <p:grpSpPr bwMode="auto">
              <a:xfrm>
                <a:off x="81202" y="0"/>
                <a:ext cx="1051876" cy="2355066"/>
                <a:chOff x="0" y="0"/>
                <a:chExt cx="519" cy="1162"/>
              </a:xfrm>
            </p:grpSpPr>
            <p:sp>
              <p:nvSpPr>
                <p:cNvPr id="28" name="Oval 5"/>
                <p:cNvSpPr>
                  <a:spLocks noChangeArrowheads="1"/>
                </p:cNvSpPr>
                <p:nvPr/>
              </p:nvSpPr>
              <p:spPr bwMode="auto">
                <a:xfrm>
                  <a:off x="156" y="0"/>
                  <a:ext cx="218" cy="200"/>
                </a:xfrm>
                <a:prstGeom prst="ellipse">
                  <a:avLst/>
                </a:pr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Calibri" pitchFamily="34" charset="0"/>
                    <a:sym typeface="宋体" pitchFamily="2" charset="-122"/>
                  </a:endParaRPr>
                </a:p>
              </p:txBody>
            </p:sp>
            <p:sp>
              <p:nvSpPr>
                <p:cNvPr id="29" name="Freeform 6"/>
                <p:cNvSpPr>
                  <a:spLocks noChangeArrowheads="1"/>
                </p:cNvSpPr>
                <p:nvPr/>
              </p:nvSpPr>
              <p:spPr bwMode="auto">
                <a:xfrm>
                  <a:off x="0" y="230"/>
                  <a:ext cx="519" cy="932"/>
                </a:xfrm>
                <a:custGeom>
                  <a:avLst/>
                  <a:gdLst>
                    <a:gd name="T0" fmla="*/ 5387 w 50"/>
                    <a:gd name="T1" fmla="*/ 1203 h 93"/>
                    <a:gd name="T2" fmla="*/ 3882 w 50"/>
                    <a:gd name="T3" fmla="*/ 100 h 93"/>
                    <a:gd name="T4" fmla="*/ 1619 w 50"/>
                    <a:gd name="T5" fmla="*/ 100 h 93"/>
                    <a:gd name="T6" fmla="*/ 104 w 50"/>
                    <a:gd name="T7" fmla="*/ 1203 h 93"/>
                    <a:gd name="T8" fmla="*/ 104 w 50"/>
                    <a:gd name="T9" fmla="*/ 3718 h 93"/>
                    <a:gd name="T10" fmla="*/ 104 w 50"/>
                    <a:gd name="T11" fmla="*/ 3718 h 93"/>
                    <a:gd name="T12" fmla="*/ 104 w 50"/>
                    <a:gd name="T13" fmla="*/ 3718 h 93"/>
                    <a:gd name="T14" fmla="*/ 540 w 50"/>
                    <a:gd name="T15" fmla="*/ 4119 h 93"/>
                    <a:gd name="T16" fmla="*/ 965 w 50"/>
                    <a:gd name="T17" fmla="*/ 3718 h 93"/>
                    <a:gd name="T18" fmla="*/ 965 w 50"/>
                    <a:gd name="T19" fmla="*/ 3718 h 93"/>
                    <a:gd name="T20" fmla="*/ 965 w 50"/>
                    <a:gd name="T21" fmla="*/ 3718 h 93"/>
                    <a:gd name="T22" fmla="*/ 965 w 50"/>
                    <a:gd name="T23" fmla="*/ 1403 h 93"/>
                    <a:gd name="T24" fmla="*/ 1298 w 50"/>
                    <a:gd name="T25" fmla="*/ 1403 h 93"/>
                    <a:gd name="T26" fmla="*/ 1298 w 50"/>
                    <a:gd name="T27" fmla="*/ 8739 h 93"/>
                    <a:gd name="T28" fmla="*/ 1941 w 50"/>
                    <a:gd name="T29" fmla="*/ 9340 h 93"/>
                    <a:gd name="T30" fmla="*/ 2585 w 50"/>
                    <a:gd name="T31" fmla="*/ 8739 h 93"/>
                    <a:gd name="T32" fmla="*/ 2585 w 50"/>
                    <a:gd name="T33" fmla="*/ 4019 h 93"/>
                    <a:gd name="T34" fmla="*/ 2803 w 50"/>
                    <a:gd name="T35" fmla="*/ 4019 h 93"/>
                    <a:gd name="T36" fmla="*/ 2803 w 50"/>
                    <a:gd name="T37" fmla="*/ 8739 h 93"/>
                    <a:gd name="T38" fmla="*/ 2803 w 50"/>
                    <a:gd name="T39" fmla="*/ 8739 h 93"/>
                    <a:gd name="T40" fmla="*/ 3446 w 50"/>
                    <a:gd name="T41" fmla="*/ 9340 h 93"/>
                    <a:gd name="T42" fmla="*/ 4090 w 50"/>
                    <a:gd name="T43" fmla="*/ 8739 h 93"/>
                    <a:gd name="T44" fmla="*/ 4090 w 50"/>
                    <a:gd name="T45" fmla="*/ 1303 h 93"/>
                    <a:gd name="T46" fmla="*/ 4422 w 50"/>
                    <a:gd name="T47" fmla="*/ 1303 h 93"/>
                    <a:gd name="T48" fmla="*/ 4422 w 50"/>
                    <a:gd name="T49" fmla="*/ 3718 h 93"/>
                    <a:gd name="T50" fmla="*/ 4422 w 50"/>
                    <a:gd name="T51" fmla="*/ 3718 h 93"/>
                    <a:gd name="T52" fmla="*/ 4422 w 50"/>
                    <a:gd name="T53" fmla="*/ 3718 h 93"/>
                    <a:gd name="T54" fmla="*/ 4847 w 50"/>
                    <a:gd name="T55" fmla="*/ 4119 h 93"/>
                    <a:gd name="T56" fmla="*/ 5387 w 50"/>
                    <a:gd name="T57" fmla="*/ 3718 h 93"/>
                    <a:gd name="T58" fmla="*/ 5387 w 50"/>
                    <a:gd name="T59" fmla="*/ 3718 h 93"/>
                    <a:gd name="T60" fmla="*/ 5387 w 50"/>
                    <a:gd name="T61" fmla="*/ 1203 h 93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w 50"/>
                    <a:gd name="T94" fmla="*/ 0 h 93"/>
                    <a:gd name="T95" fmla="*/ 50 w 50"/>
                    <a:gd name="T96" fmla="*/ 93 h 93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T93" t="T94" r="T95" b="T96"/>
                  <a:pathLst>
                    <a:path w="50" h="93">
                      <a:moveTo>
                        <a:pt x="50" y="12"/>
                      </a:moveTo>
                      <a:cubicBezTo>
                        <a:pt x="49" y="0"/>
                        <a:pt x="36" y="1"/>
                        <a:pt x="36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0" y="1"/>
                        <a:pt x="1" y="12"/>
                        <a:pt x="1" y="12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40"/>
                        <a:pt x="3" y="41"/>
                        <a:pt x="5" y="41"/>
                      </a:cubicBezTo>
                      <a:cubicBezTo>
                        <a:pt x="7" y="41"/>
                        <a:pt x="9" y="40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87"/>
                        <a:pt x="12" y="87"/>
                        <a:pt x="12" y="87"/>
                      </a:cubicBezTo>
                      <a:cubicBezTo>
                        <a:pt x="12" y="91"/>
                        <a:pt x="15" y="93"/>
                        <a:pt x="18" y="93"/>
                      </a:cubicBezTo>
                      <a:cubicBezTo>
                        <a:pt x="21" y="93"/>
                        <a:pt x="24" y="91"/>
                        <a:pt x="24" y="87"/>
                      </a:cubicBezTo>
                      <a:cubicBezTo>
                        <a:pt x="24" y="40"/>
                        <a:pt x="24" y="40"/>
                        <a:pt x="24" y="40"/>
                      </a:cubicBezTo>
                      <a:cubicBezTo>
                        <a:pt x="26" y="40"/>
                        <a:pt x="26" y="40"/>
                        <a:pt x="26" y="40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7" y="91"/>
                        <a:pt x="29" y="93"/>
                        <a:pt x="32" y="93"/>
                      </a:cubicBezTo>
                      <a:cubicBezTo>
                        <a:pt x="36" y="93"/>
                        <a:pt x="38" y="91"/>
                        <a:pt x="38" y="87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9"/>
                        <a:pt x="43" y="41"/>
                        <a:pt x="45" y="41"/>
                      </a:cubicBezTo>
                      <a:cubicBezTo>
                        <a:pt x="48" y="41"/>
                        <a:pt x="50" y="39"/>
                        <a:pt x="50" y="37"/>
                      </a:cubicBezTo>
                      <a:cubicBezTo>
                        <a:pt x="50" y="37"/>
                        <a:pt x="50" y="37"/>
                        <a:pt x="50" y="37"/>
                      </a:cubicBezTo>
                      <a:lnTo>
                        <a:pt x="50" y="12"/>
                      </a:lnTo>
                      <a:close/>
                    </a:path>
                  </a:pathLst>
                </a:cu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流程图: 过程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4467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27" name="流程图: 过程 41"/>
              <p:cNvSpPr>
                <a:spLocks noChangeArrowheads="1"/>
              </p:cNvSpPr>
              <p:nvPr/>
            </p:nvSpPr>
            <p:spPr bwMode="auto">
              <a:xfrm>
                <a:off x="1133078" y="0"/>
                <a:ext cx="81202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1118615" y="4450938"/>
              <a:ext cx="30967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3D6869"/>
                  </a:solidFill>
                  <a:latin typeface="微软雅黑" pitchFamily="34" charset="-122"/>
                  <a:ea typeface="微软雅黑" pitchFamily="34" charset="-122"/>
                </a:rPr>
                <a:t>具体分析与评价</a:t>
              </a:r>
            </a:p>
          </p:txBody>
        </p:sp>
      </p:grpSp>
      <p:sp>
        <p:nvSpPr>
          <p:cNvPr id="32" name="TextBox 29"/>
          <p:cNvSpPr>
            <a:spLocks noChangeArrowheads="1"/>
          </p:cNvSpPr>
          <p:nvPr/>
        </p:nvSpPr>
        <p:spPr bwMode="auto">
          <a:xfrm>
            <a:off x="4988646" y="4766509"/>
            <a:ext cx="560400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1.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一个模块访问另一个模块内部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2.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一个模块不通过正常入口转入到另一个模块内部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3.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两个模块有一部分的代码重叠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4.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一个模块有多个入口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2" y="597733"/>
            <a:ext cx="4933916" cy="202772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2" y="2684755"/>
            <a:ext cx="5055933" cy="166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4215384" y="895776"/>
            <a:ext cx="5603999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36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总的准则</a:t>
            </a:r>
            <a:endParaRPr lang="en-US" altLang="zh-CN" sz="36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尽量使用数据耦合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2.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少用控制耦合和特征耦合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3.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限制公共环境耦合的范围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4.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完全不用内容耦合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sz="16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目标是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更松散耦合</a:t>
            </a:r>
            <a:r>
              <a:rPr lang="zh-CN" altLang="en-US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的系统！</a:t>
            </a:r>
            <a:endParaRPr lang="zh-CN" altLang="en-US" sz="2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18616" y="1423446"/>
            <a:ext cx="3096768" cy="3757150"/>
            <a:chOff x="1118615" y="1278563"/>
            <a:chExt cx="3096768" cy="3757150"/>
          </a:xfrm>
        </p:grpSpPr>
        <p:grpSp>
          <p:nvGrpSpPr>
            <p:cNvPr id="24" name="组合 38"/>
            <p:cNvGrpSpPr>
              <a:grpSpLocks/>
            </p:cNvGrpSpPr>
            <p:nvPr/>
          </p:nvGrpSpPr>
          <p:grpSpPr bwMode="auto">
            <a:xfrm>
              <a:off x="2035492" y="1278563"/>
              <a:ext cx="1263015" cy="2640937"/>
              <a:chOff x="0" y="0"/>
              <a:chExt cx="1214280" cy="2355066"/>
            </a:xfrm>
          </p:grpSpPr>
          <p:grpSp>
            <p:nvGrpSpPr>
              <p:cNvPr id="25" name="Group 4"/>
              <p:cNvGrpSpPr>
                <a:grpSpLocks/>
              </p:cNvGrpSpPr>
              <p:nvPr/>
            </p:nvGrpSpPr>
            <p:grpSpPr bwMode="auto">
              <a:xfrm>
                <a:off x="81202" y="0"/>
                <a:ext cx="1051876" cy="2355066"/>
                <a:chOff x="0" y="0"/>
                <a:chExt cx="519" cy="1162"/>
              </a:xfrm>
            </p:grpSpPr>
            <p:sp>
              <p:nvSpPr>
                <p:cNvPr id="28" name="Oval 5"/>
                <p:cNvSpPr>
                  <a:spLocks noChangeArrowheads="1"/>
                </p:cNvSpPr>
                <p:nvPr/>
              </p:nvSpPr>
              <p:spPr bwMode="auto">
                <a:xfrm>
                  <a:off x="156" y="0"/>
                  <a:ext cx="218" cy="200"/>
                </a:xfrm>
                <a:prstGeom prst="ellipse">
                  <a:avLst/>
                </a:pr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Calibri" pitchFamily="34" charset="0"/>
                    <a:sym typeface="宋体" pitchFamily="2" charset="-122"/>
                  </a:endParaRPr>
                </a:p>
              </p:txBody>
            </p:sp>
            <p:sp>
              <p:nvSpPr>
                <p:cNvPr id="29" name="Freeform 6"/>
                <p:cNvSpPr>
                  <a:spLocks noChangeArrowheads="1"/>
                </p:cNvSpPr>
                <p:nvPr/>
              </p:nvSpPr>
              <p:spPr bwMode="auto">
                <a:xfrm>
                  <a:off x="0" y="230"/>
                  <a:ext cx="519" cy="932"/>
                </a:xfrm>
                <a:custGeom>
                  <a:avLst/>
                  <a:gdLst>
                    <a:gd name="T0" fmla="*/ 5387 w 50"/>
                    <a:gd name="T1" fmla="*/ 1203 h 93"/>
                    <a:gd name="T2" fmla="*/ 3882 w 50"/>
                    <a:gd name="T3" fmla="*/ 100 h 93"/>
                    <a:gd name="T4" fmla="*/ 1619 w 50"/>
                    <a:gd name="T5" fmla="*/ 100 h 93"/>
                    <a:gd name="T6" fmla="*/ 104 w 50"/>
                    <a:gd name="T7" fmla="*/ 1203 h 93"/>
                    <a:gd name="T8" fmla="*/ 104 w 50"/>
                    <a:gd name="T9" fmla="*/ 3718 h 93"/>
                    <a:gd name="T10" fmla="*/ 104 w 50"/>
                    <a:gd name="T11" fmla="*/ 3718 h 93"/>
                    <a:gd name="T12" fmla="*/ 104 w 50"/>
                    <a:gd name="T13" fmla="*/ 3718 h 93"/>
                    <a:gd name="T14" fmla="*/ 540 w 50"/>
                    <a:gd name="T15" fmla="*/ 4119 h 93"/>
                    <a:gd name="T16" fmla="*/ 965 w 50"/>
                    <a:gd name="T17" fmla="*/ 3718 h 93"/>
                    <a:gd name="T18" fmla="*/ 965 w 50"/>
                    <a:gd name="T19" fmla="*/ 3718 h 93"/>
                    <a:gd name="T20" fmla="*/ 965 w 50"/>
                    <a:gd name="T21" fmla="*/ 3718 h 93"/>
                    <a:gd name="T22" fmla="*/ 965 w 50"/>
                    <a:gd name="T23" fmla="*/ 1403 h 93"/>
                    <a:gd name="T24" fmla="*/ 1298 w 50"/>
                    <a:gd name="T25" fmla="*/ 1403 h 93"/>
                    <a:gd name="T26" fmla="*/ 1298 w 50"/>
                    <a:gd name="T27" fmla="*/ 8739 h 93"/>
                    <a:gd name="T28" fmla="*/ 1941 w 50"/>
                    <a:gd name="T29" fmla="*/ 9340 h 93"/>
                    <a:gd name="T30" fmla="*/ 2585 w 50"/>
                    <a:gd name="T31" fmla="*/ 8739 h 93"/>
                    <a:gd name="T32" fmla="*/ 2585 w 50"/>
                    <a:gd name="T33" fmla="*/ 4019 h 93"/>
                    <a:gd name="T34" fmla="*/ 2803 w 50"/>
                    <a:gd name="T35" fmla="*/ 4019 h 93"/>
                    <a:gd name="T36" fmla="*/ 2803 w 50"/>
                    <a:gd name="T37" fmla="*/ 8739 h 93"/>
                    <a:gd name="T38" fmla="*/ 2803 w 50"/>
                    <a:gd name="T39" fmla="*/ 8739 h 93"/>
                    <a:gd name="T40" fmla="*/ 3446 w 50"/>
                    <a:gd name="T41" fmla="*/ 9340 h 93"/>
                    <a:gd name="T42" fmla="*/ 4090 w 50"/>
                    <a:gd name="T43" fmla="*/ 8739 h 93"/>
                    <a:gd name="T44" fmla="*/ 4090 w 50"/>
                    <a:gd name="T45" fmla="*/ 1303 h 93"/>
                    <a:gd name="T46" fmla="*/ 4422 w 50"/>
                    <a:gd name="T47" fmla="*/ 1303 h 93"/>
                    <a:gd name="T48" fmla="*/ 4422 w 50"/>
                    <a:gd name="T49" fmla="*/ 3718 h 93"/>
                    <a:gd name="T50" fmla="*/ 4422 w 50"/>
                    <a:gd name="T51" fmla="*/ 3718 h 93"/>
                    <a:gd name="T52" fmla="*/ 4422 w 50"/>
                    <a:gd name="T53" fmla="*/ 3718 h 93"/>
                    <a:gd name="T54" fmla="*/ 4847 w 50"/>
                    <a:gd name="T55" fmla="*/ 4119 h 93"/>
                    <a:gd name="T56" fmla="*/ 5387 w 50"/>
                    <a:gd name="T57" fmla="*/ 3718 h 93"/>
                    <a:gd name="T58" fmla="*/ 5387 w 50"/>
                    <a:gd name="T59" fmla="*/ 3718 h 93"/>
                    <a:gd name="T60" fmla="*/ 5387 w 50"/>
                    <a:gd name="T61" fmla="*/ 1203 h 93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w 50"/>
                    <a:gd name="T94" fmla="*/ 0 h 93"/>
                    <a:gd name="T95" fmla="*/ 50 w 50"/>
                    <a:gd name="T96" fmla="*/ 93 h 93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T93" t="T94" r="T95" b="T96"/>
                  <a:pathLst>
                    <a:path w="50" h="93">
                      <a:moveTo>
                        <a:pt x="50" y="12"/>
                      </a:moveTo>
                      <a:cubicBezTo>
                        <a:pt x="49" y="0"/>
                        <a:pt x="36" y="1"/>
                        <a:pt x="36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0" y="1"/>
                        <a:pt x="1" y="12"/>
                        <a:pt x="1" y="12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40"/>
                        <a:pt x="3" y="41"/>
                        <a:pt x="5" y="41"/>
                      </a:cubicBezTo>
                      <a:cubicBezTo>
                        <a:pt x="7" y="41"/>
                        <a:pt x="9" y="40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87"/>
                        <a:pt x="12" y="87"/>
                        <a:pt x="12" y="87"/>
                      </a:cubicBezTo>
                      <a:cubicBezTo>
                        <a:pt x="12" y="91"/>
                        <a:pt x="15" y="93"/>
                        <a:pt x="18" y="93"/>
                      </a:cubicBezTo>
                      <a:cubicBezTo>
                        <a:pt x="21" y="93"/>
                        <a:pt x="24" y="91"/>
                        <a:pt x="24" y="87"/>
                      </a:cubicBezTo>
                      <a:cubicBezTo>
                        <a:pt x="24" y="40"/>
                        <a:pt x="24" y="40"/>
                        <a:pt x="24" y="40"/>
                      </a:cubicBezTo>
                      <a:cubicBezTo>
                        <a:pt x="26" y="40"/>
                        <a:pt x="26" y="40"/>
                        <a:pt x="26" y="40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7" y="91"/>
                        <a:pt x="29" y="93"/>
                        <a:pt x="32" y="93"/>
                      </a:cubicBezTo>
                      <a:cubicBezTo>
                        <a:pt x="36" y="93"/>
                        <a:pt x="38" y="91"/>
                        <a:pt x="38" y="87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9"/>
                        <a:pt x="43" y="41"/>
                        <a:pt x="45" y="41"/>
                      </a:cubicBezTo>
                      <a:cubicBezTo>
                        <a:pt x="48" y="41"/>
                        <a:pt x="50" y="39"/>
                        <a:pt x="50" y="37"/>
                      </a:cubicBezTo>
                      <a:cubicBezTo>
                        <a:pt x="50" y="37"/>
                        <a:pt x="50" y="37"/>
                        <a:pt x="50" y="37"/>
                      </a:cubicBezTo>
                      <a:lnTo>
                        <a:pt x="50" y="12"/>
                      </a:lnTo>
                      <a:close/>
                    </a:path>
                  </a:pathLst>
                </a:cu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流程图: 过程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4467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27" name="流程图: 过程 41"/>
              <p:cNvSpPr>
                <a:spLocks noChangeArrowheads="1"/>
              </p:cNvSpPr>
              <p:nvPr/>
            </p:nvSpPr>
            <p:spPr bwMode="auto">
              <a:xfrm>
                <a:off x="1133078" y="0"/>
                <a:ext cx="81202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1118615" y="4450938"/>
              <a:ext cx="30967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3D6869"/>
                  </a:solidFill>
                  <a:latin typeface="微软雅黑" pitchFamily="34" charset="-122"/>
                  <a:ea typeface="微软雅黑" pitchFamily="34" charset="-122"/>
                </a:rPr>
                <a:t>具体分析与评价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616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14346" name="组合 1"/>
          <p:cNvGrpSpPr>
            <a:grpSpLocks/>
          </p:cNvGrpSpPr>
          <p:nvPr/>
        </p:nvGrpSpPr>
        <p:grpSpPr bwMode="auto">
          <a:xfrm>
            <a:off x="1414272" y="1787525"/>
            <a:ext cx="9249918" cy="1443039"/>
            <a:chOff x="-865438" y="0"/>
            <a:chExt cx="7386141" cy="1152129"/>
          </a:xfrm>
        </p:grpSpPr>
        <p:sp>
          <p:nvSpPr>
            <p:cNvPr id="14368" name="直接连接符 2"/>
            <p:cNvSpPr>
              <a:spLocks noChangeShapeType="1"/>
            </p:cNvSpPr>
            <p:nvPr/>
          </p:nvSpPr>
          <p:spPr bwMode="auto">
            <a:xfrm>
              <a:off x="-865438" y="504057"/>
              <a:ext cx="7386141" cy="0"/>
            </a:xfrm>
            <a:prstGeom prst="line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369" name="直接箭头连接符 3"/>
            <p:cNvCxnSpPr>
              <a:cxnSpLocks noChangeShapeType="1"/>
              <a:stCxn id="14368" idx="0"/>
            </p:cNvCxnSpPr>
            <p:nvPr/>
          </p:nvCxnSpPr>
          <p:spPr bwMode="auto">
            <a:xfrm>
              <a:off x="-865438" y="504057"/>
              <a:ext cx="0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0" name="直接箭头连接符 4"/>
            <p:cNvCxnSpPr>
              <a:cxnSpLocks noChangeShapeType="1"/>
            </p:cNvCxnSpPr>
            <p:nvPr/>
          </p:nvCxnSpPr>
          <p:spPr bwMode="auto">
            <a:xfrm>
              <a:off x="329585" y="504057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1" name="直接箭头连接符 5"/>
            <p:cNvCxnSpPr>
              <a:cxnSpLocks noChangeShapeType="1"/>
            </p:cNvCxnSpPr>
            <p:nvPr/>
          </p:nvCxnSpPr>
          <p:spPr bwMode="auto">
            <a:xfrm>
              <a:off x="1470191" y="504052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72" name="直接箭头连接符 6"/>
            <p:cNvCxnSpPr>
              <a:cxnSpLocks noChangeShapeType="1"/>
            </p:cNvCxnSpPr>
            <p:nvPr/>
          </p:nvCxnSpPr>
          <p:spPr bwMode="auto">
            <a:xfrm>
              <a:off x="5232788" y="504057"/>
              <a:ext cx="1" cy="648072"/>
            </a:xfrm>
            <a:prstGeom prst="straightConnector1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73" name="直接连接符 7"/>
            <p:cNvSpPr>
              <a:spLocks noChangeShapeType="1"/>
            </p:cNvSpPr>
            <p:nvPr/>
          </p:nvSpPr>
          <p:spPr bwMode="auto">
            <a:xfrm flipH="1">
              <a:off x="3080337" y="0"/>
              <a:ext cx="1" cy="504056"/>
            </a:xfrm>
            <a:prstGeom prst="line">
              <a:avLst/>
            </a:prstGeom>
            <a:noFill/>
            <a:ln w="6350">
              <a:solidFill>
                <a:srgbClr val="7F7F7F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53" name="组合 14"/>
          <p:cNvGrpSpPr>
            <a:grpSpLocks/>
          </p:cNvGrpSpPr>
          <p:nvPr/>
        </p:nvGrpSpPr>
        <p:grpSpPr bwMode="auto">
          <a:xfrm>
            <a:off x="4887278" y="1066800"/>
            <a:ext cx="2905125" cy="720725"/>
            <a:chOff x="0" y="0"/>
            <a:chExt cx="2320263" cy="576064"/>
          </a:xfrm>
        </p:grpSpPr>
        <p:sp>
          <p:nvSpPr>
            <p:cNvPr id="14366" name="矩形 15"/>
            <p:cNvSpPr>
              <a:spLocks noChangeArrowheads="1"/>
            </p:cNvSpPr>
            <p:nvPr/>
          </p:nvSpPr>
          <p:spPr bwMode="auto">
            <a:xfrm>
              <a:off x="0" y="0"/>
              <a:ext cx="2320263" cy="576064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7" name="TextBox 35"/>
            <p:cNvSpPr>
              <a:spLocks noChangeArrowheads="1"/>
            </p:cNvSpPr>
            <p:nvPr/>
          </p:nvSpPr>
          <p:spPr bwMode="auto">
            <a:xfrm>
              <a:off x="789857" y="78931"/>
              <a:ext cx="721057" cy="418201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内聚</a:t>
              </a:r>
              <a:endPara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4" name="组合 17"/>
          <p:cNvGrpSpPr>
            <a:grpSpLocks/>
          </p:cNvGrpSpPr>
          <p:nvPr/>
        </p:nvGrpSpPr>
        <p:grpSpPr bwMode="auto">
          <a:xfrm>
            <a:off x="780287" y="3384671"/>
            <a:ext cx="1382903" cy="417578"/>
            <a:chOff x="417511" y="140563"/>
            <a:chExt cx="1069200" cy="316925"/>
          </a:xfrm>
        </p:grpSpPr>
        <p:sp>
          <p:nvSpPr>
            <p:cNvPr id="14364" name="矩形 18"/>
            <p:cNvSpPr>
              <a:spLocks noChangeArrowheads="1"/>
            </p:cNvSpPr>
            <p:nvPr/>
          </p:nvSpPr>
          <p:spPr bwMode="auto">
            <a:xfrm>
              <a:off x="417511" y="158259"/>
              <a:ext cx="1069200" cy="277243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5" name="TextBox 36"/>
            <p:cNvSpPr>
              <a:spLocks noChangeArrowheads="1"/>
            </p:cNvSpPr>
            <p:nvPr/>
          </p:nvSpPr>
          <p:spPr bwMode="auto">
            <a:xfrm>
              <a:off x="417511" y="140563"/>
              <a:ext cx="1069200" cy="316925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偶然内聚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5" name="组合 20"/>
          <p:cNvGrpSpPr>
            <a:grpSpLocks/>
          </p:cNvGrpSpPr>
          <p:nvPr/>
        </p:nvGrpSpPr>
        <p:grpSpPr bwMode="auto">
          <a:xfrm>
            <a:off x="2288810" y="3389428"/>
            <a:ext cx="1244062" cy="412821"/>
            <a:chOff x="-2" y="0"/>
            <a:chExt cx="1904222" cy="576064"/>
          </a:xfrm>
        </p:grpSpPr>
        <p:sp>
          <p:nvSpPr>
            <p:cNvPr id="14362" name="矩形 21"/>
            <p:cNvSpPr>
              <a:spLocks noChangeArrowheads="1"/>
            </p:cNvSpPr>
            <p:nvPr/>
          </p:nvSpPr>
          <p:spPr bwMode="auto">
            <a:xfrm>
              <a:off x="-2" y="0"/>
              <a:ext cx="1904222" cy="576064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3" name="TextBox 37"/>
            <p:cNvSpPr>
              <a:spLocks noChangeArrowheads="1"/>
            </p:cNvSpPr>
            <p:nvPr/>
          </p:nvSpPr>
          <p:spPr bwMode="auto">
            <a:xfrm>
              <a:off x="104134" y="31019"/>
              <a:ext cx="1695953" cy="515378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逻辑</a:t>
              </a: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内聚</a:t>
              </a:r>
            </a:p>
          </p:txBody>
        </p:sp>
      </p:grpSp>
      <p:grpSp>
        <p:nvGrpSpPr>
          <p:cNvPr id="14356" name="组合 23"/>
          <p:cNvGrpSpPr>
            <a:grpSpLocks/>
          </p:cNvGrpSpPr>
          <p:nvPr/>
        </p:nvGrpSpPr>
        <p:grpSpPr bwMode="auto">
          <a:xfrm>
            <a:off x="3633597" y="3385065"/>
            <a:ext cx="1411326" cy="412821"/>
            <a:chOff x="-1309391" y="136232"/>
            <a:chExt cx="1152675" cy="272508"/>
          </a:xfrm>
        </p:grpSpPr>
        <p:sp>
          <p:nvSpPr>
            <p:cNvPr id="14360" name="矩形 24"/>
            <p:cNvSpPr>
              <a:spLocks noChangeArrowheads="1"/>
            </p:cNvSpPr>
            <p:nvPr/>
          </p:nvSpPr>
          <p:spPr bwMode="auto">
            <a:xfrm>
              <a:off x="-1309391" y="138404"/>
              <a:ext cx="1152675" cy="270336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1" name="TextBox 38"/>
            <p:cNvSpPr>
              <a:spLocks noChangeArrowheads="1"/>
            </p:cNvSpPr>
            <p:nvPr/>
          </p:nvSpPr>
          <p:spPr bwMode="auto">
            <a:xfrm>
              <a:off x="-1220578" y="136232"/>
              <a:ext cx="932379" cy="243800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时间内聚</a:t>
              </a:r>
            </a:p>
          </p:txBody>
        </p:sp>
      </p:grpSp>
      <p:grpSp>
        <p:nvGrpSpPr>
          <p:cNvPr id="14357" name="组合 26"/>
          <p:cNvGrpSpPr>
            <a:grpSpLocks/>
          </p:cNvGrpSpPr>
          <p:nvPr/>
        </p:nvGrpSpPr>
        <p:grpSpPr bwMode="auto">
          <a:xfrm>
            <a:off x="5149938" y="3385065"/>
            <a:ext cx="1452589" cy="412822"/>
            <a:chOff x="0" y="0"/>
            <a:chExt cx="1904222" cy="576064"/>
          </a:xfrm>
        </p:grpSpPr>
        <p:sp>
          <p:nvSpPr>
            <p:cNvPr id="14358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59" name="TextBox 39"/>
            <p:cNvSpPr>
              <a:spLocks noChangeArrowheads="1"/>
            </p:cNvSpPr>
            <p:nvPr/>
          </p:nvSpPr>
          <p:spPr bwMode="auto">
            <a:xfrm>
              <a:off x="225866" y="4591"/>
              <a:ext cx="1452491" cy="515377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过程内聚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cxnSp>
        <p:nvCxnSpPr>
          <p:cNvPr id="38" name="直接箭头连接符 5"/>
          <p:cNvCxnSpPr>
            <a:cxnSpLocks noChangeShapeType="1"/>
          </p:cNvCxnSpPr>
          <p:nvPr/>
        </p:nvCxnSpPr>
        <p:spPr bwMode="auto">
          <a:xfrm>
            <a:off x="5632392" y="2390630"/>
            <a:ext cx="1" cy="811709"/>
          </a:xfrm>
          <a:prstGeom prst="straightConnector1">
            <a:avLst/>
          </a:prstGeom>
          <a:noFill/>
          <a:ln w="6350">
            <a:solidFill>
              <a:srgbClr val="7F7F7F"/>
            </a:solidFill>
            <a:bevel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5"/>
          <p:cNvCxnSpPr>
            <a:cxnSpLocks noChangeShapeType="1"/>
          </p:cNvCxnSpPr>
          <p:nvPr/>
        </p:nvCxnSpPr>
        <p:spPr bwMode="auto">
          <a:xfrm>
            <a:off x="7190740" y="2418855"/>
            <a:ext cx="1" cy="811709"/>
          </a:xfrm>
          <a:prstGeom prst="straightConnector1">
            <a:avLst/>
          </a:prstGeom>
          <a:noFill/>
          <a:ln w="6350">
            <a:solidFill>
              <a:srgbClr val="7F7F7F"/>
            </a:solidFill>
            <a:bevel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3" name="组合 26"/>
          <p:cNvGrpSpPr>
            <a:grpSpLocks/>
          </p:cNvGrpSpPr>
          <p:nvPr/>
        </p:nvGrpSpPr>
        <p:grpSpPr bwMode="auto">
          <a:xfrm>
            <a:off x="6779043" y="3407295"/>
            <a:ext cx="1302929" cy="373016"/>
            <a:chOff x="133026" y="1"/>
            <a:chExt cx="1832611" cy="499561"/>
          </a:xfrm>
        </p:grpSpPr>
        <p:sp>
          <p:nvSpPr>
            <p:cNvPr id="44" name="矩形 27"/>
            <p:cNvSpPr>
              <a:spLocks noChangeArrowheads="1"/>
            </p:cNvSpPr>
            <p:nvPr/>
          </p:nvSpPr>
          <p:spPr bwMode="auto">
            <a:xfrm>
              <a:off x="133026" y="1"/>
              <a:ext cx="1832611" cy="482204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5" name="TextBox 39"/>
            <p:cNvSpPr>
              <a:spLocks noChangeArrowheads="1"/>
            </p:cNvSpPr>
            <p:nvPr/>
          </p:nvSpPr>
          <p:spPr bwMode="auto">
            <a:xfrm>
              <a:off x="133026" y="4935"/>
              <a:ext cx="1832611" cy="49462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通信内聚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50" name="TextBox 29"/>
          <p:cNvSpPr>
            <a:spLocks noChangeArrowheads="1"/>
          </p:cNvSpPr>
          <p:nvPr/>
        </p:nvSpPr>
        <p:spPr bwMode="auto">
          <a:xfrm>
            <a:off x="1471740" y="5005785"/>
            <a:ext cx="248388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低内聚</a:t>
            </a:r>
          </a:p>
        </p:txBody>
      </p:sp>
      <p:grpSp>
        <p:nvGrpSpPr>
          <p:cNvPr id="51" name="组合 26"/>
          <p:cNvGrpSpPr>
            <a:grpSpLocks/>
          </p:cNvGrpSpPr>
          <p:nvPr/>
        </p:nvGrpSpPr>
        <p:grpSpPr bwMode="auto">
          <a:xfrm>
            <a:off x="8324996" y="3384671"/>
            <a:ext cx="1452589" cy="412822"/>
            <a:chOff x="0" y="0"/>
            <a:chExt cx="1904222" cy="576064"/>
          </a:xfrm>
        </p:grpSpPr>
        <p:sp>
          <p:nvSpPr>
            <p:cNvPr id="52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53" name="TextBox 39"/>
            <p:cNvSpPr>
              <a:spLocks noChangeArrowheads="1"/>
            </p:cNvSpPr>
            <p:nvPr/>
          </p:nvSpPr>
          <p:spPr bwMode="auto">
            <a:xfrm>
              <a:off x="225864" y="4591"/>
              <a:ext cx="1452491" cy="515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顺序内聚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cxnSp>
        <p:nvCxnSpPr>
          <p:cNvPr id="54" name="直接箭头连接符 6"/>
          <p:cNvCxnSpPr>
            <a:cxnSpLocks noChangeShapeType="1"/>
          </p:cNvCxnSpPr>
          <p:nvPr/>
        </p:nvCxnSpPr>
        <p:spPr bwMode="auto">
          <a:xfrm>
            <a:off x="10672574" y="2418855"/>
            <a:ext cx="1" cy="811709"/>
          </a:xfrm>
          <a:prstGeom prst="straightConnector1">
            <a:avLst/>
          </a:prstGeom>
          <a:noFill/>
          <a:ln w="6350">
            <a:solidFill>
              <a:srgbClr val="7F7F7F"/>
            </a:solidFill>
            <a:bevel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5" name="组合 26"/>
          <p:cNvGrpSpPr>
            <a:grpSpLocks/>
          </p:cNvGrpSpPr>
          <p:nvPr/>
        </p:nvGrpSpPr>
        <p:grpSpPr bwMode="auto">
          <a:xfrm>
            <a:off x="9937897" y="3390321"/>
            <a:ext cx="1452588" cy="412822"/>
            <a:chOff x="0" y="0"/>
            <a:chExt cx="1904222" cy="576064"/>
          </a:xfrm>
          <a:solidFill>
            <a:srgbClr val="7030A0"/>
          </a:solidFill>
        </p:grpSpPr>
        <p:sp>
          <p:nvSpPr>
            <p:cNvPr id="56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57" name="TextBox 39"/>
            <p:cNvSpPr>
              <a:spLocks noChangeArrowheads="1"/>
            </p:cNvSpPr>
            <p:nvPr/>
          </p:nvSpPr>
          <p:spPr bwMode="auto">
            <a:xfrm>
              <a:off x="225867" y="4591"/>
              <a:ext cx="1452491" cy="5153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功能内聚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6" name="右大括号 5"/>
          <p:cNvSpPr/>
          <p:nvPr/>
        </p:nvSpPr>
        <p:spPr bwMode="auto">
          <a:xfrm rot="5400000">
            <a:off x="2328512" y="3378679"/>
            <a:ext cx="770334" cy="2483881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8" name="右大括号 57"/>
          <p:cNvSpPr/>
          <p:nvPr/>
        </p:nvSpPr>
        <p:spPr bwMode="auto">
          <a:xfrm rot="5400000">
            <a:off x="6217360" y="3378677"/>
            <a:ext cx="770334" cy="2483881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9" name="TextBox 29"/>
          <p:cNvSpPr>
            <a:spLocks noChangeArrowheads="1"/>
          </p:cNvSpPr>
          <p:nvPr/>
        </p:nvSpPr>
        <p:spPr bwMode="auto">
          <a:xfrm>
            <a:off x="5360588" y="5005785"/>
            <a:ext cx="248388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中内</a:t>
            </a:r>
            <a:r>
              <a:rPr lang="zh-CN" altLang="en-US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聚</a:t>
            </a:r>
          </a:p>
        </p:txBody>
      </p:sp>
      <p:sp>
        <p:nvSpPr>
          <p:cNvPr id="60" name="右大括号 59"/>
          <p:cNvSpPr/>
          <p:nvPr/>
        </p:nvSpPr>
        <p:spPr bwMode="auto">
          <a:xfrm rot="5400000">
            <a:off x="9552729" y="3378678"/>
            <a:ext cx="770334" cy="2483881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1" name="TextBox 29"/>
          <p:cNvSpPr>
            <a:spLocks noChangeArrowheads="1"/>
          </p:cNvSpPr>
          <p:nvPr/>
        </p:nvSpPr>
        <p:spPr bwMode="auto">
          <a:xfrm>
            <a:off x="8695955" y="5005787"/>
            <a:ext cx="248388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内</a:t>
            </a:r>
            <a:r>
              <a:rPr lang="zh-CN" altLang="en-US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聚</a:t>
            </a:r>
          </a:p>
        </p:txBody>
      </p:sp>
    </p:spTree>
    <p:extLst>
      <p:ext uri="{BB962C8B-B14F-4D97-AF65-F5344CB8AC3E}">
        <p14:creationId xmlns:p14="http://schemas.microsoft.com/office/powerpoint/2010/main" val="393519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2221931" y="1426959"/>
            <a:ext cx="5107937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一个模块内部实现的多个任务之间没有联系或者很松散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不可重用</a:t>
            </a: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且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可理解性差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可以继续分为更小的模块</a:t>
            </a:r>
            <a:endParaRPr lang="zh-CN" altLang="en-US" sz="1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51" name="等腰三角形 12"/>
          <p:cNvSpPr>
            <a:spLocks noChangeArrowheads="1"/>
          </p:cNvSpPr>
          <p:nvPr/>
        </p:nvSpPr>
        <p:spPr bwMode="auto">
          <a:xfrm rot="5400000">
            <a:off x="1835943" y="858461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14354" name="组合 17"/>
          <p:cNvGrpSpPr>
            <a:grpSpLocks/>
          </p:cNvGrpSpPr>
          <p:nvPr/>
        </p:nvGrpSpPr>
        <p:grpSpPr bwMode="auto">
          <a:xfrm>
            <a:off x="2221927" y="869029"/>
            <a:ext cx="1363945" cy="369332"/>
            <a:chOff x="397823" y="140563"/>
            <a:chExt cx="1088888" cy="313354"/>
          </a:xfrm>
        </p:grpSpPr>
        <p:sp>
          <p:nvSpPr>
            <p:cNvPr id="14364" name="矩形 18"/>
            <p:cNvSpPr>
              <a:spLocks noChangeArrowheads="1"/>
            </p:cNvSpPr>
            <p:nvPr/>
          </p:nvSpPr>
          <p:spPr bwMode="auto">
            <a:xfrm>
              <a:off x="417511" y="158259"/>
              <a:ext cx="1069200" cy="277243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5" name="TextBox 36"/>
            <p:cNvSpPr>
              <a:spLocks noChangeArrowheads="1"/>
            </p:cNvSpPr>
            <p:nvPr/>
          </p:nvSpPr>
          <p:spPr bwMode="auto">
            <a:xfrm>
              <a:off x="397823" y="140563"/>
              <a:ext cx="1088887" cy="313354"/>
            </a:xfrm>
            <a:prstGeom prst="rect">
              <a:avLst/>
            </a:prstGeom>
            <a:solidFill>
              <a:srgbClr val="3D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偶然内聚</a:t>
              </a:r>
            </a:p>
          </p:txBody>
        </p:sp>
      </p:grpSp>
      <p:grpSp>
        <p:nvGrpSpPr>
          <p:cNvPr id="14355" name="组合 20"/>
          <p:cNvGrpSpPr>
            <a:grpSpLocks/>
          </p:cNvGrpSpPr>
          <p:nvPr/>
        </p:nvGrpSpPr>
        <p:grpSpPr bwMode="auto">
          <a:xfrm>
            <a:off x="2221930" y="2589893"/>
            <a:ext cx="1363942" cy="412821"/>
            <a:chOff x="-2" y="0"/>
            <a:chExt cx="1904222" cy="576064"/>
          </a:xfrm>
        </p:grpSpPr>
        <p:sp>
          <p:nvSpPr>
            <p:cNvPr id="14362" name="矩形 21"/>
            <p:cNvSpPr>
              <a:spLocks noChangeArrowheads="1"/>
            </p:cNvSpPr>
            <p:nvPr/>
          </p:nvSpPr>
          <p:spPr bwMode="auto">
            <a:xfrm>
              <a:off x="-2" y="0"/>
              <a:ext cx="1904222" cy="576064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3" name="TextBox 37"/>
            <p:cNvSpPr>
              <a:spLocks noChangeArrowheads="1"/>
            </p:cNvSpPr>
            <p:nvPr/>
          </p:nvSpPr>
          <p:spPr bwMode="auto">
            <a:xfrm>
              <a:off x="104133" y="31019"/>
              <a:ext cx="1695953" cy="515378"/>
            </a:xfrm>
            <a:prstGeom prst="rect">
              <a:avLst/>
            </a:prstGeom>
            <a:solidFill>
              <a:srgbClr val="FF4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逻辑内聚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4356" name="组合 23"/>
          <p:cNvGrpSpPr>
            <a:grpSpLocks/>
          </p:cNvGrpSpPr>
          <p:nvPr/>
        </p:nvGrpSpPr>
        <p:grpSpPr bwMode="auto">
          <a:xfrm>
            <a:off x="2221930" y="4547114"/>
            <a:ext cx="1363941" cy="412821"/>
            <a:chOff x="-1309391" y="136232"/>
            <a:chExt cx="1152675" cy="272508"/>
          </a:xfrm>
        </p:grpSpPr>
        <p:sp>
          <p:nvSpPr>
            <p:cNvPr id="14360" name="矩形 24"/>
            <p:cNvSpPr>
              <a:spLocks noChangeArrowheads="1"/>
            </p:cNvSpPr>
            <p:nvPr/>
          </p:nvSpPr>
          <p:spPr bwMode="auto">
            <a:xfrm>
              <a:off x="-1309391" y="138404"/>
              <a:ext cx="1152675" cy="270336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61" name="TextBox 38"/>
            <p:cNvSpPr>
              <a:spLocks noChangeArrowheads="1"/>
            </p:cNvSpPr>
            <p:nvPr/>
          </p:nvSpPr>
          <p:spPr bwMode="auto">
            <a:xfrm>
              <a:off x="-1220578" y="136232"/>
              <a:ext cx="932379" cy="243800"/>
            </a:xfrm>
            <a:prstGeom prst="rect">
              <a:avLst/>
            </a:prstGeom>
            <a:solidFill>
              <a:srgbClr val="22F2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时间内聚</a:t>
              </a:r>
            </a:p>
          </p:txBody>
        </p:sp>
      </p:grpSp>
      <p:sp>
        <p:nvSpPr>
          <p:cNvPr id="46" name="TextBox 29"/>
          <p:cNvSpPr>
            <a:spLocks noChangeArrowheads="1"/>
          </p:cNvSpPr>
          <p:nvPr/>
        </p:nvSpPr>
        <p:spPr bwMode="auto">
          <a:xfrm>
            <a:off x="2221929" y="3212751"/>
            <a:ext cx="510793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模块完成的任务在逻辑上相同或者相似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接口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问题与理解性且难以重用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继续划分模块</a:t>
            </a:r>
            <a:endParaRPr lang="en-US" altLang="zh-CN" sz="1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29"/>
          <p:cNvSpPr>
            <a:spLocks noChangeArrowheads="1"/>
          </p:cNvSpPr>
          <p:nvPr/>
        </p:nvSpPr>
        <p:spPr bwMode="auto">
          <a:xfrm>
            <a:off x="2221931" y="5101504"/>
            <a:ext cx="5107937" cy="37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模块内的任务需要在同一个时间段内完成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等腰三角形 12"/>
          <p:cNvSpPr>
            <a:spLocks noChangeArrowheads="1"/>
          </p:cNvSpPr>
          <p:nvPr/>
        </p:nvSpPr>
        <p:spPr bwMode="auto">
          <a:xfrm rot="5400000">
            <a:off x="1835943" y="2614495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55" name="等腰三角形 12"/>
          <p:cNvSpPr>
            <a:spLocks noChangeArrowheads="1"/>
          </p:cNvSpPr>
          <p:nvPr/>
        </p:nvSpPr>
        <p:spPr bwMode="auto">
          <a:xfrm rot="5400000">
            <a:off x="1835943" y="4623941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32" name="组合 38"/>
          <p:cNvGrpSpPr>
            <a:grpSpLocks/>
          </p:cNvGrpSpPr>
          <p:nvPr/>
        </p:nvGrpSpPr>
        <p:grpSpPr bwMode="auto">
          <a:xfrm>
            <a:off x="8982392" y="1426959"/>
            <a:ext cx="1263015" cy="2640937"/>
            <a:chOff x="0" y="0"/>
            <a:chExt cx="1214280" cy="2355066"/>
          </a:xfrm>
        </p:grpSpPr>
        <p:grpSp>
          <p:nvGrpSpPr>
            <p:cNvPr id="33" name="Group 4"/>
            <p:cNvGrpSpPr>
              <a:grpSpLocks/>
            </p:cNvGrpSpPr>
            <p:nvPr/>
          </p:nvGrpSpPr>
          <p:grpSpPr bwMode="auto">
            <a:xfrm>
              <a:off x="81202" y="0"/>
              <a:ext cx="1051876" cy="2355066"/>
              <a:chOff x="0" y="0"/>
              <a:chExt cx="519" cy="1162"/>
            </a:xfrm>
          </p:grpSpPr>
          <p:sp>
            <p:nvSpPr>
              <p:cNvPr id="36" name="Oval 5"/>
              <p:cNvSpPr>
                <a:spLocks noChangeArrowheads="1"/>
              </p:cNvSpPr>
              <p:nvPr/>
            </p:nvSpPr>
            <p:spPr bwMode="auto">
              <a:xfrm>
                <a:off x="156" y="0"/>
                <a:ext cx="218" cy="200"/>
              </a:xfrm>
              <a:prstGeom prst="ellipse">
                <a:avLst/>
              </a:prstGeom>
              <a:solidFill>
                <a:srgbClr val="3D68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buFont typeface="Arial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itchFamily="34" charset="0"/>
                  <a:sym typeface="宋体" pitchFamily="2" charset="-122"/>
                </a:endParaRPr>
              </a:p>
            </p:txBody>
          </p:sp>
          <p:sp>
            <p:nvSpPr>
              <p:cNvPr id="37" name="Freeform 6"/>
              <p:cNvSpPr>
                <a:spLocks noChangeArrowheads="1"/>
              </p:cNvSpPr>
              <p:nvPr/>
            </p:nvSpPr>
            <p:spPr bwMode="auto">
              <a:xfrm>
                <a:off x="0" y="230"/>
                <a:ext cx="519" cy="932"/>
              </a:xfrm>
              <a:custGeom>
                <a:avLst/>
                <a:gdLst>
                  <a:gd name="T0" fmla="*/ 5387 w 50"/>
                  <a:gd name="T1" fmla="*/ 1203 h 93"/>
                  <a:gd name="T2" fmla="*/ 3882 w 50"/>
                  <a:gd name="T3" fmla="*/ 100 h 93"/>
                  <a:gd name="T4" fmla="*/ 1619 w 50"/>
                  <a:gd name="T5" fmla="*/ 100 h 93"/>
                  <a:gd name="T6" fmla="*/ 104 w 50"/>
                  <a:gd name="T7" fmla="*/ 1203 h 93"/>
                  <a:gd name="T8" fmla="*/ 104 w 50"/>
                  <a:gd name="T9" fmla="*/ 3718 h 93"/>
                  <a:gd name="T10" fmla="*/ 104 w 50"/>
                  <a:gd name="T11" fmla="*/ 3718 h 93"/>
                  <a:gd name="T12" fmla="*/ 104 w 50"/>
                  <a:gd name="T13" fmla="*/ 3718 h 93"/>
                  <a:gd name="T14" fmla="*/ 540 w 50"/>
                  <a:gd name="T15" fmla="*/ 4119 h 93"/>
                  <a:gd name="T16" fmla="*/ 965 w 50"/>
                  <a:gd name="T17" fmla="*/ 3718 h 93"/>
                  <a:gd name="T18" fmla="*/ 965 w 50"/>
                  <a:gd name="T19" fmla="*/ 3718 h 93"/>
                  <a:gd name="T20" fmla="*/ 965 w 50"/>
                  <a:gd name="T21" fmla="*/ 3718 h 93"/>
                  <a:gd name="T22" fmla="*/ 965 w 50"/>
                  <a:gd name="T23" fmla="*/ 1403 h 93"/>
                  <a:gd name="T24" fmla="*/ 1298 w 50"/>
                  <a:gd name="T25" fmla="*/ 1403 h 93"/>
                  <a:gd name="T26" fmla="*/ 1298 w 50"/>
                  <a:gd name="T27" fmla="*/ 8739 h 93"/>
                  <a:gd name="T28" fmla="*/ 1941 w 50"/>
                  <a:gd name="T29" fmla="*/ 9340 h 93"/>
                  <a:gd name="T30" fmla="*/ 2585 w 50"/>
                  <a:gd name="T31" fmla="*/ 8739 h 93"/>
                  <a:gd name="T32" fmla="*/ 2585 w 50"/>
                  <a:gd name="T33" fmla="*/ 4019 h 93"/>
                  <a:gd name="T34" fmla="*/ 2803 w 50"/>
                  <a:gd name="T35" fmla="*/ 4019 h 93"/>
                  <a:gd name="T36" fmla="*/ 2803 w 50"/>
                  <a:gd name="T37" fmla="*/ 8739 h 93"/>
                  <a:gd name="T38" fmla="*/ 2803 w 50"/>
                  <a:gd name="T39" fmla="*/ 8739 h 93"/>
                  <a:gd name="T40" fmla="*/ 3446 w 50"/>
                  <a:gd name="T41" fmla="*/ 9340 h 93"/>
                  <a:gd name="T42" fmla="*/ 4090 w 50"/>
                  <a:gd name="T43" fmla="*/ 8739 h 93"/>
                  <a:gd name="T44" fmla="*/ 4090 w 50"/>
                  <a:gd name="T45" fmla="*/ 1303 h 93"/>
                  <a:gd name="T46" fmla="*/ 4422 w 50"/>
                  <a:gd name="T47" fmla="*/ 1303 h 93"/>
                  <a:gd name="T48" fmla="*/ 4422 w 50"/>
                  <a:gd name="T49" fmla="*/ 3718 h 93"/>
                  <a:gd name="T50" fmla="*/ 4422 w 50"/>
                  <a:gd name="T51" fmla="*/ 3718 h 93"/>
                  <a:gd name="T52" fmla="*/ 4422 w 50"/>
                  <a:gd name="T53" fmla="*/ 3718 h 93"/>
                  <a:gd name="T54" fmla="*/ 4847 w 50"/>
                  <a:gd name="T55" fmla="*/ 4119 h 93"/>
                  <a:gd name="T56" fmla="*/ 5387 w 50"/>
                  <a:gd name="T57" fmla="*/ 3718 h 93"/>
                  <a:gd name="T58" fmla="*/ 5387 w 50"/>
                  <a:gd name="T59" fmla="*/ 3718 h 93"/>
                  <a:gd name="T60" fmla="*/ 5387 w 50"/>
                  <a:gd name="T61" fmla="*/ 1203 h 93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0"/>
                  <a:gd name="T94" fmla="*/ 0 h 93"/>
                  <a:gd name="T95" fmla="*/ 50 w 50"/>
                  <a:gd name="T96" fmla="*/ 93 h 93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0" h="93">
                    <a:moveTo>
                      <a:pt x="50" y="12"/>
                    </a:moveTo>
                    <a:cubicBezTo>
                      <a:pt x="49" y="0"/>
                      <a:pt x="36" y="1"/>
                      <a:pt x="36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0" y="1"/>
                      <a:pt x="1" y="12"/>
                      <a:pt x="1" y="12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40"/>
                      <a:pt x="3" y="41"/>
                      <a:pt x="5" y="41"/>
                    </a:cubicBezTo>
                    <a:cubicBezTo>
                      <a:pt x="7" y="41"/>
                      <a:pt x="9" y="40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2" y="87"/>
                      <a:pt x="12" y="87"/>
                      <a:pt x="12" y="87"/>
                    </a:cubicBezTo>
                    <a:cubicBezTo>
                      <a:pt x="12" y="91"/>
                      <a:pt x="15" y="93"/>
                      <a:pt x="18" y="93"/>
                    </a:cubicBezTo>
                    <a:cubicBezTo>
                      <a:pt x="21" y="93"/>
                      <a:pt x="24" y="91"/>
                      <a:pt x="24" y="87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6" y="87"/>
                      <a:pt x="26" y="87"/>
                      <a:pt x="26" y="87"/>
                    </a:cubicBezTo>
                    <a:cubicBezTo>
                      <a:pt x="26" y="87"/>
                      <a:pt x="26" y="87"/>
                      <a:pt x="26" y="87"/>
                    </a:cubicBezTo>
                    <a:cubicBezTo>
                      <a:pt x="27" y="91"/>
                      <a:pt x="29" y="93"/>
                      <a:pt x="32" y="93"/>
                    </a:cubicBezTo>
                    <a:cubicBezTo>
                      <a:pt x="36" y="93"/>
                      <a:pt x="38" y="91"/>
                      <a:pt x="38" y="87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1" y="39"/>
                      <a:pt x="43" y="41"/>
                      <a:pt x="45" y="41"/>
                    </a:cubicBezTo>
                    <a:cubicBezTo>
                      <a:pt x="48" y="41"/>
                      <a:pt x="50" y="39"/>
                      <a:pt x="50" y="37"/>
                    </a:cubicBezTo>
                    <a:cubicBezTo>
                      <a:pt x="50" y="37"/>
                      <a:pt x="50" y="37"/>
                      <a:pt x="50" y="37"/>
                    </a:cubicBezTo>
                    <a:lnTo>
                      <a:pt x="50" y="12"/>
                    </a:lnTo>
                    <a:close/>
                  </a:path>
                </a:pathLst>
              </a:custGeom>
              <a:solidFill>
                <a:srgbClr val="3D68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流程图: 过程 40"/>
            <p:cNvSpPr>
              <a:spLocks noChangeArrowheads="1"/>
            </p:cNvSpPr>
            <p:nvPr/>
          </p:nvSpPr>
          <p:spPr bwMode="auto">
            <a:xfrm>
              <a:off x="0" y="0"/>
              <a:ext cx="94467" cy="2355066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5" name="流程图: 过程 41"/>
            <p:cNvSpPr>
              <a:spLocks noChangeArrowheads="1"/>
            </p:cNvSpPr>
            <p:nvPr/>
          </p:nvSpPr>
          <p:spPr bwMode="auto">
            <a:xfrm>
              <a:off x="1133078" y="0"/>
              <a:ext cx="81202" cy="2355066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8065515" y="4599334"/>
            <a:ext cx="3096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具体分析与评价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32" y="2488789"/>
            <a:ext cx="5055200" cy="194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2221931" y="2215233"/>
            <a:ext cx="560399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模块内需要完成的任务必须按照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特定的顺序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完成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根据程序流程图划分得到的一般是过程内聚的模块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可以进行分割，一个小模块执行一个操作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51" name="等腰三角形 12"/>
          <p:cNvSpPr>
            <a:spLocks noChangeArrowheads="1"/>
          </p:cNvSpPr>
          <p:nvPr/>
        </p:nvSpPr>
        <p:spPr bwMode="auto">
          <a:xfrm rot="5400000">
            <a:off x="1835943" y="1646735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14357" name="组合 26"/>
          <p:cNvGrpSpPr>
            <a:grpSpLocks/>
          </p:cNvGrpSpPr>
          <p:nvPr/>
        </p:nvGrpSpPr>
        <p:grpSpPr bwMode="auto">
          <a:xfrm>
            <a:off x="2221929" y="1622128"/>
            <a:ext cx="1452589" cy="412822"/>
            <a:chOff x="0" y="0"/>
            <a:chExt cx="1904222" cy="576064"/>
          </a:xfrm>
        </p:grpSpPr>
        <p:sp>
          <p:nvSpPr>
            <p:cNvPr id="14358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14359" name="TextBox 39"/>
            <p:cNvSpPr>
              <a:spLocks noChangeArrowheads="1"/>
            </p:cNvSpPr>
            <p:nvPr/>
          </p:nvSpPr>
          <p:spPr bwMode="auto">
            <a:xfrm>
              <a:off x="225864" y="4591"/>
              <a:ext cx="1452491" cy="515377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过程内聚</a:t>
              </a:r>
            </a:p>
          </p:txBody>
        </p:sp>
      </p:grpSp>
      <p:grpSp>
        <p:nvGrpSpPr>
          <p:cNvPr id="43" name="组合 26"/>
          <p:cNvGrpSpPr>
            <a:grpSpLocks/>
          </p:cNvGrpSpPr>
          <p:nvPr/>
        </p:nvGrpSpPr>
        <p:grpSpPr bwMode="auto">
          <a:xfrm>
            <a:off x="2221931" y="3670770"/>
            <a:ext cx="1452587" cy="373016"/>
            <a:chOff x="-76737" y="1"/>
            <a:chExt cx="2263595" cy="499561"/>
          </a:xfrm>
        </p:grpSpPr>
        <p:sp>
          <p:nvSpPr>
            <p:cNvPr id="44" name="矩形 27"/>
            <p:cNvSpPr>
              <a:spLocks noChangeArrowheads="1"/>
            </p:cNvSpPr>
            <p:nvPr/>
          </p:nvSpPr>
          <p:spPr bwMode="auto">
            <a:xfrm>
              <a:off x="-76737" y="1"/>
              <a:ext cx="2263595" cy="482205"/>
            </a:xfrm>
            <a:prstGeom prst="rect">
              <a:avLst/>
            </a:prstGeom>
            <a:solidFill>
              <a:srgbClr val="FFA1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5" name="TextBox 39"/>
            <p:cNvSpPr>
              <a:spLocks noChangeArrowheads="1"/>
            </p:cNvSpPr>
            <p:nvPr/>
          </p:nvSpPr>
          <p:spPr bwMode="auto">
            <a:xfrm>
              <a:off x="-76737" y="4935"/>
              <a:ext cx="2263595" cy="49462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通信内聚</a:t>
              </a:r>
            </a:p>
          </p:txBody>
        </p:sp>
      </p:grpSp>
      <p:sp>
        <p:nvSpPr>
          <p:cNvPr id="46" name="TextBox 29"/>
          <p:cNvSpPr>
            <a:spLocks noChangeArrowheads="1"/>
          </p:cNvSpPr>
          <p:nvPr/>
        </p:nvSpPr>
        <p:spPr bwMode="auto">
          <a:xfrm>
            <a:off x="2221929" y="4196096"/>
            <a:ext cx="5604001" cy="700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模块内的各个成分在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同一个数据结构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上进行操作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同样可以分成不同的小模块各自完成任务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等腰三角形 12"/>
          <p:cNvSpPr>
            <a:spLocks noChangeArrowheads="1"/>
          </p:cNvSpPr>
          <p:nvPr/>
        </p:nvSpPr>
        <p:spPr bwMode="auto">
          <a:xfrm rot="5400000">
            <a:off x="1835943" y="3695377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065516" y="1227681"/>
            <a:ext cx="3096768" cy="3757150"/>
            <a:chOff x="1118615" y="1278563"/>
            <a:chExt cx="3096768" cy="3757150"/>
          </a:xfrm>
        </p:grpSpPr>
        <p:grpSp>
          <p:nvGrpSpPr>
            <p:cNvPr id="37" name="组合 38"/>
            <p:cNvGrpSpPr>
              <a:grpSpLocks/>
            </p:cNvGrpSpPr>
            <p:nvPr/>
          </p:nvGrpSpPr>
          <p:grpSpPr bwMode="auto">
            <a:xfrm>
              <a:off x="2035492" y="1278563"/>
              <a:ext cx="1263015" cy="2640937"/>
              <a:chOff x="0" y="0"/>
              <a:chExt cx="1214280" cy="2355066"/>
            </a:xfrm>
          </p:grpSpPr>
          <p:grpSp>
            <p:nvGrpSpPr>
              <p:cNvPr id="39" name="Group 4"/>
              <p:cNvGrpSpPr>
                <a:grpSpLocks/>
              </p:cNvGrpSpPr>
              <p:nvPr/>
            </p:nvGrpSpPr>
            <p:grpSpPr bwMode="auto">
              <a:xfrm>
                <a:off x="81202" y="0"/>
                <a:ext cx="1051876" cy="2355066"/>
                <a:chOff x="0" y="0"/>
                <a:chExt cx="519" cy="1162"/>
              </a:xfrm>
            </p:grpSpPr>
            <p:sp>
              <p:nvSpPr>
                <p:cNvPr id="42" name="Oval 5"/>
                <p:cNvSpPr>
                  <a:spLocks noChangeArrowheads="1"/>
                </p:cNvSpPr>
                <p:nvPr/>
              </p:nvSpPr>
              <p:spPr bwMode="auto">
                <a:xfrm>
                  <a:off x="156" y="0"/>
                  <a:ext cx="218" cy="200"/>
                </a:xfrm>
                <a:prstGeom prst="ellipse">
                  <a:avLst/>
                </a:pr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Calibri" pitchFamily="34" charset="0"/>
                    <a:sym typeface="宋体" pitchFamily="2" charset="-122"/>
                  </a:endParaRPr>
                </a:p>
              </p:txBody>
            </p:sp>
            <p:sp>
              <p:nvSpPr>
                <p:cNvPr id="47" name="Freeform 6"/>
                <p:cNvSpPr>
                  <a:spLocks noChangeArrowheads="1"/>
                </p:cNvSpPr>
                <p:nvPr/>
              </p:nvSpPr>
              <p:spPr bwMode="auto">
                <a:xfrm>
                  <a:off x="0" y="230"/>
                  <a:ext cx="519" cy="932"/>
                </a:xfrm>
                <a:custGeom>
                  <a:avLst/>
                  <a:gdLst>
                    <a:gd name="T0" fmla="*/ 5387 w 50"/>
                    <a:gd name="T1" fmla="*/ 1203 h 93"/>
                    <a:gd name="T2" fmla="*/ 3882 w 50"/>
                    <a:gd name="T3" fmla="*/ 100 h 93"/>
                    <a:gd name="T4" fmla="*/ 1619 w 50"/>
                    <a:gd name="T5" fmla="*/ 100 h 93"/>
                    <a:gd name="T6" fmla="*/ 104 w 50"/>
                    <a:gd name="T7" fmla="*/ 1203 h 93"/>
                    <a:gd name="T8" fmla="*/ 104 w 50"/>
                    <a:gd name="T9" fmla="*/ 3718 h 93"/>
                    <a:gd name="T10" fmla="*/ 104 w 50"/>
                    <a:gd name="T11" fmla="*/ 3718 h 93"/>
                    <a:gd name="T12" fmla="*/ 104 w 50"/>
                    <a:gd name="T13" fmla="*/ 3718 h 93"/>
                    <a:gd name="T14" fmla="*/ 540 w 50"/>
                    <a:gd name="T15" fmla="*/ 4119 h 93"/>
                    <a:gd name="T16" fmla="*/ 965 w 50"/>
                    <a:gd name="T17" fmla="*/ 3718 h 93"/>
                    <a:gd name="T18" fmla="*/ 965 w 50"/>
                    <a:gd name="T19" fmla="*/ 3718 h 93"/>
                    <a:gd name="T20" fmla="*/ 965 w 50"/>
                    <a:gd name="T21" fmla="*/ 3718 h 93"/>
                    <a:gd name="T22" fmla="*/ 965 w 50"/>
                    <a:gd name="T23" fmla="*/ 1403 h 93"/>
                    <a:gd name="T24" fmla="*/ 1298 w 50"/>
                    <a:gd name="T25" fmla="*/ 1403 h 93"/>
                    <a:gd name="T26" fmla="*/ 1298 w 50"/>
                    <a:gd name="T27" fmla="*/ 8739 h 93"/>
                    <a:gd name="T28" fmla="*/ 1941 w 50"/>
                    <a:gd name="T29" fmla="*/ 9340 h 93"/>
                    <a:gd name="T30" fmla="*/ 2585 w 50"/>
                    <a:gd name="T31" fmla="*/ 8739 h 93"/>
                    <a:gd name="T32" fmla="*/ 2585 w 50"/>
                    <a:gd name="T33" fmla="*/ 4019 h 93"/>
                    <a:gd name="T34" fmla="*/ 2803 w 50"/>
                    <a:gd name="T35" fmla="*/ 4019 h 93"/>
                    <a:gd name="T36" fmla="*/ 2803 w 50"/>
                    <a:gd name="T37" fmla="*/ 8739 h 93"/>
                    <a:gd name="T38" fmla="*/ 2803 w 50"/>
                    <a:gd name="T39" fmla="*/ 8739 h 93"/>
                    <a:gd name="T40" fmla="*/ 3446 w 50"/>
                    <a:gd name="T41" fmla="*/ 9340 h 93"/>
                    <a:gd name="T42" fmla="*/ 4090 w 50"/>
                    <a:gd name="T43" fmla="*/ 8739 h 93"/>
                    <a:gd name="T44" fmla="*/ 4090 w 50"/>
                    <a:gd name="T45" fmla="*/ 1303 h 93"/>
                    <a:gd name="T46" fmla="*/ 4422 w 50"/>
                    <a:gd name="T47" fmla="*/ 1303 h 93"/>
                    <a:gd name="T48" fmla="*/ 4422 w 50"/>
                    <a:gd name="T49" fmla="*/ 3718 h 93"/>
                    <a:gd name="T50" fmla="*/ 4422 w 50"/>
                    <a:gd name="T51" fmla="*/ 3718 h 93"/>
                    <a:gd name="T52" fmla="*/ 4422 w 50"/>
                    <a:gd name="T53" fmla="*/ 3718 h 93"/>
                    <a:gd name="T54" fmla="*/ 4847 w 50"/>
                    <a:gd name="T55" fmla="*/ 4119 h 93"/>
                    <a:gd name="T56" fmla="*/ 5387 w 50"/>
                    <a:gd name="T57" fmla="*/ 3718 h 93"/>
                    <a:gd name="T58" fmla="*/ 5387 w 50"/>
                    <a:gd name="T59" fmla="*/ 3718 h 93"/>
                    <a:gd name="T60" fmla="*/ 5387 w 50"/>
                    <a:gd name="T61" fmla="*/ 1203 h 93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w 50"/>
                    <a:gd name="T94" fmla="*/ 0 h 93"/>
                    <a:gd name="T95" fmla="*/ 50 w 50"/>
                    <a:gd name="T96" fmla="*/ 93 h 93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T93" t="T94" r="T95" b="T96"/>
                  <a:pathLst>
                    <a:path w="50" h="93">
                      <a:moveTo>
                        <a:pt x="50" y="12"/>
                      </a:moveTo>
                      <a:cubicBezTo>
                        <a:pt x="49" y="0"/>
                        <a:pt x="36" y="1"/>
                        <a:pt x="36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0" y="1"/>
                        <a:pt x="1" y="12"/>
                        <a:pt x="1" y="12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40"/>
                        <a:pt x="3" y="41"/>
                        <a:pt x="5" y="41"/>
                      </a:cubicBezTo>
                      <a:cubicBezTo>
                        <a:pt x="7" y="41"/>
                        <a:pt x="9" y="40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87"/>
                        <a:pt x="12" y="87"/>
                        <a:pt x="12" y="87"/>
                      </a:cubicBezTo>
                      <a:cubicBezTo>
                        <a:pt x="12" y="91"/>
                        <a:pt x="15" y="93"/>
                        <a:pt x="18" y="93"/>
                      </a:cubicBezTo>
                      <a:cubicBezTo>
                        <a:pt x="21" y="93"/>
                        <a:pt x="24" y="91"/>
                        <a:pt x="24" y="87"/>
                      </a:cubicBezTo>
                      <a:cubicBezTo>
                        <a:pt x="24" y="40"/>
                        <a:pt x="24" y="40"/>
                        <a:pt x="24" y="40"/>
                      </a:cubicBezTo>
                      <a:cubicBezTo>
                        <a:pt x="26" y="40"/>
                        <a:pt x="26" y="40"/>
                        <a:pt x="26" y="40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7" y="91"/>
                        <a:pt x="29" y="93"/>
                        <a:pt x="32" y="93"/>
                      </a:cubicBezTo>
                      <a:cubicBezTo>
                        <a:pt x="36" y="93"/>
                        <a:pt x="38" y="91"/>
                        <a:pt x="38" y="87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9"/>
                        <a:pt x="43" y="41"/>
                        <a:pt x="45" y="41"/>
                      </a:cubicBezTo>
                      <a:cubicBezTo>
                        <a:pt x="48" y="41"/>
                        <a:pt x="50" y="39"/>
                        <a:pt x="50" y="37"/>
                      </a:cubicBezTo>
                      <a:cubicBezTo>
                        <a:pt x="50" y="37"/>
                        <a:pt x="50" y="37"/>
                        <a:pt x="50" y="37"/>
                      </a:cubicBezTo>
                      <a:lnTo>
                        <a:pt x="50" y="12"/>
                      </a:lnTo>
                      <a:close/>
                    </a:path>
                  </a:pathLst>
                </a:cu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0" name="流程图: 过程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4467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41" name="流程图: 过程 41"/>
              <p:cNvSpPr>
                <a:spLocks noChangeArrowheads="1"/>
              </p:cNvSpPr>
              <p:nvPr/>
            </p:nvSpPr>
            <p:spPr bwMode="auto">
              <a:xfrm>
                <a:off x="1133078" y="0"/>
                <a:ext cx="81202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1118615" y="4450938"/>
              <a:ext cx="30967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3D6869"/>
                  </a:solidFill>
                  <a:latin typeface="微软雅黑" pitchFamily="34" charset="-122"/>
                  <a:ea typeface="微软雅黑" pitchFamily="34" charset="-122"/>
                </a:rPr>
                <a:t>具体分析与评价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749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2221931" y="2215233"/>
            <a:ext cx="5603999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一个模块内的处理元素与同一个功能密切相关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这些处理需要按照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顺序执行</a:t>
            </a:r>
            <a:endParaRPr lang="en-US" altLang="zh-CN" sz="1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（输入输出的连接）</a:t>
            </a:r>
          </a:p>
        </p:txBody>
      </p:sp>
      <p:sp>
        <p:nvSpPr>
          <p:cNvPr id="14351" name="等腰三角形 12"/>
          <p:cNvSpPr>
            <a:spLocks noChangeArrowheads="1"/>
          </p:cNvSpPr>
          <p:nvPr/>
        </p:nvSpPr>
        <p:spPr bwMode="auto">
          <a:xfrm rot="5400000">
            <a:off x="1835943" y="1646735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6" name="TextBox 29"/>
          <p:cNvSpPr>
            <a:spLocks noChangeArrowheads="1"/>
          </p:cNvSpPr>
          <p:nvPr/>
        </p:nvSpPr>
        <p:spPr bwMode="auto">
          <a:xfrm>
            <a:off x="2221929" y="4196096"/>
            <a:ext cx="5604001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模块内的各个成分都是为了完成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同一个功能或任务</a:t>
            </a:r>
            <a:endParaRPr lang="en-US" altLang="zh-CN" sz="1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模块可重用且需要尽可能的重用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维护和扩充更加容易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等腰三角形 12"/>
          <p:cNvSpPr>
            <a:spLocks noChangeArrowheads="1"/>
          </p:cNvSpPr>
          <p:nvPr/>
        </p:nvSpPr>
        <p:spPr bwMode="auto">
          <a:xfrm rot="5400000">
            <a:off x="1835943" y="3695377"/>
            <a:ext cx="360363" cy="31115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chemeClr val="bg1"/>
              </a:solidFill>
              <a:latin typeface="宋体" pitchFamily="2" charset="-122"/>
              <a:sym typeface="宋体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065516" y="1227681"/>
            <a:ext cx="3096768" cy="3757150"/>
            <a:chOff x="1118615" y="1278563"/>
            <a:chExt cx="3096768" cy="3757150"/>
          </a:xfrm>
        </p:grpSpPr>
        <p:grpSp>
          <p:nvGrpSpPr>
            <p:cNvPr id="37" name="组合 38"/>
            <p:cNvGrpSpPr>
              <a:grpSpLocks/>
            </p:cNvGrpSpPr>
            <p:nvPr/>
          </p:nvGrpSpPr>
          <p:grpSpPr bwMode="auto">
            <a:xfrm>
              <a:off x="2035492" y="1278563"/>
              <a:ext cx="1263015" cy="2640937"/>
              <a:chOff x="0" y="0"/>
              <a:chExt cx="1214280" cy="2355066"/>
            </a:xfrm>
          </p:grpSpPr>
          <p:grpSp>
            <p:nvGrpSpPr>
              <p:cNvPr id="39" name="Group 4"/>
              <p:cNvGrpSpPr>
                <a:grpSpLocks/>
              </p:cNvGrpSpPr>
              <p:nvPr/>
            </p:nvGrpSpPr>
            <p:grpSpPr bwMode="auto">
              <a:xfrm>
                <a:off x="81202" y="0"/>
                <a:ext cx="1051876" cy="2355066"/>
                <a:chOff x="0" y="0"/>
                <a:chExt cx="519" cy="1162"/>
              </a:xfrm>
            </p:grpSpPr>
            <p:sp>
              <p:nvSpPr>
                <p:cNvPr id="42" name="Oval 5"/>
                <p:cNvSpPr>
                  <a:spLocks noChangeArrowheads="1"/>
                </p:cNvSpPr>
                <p:nvPr/>
              </p:nvSpPr>
              <p:spPr bwMode="auto">
                <a:xfrm>
                  <a:off x="156" y="0"/>
                  <a:ext cx="218" cy="200"/>
                </a:xfrm>
                <a:prstGeom prst="ellipse">
                  <a:avLst/>
                </a:pr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Calibri" pitchFamily="34" charset="0"/>
                    <a:sym typeface="宋体" pitchFamily="2" charset="-122"/>
                  </a:endParaRPr>
                </a:p>
              </p:txBody>
            </p:sp>
            <p:sp>
              <p:nvSpPr>
                <p:cNvPr id="47" name="Freeform 6"/>
                <p:cNvSpPr>
                  <a:spLocks noChangeArrowheads="1"/>
                </p:cNvSpPr>
                <p:nvPr/>
              </p:nvSpPr>
              <p:spPr bwMode="auto">
                <a:xfrm>
                  <a:off x="0" y="230"/>
                  <a:ext cx="519" cy="932"/>
                </a:xfrm>
                <a:custGeom>
                  <a:avLst/>
                  <a:gdLst>
                    <a:gd name="T0" fmla="*/ 5387 w 50"/>
                    <a:gd name="T1" fmla="*/ 1203 h 93"/>
                    <a:gd name="T2" fmla="*/ 3882 w 50"/>
                    <a:gd name="T3" fmla="*/ 100 h 93"/>
                    <a:gd name="T4" fmla="*/ 1619 w 50"/>
                    <a:gd name="T5" fmla="*/ 100 h 93"/>
                    <a:gd name="T6" fmla="*/ 104 w 50"/>
                    <a:gd name="T7" fmla="*/ 1203 h 93"/>
                    <a:gd name="T8" fmla="*/ 104 w 50"/>
                    <a:gd name="T9" fmla="*/ 3718 h 93"/>
                    <a:gd name="T10" fmla="*/ 104 w 50"/>
                    <a:gd name="T11" fmla="*/ 3718 h 93"/>
                    <a:gd name="T12" fmla="*/ 104 w 50"/>
                    <a:gd name="T13" fmla="*/ 3718 h 93"/>
                    <a:gd name="T14" fmla="*/ 540 w 50"/>
                    <a:gd name="T15" fmla="*/ 4119 h 93"/>
                    <a:gd name="T16" fmla="*/ 965 w 50"/>
                    <a:gd name="T17" fmla="*/ 3718 h 93"/>
                    <a:gd name="T18" fmla="*/ 965 w 50"/>
                    <a:gd name="T19" fmla="*/ 3718 h 93"/>
                    <a:gd name="T20" fmla="*/ 965 w 50"/>
                    <a:gd name="T21" fmla="*/ 3718 h 93"/>
                    <a:gd name="T22" fmla="*/ 965 w 50"/>
                    <a:gd name="T23" fmla="*/ 1403 h 93"/>
                    <a:gd name="T24" fmla="*/ 1298 w 50"/>
                    <a:gd name="T25" fmla="*/ 1403 h 93"/>
                    <a:gd name="T26" fmla="*/ 1298 w 50"/>
                    <a:gd name="T27" fmla="*/ 8739 h 93"/>
                    <a:gd name="T28" fmla="*/ 1941 w 50"/>
                    <a:gd name="T29" fmla="*/ 9340 h 93"/>
                    <a:gd name="T30" fmla="*/ 2585 w 50"/>
                    <a:gd name="T31" fmla="*/ 8739 h 93"/>
                    <a:gd name="T32" fmla="*/ 2585 w 50"/>
                    <a:gd name="T33" fmla="*/ 4019 h 93"/>
                    <a:gd name="T34" fmla="*/ 2803 w 50"/>
                    <a:gd name="T35" fmla="*/ 4019 h 93"/>
                    <a:gd name="T36" fmla="*/ 2803 w 50"/>
                    <a:gd name="T37" fmla="*/ 8739 h 93"/>
                    <a:gd name="T38" fmla="*/ 2803 w 50"/>
                    <a:gd name="T39" fmla="*/ 8739 h 93"/>
                    <a:gd name="T40" fmla="*/ 3446 w 50"/>
                    <a:gd name="T41" fmla="*/ 9340 h 93"/>
                    <a:gd name="T42" fmla="*/ 4090 w 50"/>
                    <a:gd name="T43" fmla="*/ 8739 h 93"/>
                    <a:gd name="T44" fmla="*/ 4090 w 50"/>
                    <a:gd name="T45" fmla="*/ 1303 h 93"/>
                    <a:gd name="T46" fmla="*/ 4422 w 50"/>
                    <a:gd name="T47" fmla="*/ 1303 h 93"/>
                    <a:gd name="T48" fmla="*/ 4422 w 50"/>
                    <a:gd name="T49" fmla="*/ 3718 h 93"/>
                    <a:gd name="T50" fmla="*/ 4422 w 50"/>
                    <a:gd name="T51" fmla="*/ 3718 h 93"/>
                    <a:gd name="T52" fmla="*/ 4422 w 50"/>
                    <a:gd name="T53" fmla="*/ 3718 h 93"/>
                    <a:gd name="T54" fmla="*/ 4847 w 50"/>
                    <a:gd name="T55" fmla="*/ 4119 h 93"/>
                    <a:gd name="T56" fmla="*/ 5387 w 50"/>
                    <a:gd name="T57" fmla="*/ 3718 h 93"/>
                    <a:gd name="T58" fmla="*/ 5387 w 50"/>
                    <a:gd name="T59" fmla="*/ 3718 h 93"/>
                    <a:gd name="T60" fmla="*/ 5387 w 50"/>
                    <a:gd name="T61" fmla="*/ 1203 h 93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w 50"/>
                    <a:gd name="T94" fmla="*/ 0 h 93"/>
                    <a:gd name="T95" fmla="*/ 50 w 50"/>
                    <a:gd name="T96" fmla="*/ 93 h 93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T93" t="T94" r="T95" b="T96"/>
                  <a:pathLst>
                    <a:path w="50" h="93">
                      <a:moveTo>
                        <a:pt x="50" y="12"/>
                      </a:moveTo>
                      <a:cubicBezTo>
                        <a:pt x="49" y="0"/>
                        <a:pt x="36" y="1"/>
                        <a:pt x="36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0" y="1"/>
                        <a:pt x="1" y="12"/>
                        <a:pt x="1" y="12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40"/>
                        <a:pt x="3" y="41"/>
                        <a:pt x="5" y="41"/>
                      </a:cubicBezTo>
                      <a:cubicBezTo>
                        <a:pt x="7" y="41"/>
                        <a:pt x="9" y="40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87"/>
                        <a:pt x="12" y="87"/>
                        <a:pt x="12" y="87"/>
                      </a:cubicBezTo>
                      <a:cubicBezTo>
                        <a:pt x="12" y="91"/>
                        <a:pt x="15" y="93"/>
                        <a:pt x="18" y="93"/>
                      </a:cubicBezTo>
                      <a:cubicBezTo>
                        <a:pt x="21" y="93"/>
                        <a:pt x="24" y="91"/>
                        <a:pt x="24" y="87"/>
                      </a:cubicBezTo>
                      <a:cubicBezTo>
                        <a:pt x="24" y="40"/>
                        <a:pt x="24" y="40"/>
                        <a:pt x="24" y="40"/>
                      </a:cubicBezTo>
                      <a:cubicBezTo>
                        <a:pt x="26" y="40"/>
                        <a:pt x="26" y="40"/>
                        <a:pt x="26" y="40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7" y="91"/>
                        <a:pt x="29" y="93"/>
                        <a:pt x="32" y="93"/>
                      </a:cubicBezTo>
                      <a:cubicBezTo>
                        <a:pt x="36" y="93"/>
                        <a:pt x="38" y="91"/>
                        <a:pt x="38" y="87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9"/>
                        <a:pt x="43" y="41"/>
                        <a:pt x="45" y="41"/>
                      </a:cubicBezTo>
                      <a:cubicBezTo>
                        <a:pt x="48" y="41"/>
                        <a:pt x="50" y="39"/>
                        <a:pt x="50" y="37"/>
                      </a:cubicBezTo>
                      <a:cubicBezTo>
                        <a:pt x="50" y="37"/>
                        <a:pt x="50" y="37"/>
                        <a:pt x="50" y="37"/>
                      </a:cubicBezTo>
                      <a:lnTo>
                        <a:pt x="50" y="12"/>
                      </a:lnTo>
                      <a:close/>
                    </a:path>
                  </a:pathLst>
                </a:cu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0" name="流程图: 过程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4467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41" name="流程图: 过程 41"/>
              <p:cNvSpPr>
                <a:spLocks noChangeArrowheads="1"/>
              </p:cNvSpPr>
              <p:nvPr/>
            </p:nvSpPr>
            <p:spPr bwMode="auto">
              <a:xfrm>
                <a:off x="1133078" y="0"/>
                <a:ext cx="81202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1118615" y="4450938"/>
              <a:ext cx="30967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3D6869"/>
                  </a:solidFill>
                  <a:latin typeface="微软雅黑" pitchFamily="34" charset="-122"/>
                  <a:ea typeface="微软雅黑" pitchFamily="34" charset="-122"/>
                </a:rPr>
                <a:t>具体分析与评价</a:t>
              </a:r>
            </a:p>
          </p:txBody>
        </p:sp>
      </p:grpSp>
      <p:grpSp>
        <p:nvGrpSpPr>
          <p:cNvPr id="28" name="组合 26"/>
          <p:cNvGrpSpPr>
            <a:grpSpLocks/>
          </p:cNvGrpSpPr>
          <p:nvPr/>
        </p:nvGrpSpPr>
        <p:grpSpPr bwMode="auto">
          <a:xfrm>
            <a:off x="2221931" y="1595899"/>
            <a:ext cx="1452589" cy="412822"/>
            <a:chOff x="0" y="0"/>
            <a:chExt cx="1904222" cy="576064"/>
          </a:xfrm>
        </p:grpSpPr>
        <p:sp>
          <p:nvSpPr>
            <p:cNvPr id="29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0" name="TextBox 39"/>
            <p:cNvSpPr>
              <a:spLocks noChangeArrowheads="1"/>
            </p:cNvSpPr>
            <p:nvPr/>
          </p:nvSpPr>
          <p:spPr bwMode="auto">
            <a:xfrm>
              <a:off x="225864" y="4591"/>
              <a:ext cx="1452491" cy="51537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顺序内聚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31" name="组合 26"/>
          <p:cNvGrpSpPr>
            <a:grpSpLocks/>
          </p:cNvGrpSpPr>
          <p:nvPr/>
        </p:nvGrpSpPr>
        <p:grpSpPr bwMode="auto">
          <a:xfrm>
            <a:off x="2221932" y="3644541"/>
            <a:ext cx="1452588" cy="412822"/>
            <a:chOff x="0" y="0"/>
            <a:chExt cx="1904222" cy="576064"/>
          </a:xfrm>
          <a:solidFill>
            <a:srgbClr val="7030A0"/>
          </a:solidFill>
        </p:grpSpPr>
        <p:sp>
          <p:nvSpPr>
            <p:cNvPr id="32" name="矩形 27"/>
            <p:cNvSpPr>
              <a:spLocks noChangeArrowheads="1"/>
            </p:cNvSpPr>
            <p:nvPr/>
          </p:nvSpPr>
          <p:spPr bwMode="auto">
            <a:xfrm>
              <a:off x="0" y="0"/>
              <a:ext cx="1904222" cy="5760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chemeClr val="bg1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33" name="TextBox 39"/>
            <p:cNvSpPr>
              <a:spLocks noChangeArrowheads="1"/>
            </p:cNvSpPr>
            <p:nvPr/>
          </p:nvSpPr>
          <p:spPr bwMode="auto">
            <a:xfrm>
              <a:off x="225867" y="4591"/>
              <a:ext cx="1452491" cy="51537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itchFamily="34" charset="0"/>
                <a:buNone/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功能内聚</a:t>
              </a:r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80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47" name="TextBox 29"/>
          <p:cNvSpPr>
            <a:spLocks noChangeArrowheads="1"/>
          </p:cNvSpPr>
          <p:nvPr/>
        </p:nvSpPr>
        <p:spPr bwMode="auto">
          <a:xfrm>
            <a:off x="1860550" y="1193267"/>
            <a:ext cx="6204966" cy="35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36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总的准则</a:t>
            </a:r>
            <a:endParaRPr lang="en-US" altLang="zh-CN" sz="36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6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16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理想内聚的模块只完成一个任务</a:t>
            </a:r>
            <a:endParaRPr lang="en-US" altLang="zh-CN" sz="2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设计时应追求高内聚，中等内聚有时也可使用，低内聚不用</a:t>
            </a:r>
            <a:endParaRPr lang="en-US" altLang="zh-CN" sz="2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高内聚</a:t>
            </a:r>
            <a:r>
              <a:rPr lang="en-US" altLang="zh-CN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     ——     </a:t>
            </a:r>
            <a:r>
              <a:rPr lang="zh-CN" altLang="en-US" sz="2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松耦合</a:t>
            </a:r>
            <a:endParaRPr lang="en-US" altLang="zh-CN" sz="2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065516" y="1550425"/>
            <a:ext cx="3096768" cy="3757150"/>
            <a:chOff x="1118615" y="1278563"/>
            <a:chExt cx="3096768" cy="3757150"/>
          </a:xfrm>
        </p:grpSpPr>
        <p:grpSp>
          <p:nvGrpSpPr>
            <p:cNvPr id="24" name="组合 38"/>
            <p:cNvGrpSpPr>
              <a:grpSpLocks/>
            </p:cNvGrpSpPr>
            <p:nvPr/>
          </p:nvGrpSpPr>
          <p:grpSpPr bwMode="auto">
            <a:xfrm>
              <a:off x="2035492" y="1278563"/>
              <a:ext cx="1263015" cy="2640937"/>
              <a:chOff x="0" y="0"/>
              <a:chExt cx="1214280" cy="2355066"/>
            </a:xfrm>
          </p:grpSpPr>
          <p:grpSp>
            <p:nvGrpSpPr>
              <p:cNvPr id="25" name="Group 4"/>
              <p:cNvGrpSpPr>
                <a:grpSpLocks/>
              </p:cNvGrpSpPr>
              <p:nvPr/>
            </p:nvGrpSpPr>
            <p:grpSpPr bwMode="auto">
              <a:xfrm>
                <a:off x="81202" y="0"/>
                <a:ext cx="1051876" cy="2355066"/>
                <a:chOff x="0" y="0"/>
                <a:chExt cx="519" cy="1162"/>
              </a:xfrm>
            </p:grpSpPr>
            <p:sp>
              <p:nvSpPr>
                <p:cNvPr id="28" name="Oval 5"/>
                <p:cNvSpPr>
                  <a:spLocks noChangeArrowheads="1"/>
                </p:cNvSpPr>
                <p:nvPr/>
              </p:nvSpPr>
              <p:spPr bwMode="auto">
                <a:xfrm>
                  <a:off x="156" y="0"/>
                  <a:ext cx="218" cy="200"/>
                </a:xfrm>
                <a:prstGeom prst="ellipse">
                  <a:avLst/>
                </a:pr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Calibri" pitchFamily="34" charset="0"/>
                    <a:sym typeface="宋体" pitchFamily="2" charset="-122"/>
                  </a:endParaRPr>
                </a:p>
              </p:txBody>
            </p:sp>
            <p:sp>
              <p:nvSpPr>
                <p:cNvPr id="29" name="Freeform 6"/>
                <p:cNvSpPr>
                  <a:spLocks noChangeArrowheads="1"/>
                </p:cNvSpPr>
                <p:nvPr/>
              </p:nvSpPr>
              <p:spPr bwMode="auto">
                <a:xfrm>
                  <a:off x="0" y="230"/>
                  <a:ext cx="519" cy="932"/>
                </a:xfrm>
                <a:custGeom>
                  <a:avLst/>
                  <a:gdLst>
                    <a:gd name="T0" fmla="*/ 5387 w 50"/>
                    <a:gd name="T1" fmla="*/ 1203 h 93"/>
                    <a:gd name="T2" fmla="*/ 3882 w 50"/>
                    <a:gd name="T3" fmla="*/ 100 h 93"/>
                    <a:gd name="T4" fmla="*/ 1619 w 50"/>
                    <a:gd name="T5" fmla="*/ 100 h 93"/>
                    <a:gd name="T6" fmla="*/ 104 w 50"/>
                    <a:gd name="T7" fmla="*/ 1203 h 93"/>
                    <a:gd name="T8" fmla="*/ 104 w 50"/>
                    <a:gd name="T9" fmla="*/ 3718 h 93"/>
                    <a:gd name="T10" fmla="*/ 104 w 50"/>
                    <a:gd name="T11" fmla="*/ 3718 h 93"/>
                    <a:gd name="T12" fmla="*/ 104 w 50"/>
                    <a:gd name="T13" fmla="*/ 3718 h 93"/>
                    <a:gd name="T14" fmla="*/ 540 w 50"/>
                    <a:gd name="T15" fmla="*/ 4119 h 93"/>
                    <a:gd name="T16" fmla="*/ 965 w 50"/>
                    <a:gd name="T17" fmla="*/ 3718 h 93"/>
                    <a:gd name="T18" fmla="*/ 965 w 50"/>
                    <a:gd name="T19" fmla="*/ 3718 h 93"/>
                    <a:gd name="T20" fmla="*/ 965 w 50"/>
                    <a:gd name="T21" fmla="*/ 3718 h 93"/>
                    <a:gd name="T22" fmla="*/ 965 w 50"/>
                    <a:gd name="T23" fmla="*/ 1403 h 93"/>
                    <a:gd name="T24" fmla="*/ 1298 w 50"/>
                    <a:gd name="T25" fmla="*/ 1403 h 93"/>
                    <a:gd name="T26" fmla="*/ 1298 w 50"/>
                    <a:gd name="T27" fmla="*/ 8739 h 93"/>
                    <a:gd name="T28" fmla="*/ 1941 w 50"/>
                    <a:gd name="T29" fmla="*/ 9340 h 93"/>
                    <a:gd name="T30" fmla="*/ 2585 w 50"/>
                    <a:gd name="T31" fmla="*/ 8739 h 93"/>
                    <a:gd name="T32" fmla="*/ 2585 w 50"/>
                    <a:gd name="T33" fmla="*/ 4019 h 93"/>
                    <a:gd name="T34" fmla="*/ 2803 w 50"/>
                    <a:gd name="T35" fmla="*/ 4019 h 93"/>
                    <a:gd name="T36" fmla="*/ 2803 w 50"/>
                    <a:gd name="T37" fmla="*/ 8739 h 93"/>
                    <a:gd name="T38" fmla="*/ 2803 w 50"/>
                    <a:gd name="T39" fmla="*/ 8739 h 93"/>
                    <a:gd name="T40" fmla="*/ 3446 w 50"/>
                    <a:gd name="T41" fmla="*/ 9340 h 93"/>
                    <a:gd name="T42" fmla="*/ 4090 w 50"/>
                    <a:gd name="T43" fmla="*/ 8739 h 93"/>
                    <a:gd name="T44" fmla="*/ 4090 w 50"/>
                    <a:gd name="T45" fmla="*/ 1303 h 93"/>
                    <a:gd name="T46" fmla="*/ 4422 w 50"/>
                    <a:gd name="T47" fmla="*/ 1303 h 93"/>
                    <a:gd name="T48" fmla="*/ 4422 w 50"/>
                    <a:gd name="T49" fmla="*/ 3718 h 93"/>
                    <a:gd name="T50" fmla="*/ 4422 w 50"/>
                    <a:gd name="T51" fmla="*/ 3718 h 93"/>
                    <a:gd name="T52" fmla="*/ 4422 w 50"/>
                    <a:gd name="T53" fmla="*/ 3718 h 93"/>
                    <a:gd name="T54" fmla="*/ 4847 w 50"/>
                    <a:gd name="T55" fmla="*/ 4119 h 93"/>
                    <a:gd name="T56" fmla="*/ 5387 w 50"/>
                    <a:gd name="T57" fmla="*/ 3718 h 93"/>
                    <a:gd name="T58" fmla="*/ 5387 w 50"/>
                    <a:gd name="T59" fmla="*/ 3718 h 93"/>
                    <a:gd name="T60" fmla="*/ 5387 w 50"/>
                    <a:gd name="T61" fmla="*/ 1203 h 93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w 50"/>
                    <a:gd name="T94" fmla="*/ 0 h 93"/>
                    <a:gd name="T95" fmla="*/ 50 w 50"/>
                    <a:gd name="T96" fmla="*/ 93 h 93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T93" t="T94" r="T95" b="T96"/>
                  <a:pathLst>
                    <a:path w="50" h="93">
                      <a:moveTo>
                        <a:pt x="50" y="12"/>
                      </a:moveTo>
                      <a:cubicBezTo>
                        <a:pt x="49" y="0"/>
                        <a:pt x="36" y="1"/>
                        <a:pt x="36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0" y="1"/>
                        <a:pt x="1" y="12"/>
                        <a:pt x="1" y="12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1" y="40"/>
                        <a:pt x="3" y="41"/>
                        <a:pt x="5" y="41"/>
                      </a:cubicBezTo>
                      <a:cubicBezTo>
                        <a:pt x="7" y="41"/>
                        <a:pt x="9" y="40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87"/>
                        <a:pt x="12" y="87"/>
                        <a:pt x="12" y="87"/>
                      </a:cubicBezTo>
                      <a:cubicBezTo>
                        <a:pt x="12" y="91"/>
                        <a:pt x="15" y="93"/>
                        <a:pt x="18" y="93"/>
                      </a:cubicBezTo>
                      <a:cubicBezTo>
                        <a:pt x="21" y="93"/>
                        <a:pt x="24" y="91"/>
                        <a:pt x="24" y="87"/>
                      </a:cubicBezTo>
                      <a:cubicBezTo>
                        <a:pt x="24" y="40"/>
                        <a:pt x="24" y="40"/>
                        <a:pt x="24" y="40"/>
                      </a:cubicBezTo>
                      <a:cubicBezTo>
                        <a:pt x="26" y="40"/>
                        <a:pt x="26" y="40"/>
                        <a:pt x="26" y="40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6" y="87"/>
                        <a:pt x="26" y="87"/>
                        <a:pt x="26" y="87"/>
                      </a:cubicBezTo>
                      <a:cubicBezTo>
                        <a:pt x="27" y="91"/>
                        <a:pt x="29" y="93"/>
                        <a:pt x="32" y="93"/>
                      </a:cubicBezTo>
                      <a:cubicBezTo>
                        <a:pt x="36" y="93"/>
                        <a:pt x="38" y="91"/>
                        <a:pt x="38" y="87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7"/>
                        <a:pt x="41" y="37"/>
                        <a:pt x="41" y="37"/>
                      </a:cubicBezTo>
                      <a:cubicBezTo>
                        <a:pt x="41" y="39"/>
                        <a:pt x="43" y="41"/>
                        <a:pt x="45" y="41"/>
                      </a:cubicBezTo>
                      <a:cubicBezTo>
                        <a:pt x="48" y="41"/>
                        <a:pt x="50" y="39"/>
                        <a:pt x="50" y="37"/>
                      </a:cubicBezTo>
                      <a:cubicBezTo>
                        <a:pt x="50" y="37"/>
                        <a:pt x="50" y="37"/>
                        <a:pt x="50" y="37"/>
                      </a:cubicBezTo>
                      <a:lnTo>
                        <a:pt x="50" y="12"/>
                      </a:lnTo>
                      <a:close/>
                    </a:path>
                  </a:pathLst>
                </a:custGeom>
                <a:solidFill>
                  <a:srgbClr val="3D68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mpd="sng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" name="流程图: 过程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4467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27" name="流程图: 过程 41"/>
              <p:cNvSpPr>
                <a:spLocks noChangeArrowheads="1"/>
              </p:cNvSpPr>
              <p:nvPr/>
            </p:nvSpPr>
            <p:spPr bwMode="auto">
              <a:xfrm>
                <a:off x="1133078" y="0"/>
                <a:ext cx="81202" cy="2355066"/>
              </a:xfrm>
              <a:prstGeom prst="flowChartProcess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zh-CN">
                  <a:solidFill>
                    <a:srgbClr val="FFFFFF"/>
                  </a:solidFill>
                  <a:latin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1118615" y="4450938"/>
              <a:ext cx="30967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3D6869"/>
                  </a:solidFill>
                  <a:latin typeface="微软雅黑" pitchFamily="34" charset="-122"/>
                  <a:ea typeface="微软雅黑" pitchFamily="34" charset="-122"/>
                </a:rPr>
                <a:t>具体分析与评价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107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2" name="直接连接符 4"/>
          <p:cNvSpPr>
            <a:spLocks noChangeShapeType="1"/>
          </p:cNvSpPr>
          <p:nvPr/>
        </p:nvSpPr>
        <p:spPr bwMode="auto">
          <a:xfrm>
            <a:off x="1274763" y="3971925"/>
            <a:ext cx="9372600" cy="12700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直接连接符 46"/>
          <p:cNvSpPr>
            <a:spLocks noChangeShapeType="1"/>
          </p:cNvSpPr>
          <p:nvPr/>
        </p:nvSpPr>
        <p:spPr bwMode="auto">
          <a:xfrm rot="5400000">
            <a:off x="2540794" y="3964781"/>
            <a:ext cx="3467100" cy="1588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直接连接符 47"/>
          <p:cNvSpPr>
            <a:spLocks noChangeShapeType="1"/>
          </p:cNvSpPr>
          <p:nvPr/>
        </p:nvSpPr>
        <p:spPr bwMode="auto">
          <a:xfrm rot="5400000">
            <a:off x="5923757" y="3964781"/>
            <a:ext cx="3467100" cy="1587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7" name="矩形 27"/>
          <p:cNvSpPr>
            <a:spLocks noChangeArrowheads="1"/>
          </p:cNvSpPr>
          <p:nvPr/>
        </p:nvSpPr>
        <p:spPr bwMode="auto">
          <a:xfrm>
            <a:off x="1544737" y="1018887"/>
            <a:ext cx="22445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32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除此以外：</a:t>
            </a:r>
            <a:endParaRPr lang="zh-CN" altLang="en-US" sz="32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21408" y="1926336"/>
            <a:ext cx="9083040" cy="4452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60"/>
              </a:lnSpc>
            </a:pPr>
            <a:r>
              <a:rPr lang="en-US" altLang="zh-CN" sz="2800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Davis</a:t>
            </a:r>
            <a:r>
              <a:rPr lang="zh-CN" altLang="en-US" sz="2800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提出了以下的一些关于软件设计的准则</a:t>
            </a:r>
            <a:endParaRPr lang="en-US" altLang="zh-CN" sz="2800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1.The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 process should not suffer from "tunnel vision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.“</a:t>
            </a:r>
          </a:p>
          <a:p>
            <a:pPr>
              <a:lnSpc>
                <a:spcPts val="3360"/>
              </a:lnSpc>
            </a:pP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要学会根据已有的资源考虑多种方法进行评估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The design should be traceable to the analysis model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设计对于分析模型应该是可跟踪的（证明模型满足了需求）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The design should not reinvent the wheel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设计的时候应该注意资源重用（设计模式）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The design should "minimize the intellectual distance" between the software and the problem as it exists in the real world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设计的结构应该尽可能模拟问题域的结构</a:t>
            </a:r>
            <a:endParaRPr lang="zh-CN" altLang="en-US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202" name="直接连接符 4"/>
          <p:cNvSpPr>
            <a:spLocks noChangeShapeType="1"/>
          </p:cNvSpPr>
          <p:nvPr/>
        </p:nvSpPr>
        <p:spPr bwMode="auto">
          <a:xfrm>
            <a:off x="1274763" y="3971925"/>
            <a:ext cx="9372600" cy="12700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直接连接符 46"/>
          <p:cNvSpPr>
            <a:spLocks noChangeShapeType="1"/>
          </p:cNvSpPr>
          <p:nvPr/>
        </p:nvSpPr>
        <p:spPr bwMode="auto">
          <a:xfrm rot="5400000">
            <a:off x="2540794" y="3964781"/>
            <a:ext cx="3467100" cy="1588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直接连接符 47"/>
          <p:cNvSpPr>
            <a:spLocks noChangeShapeType="1"/>
          </p:cNvSpPr>
          <p:nvPr/>
        </p:nvSpPr>
        <p:spPr bwMode="auto">
          <a:xfrm rot="5400000">
            <a:off x="5923757" y="3964781"/>
            <a:ext cx="3467100" cy="1587"/>
          </a:xfrm>
          <a:prstGeom prst="line">
            <a:avLst/>
          </a:prstGeom>
          <a:noFill/>
          <a:ln w="6350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121408" y="731520"/>
            <a:ext cx="908304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60"/>
              </a:lnSpc>
            </a:pPr>
            <a:r>
              <a:rPr lang="en-US" altLang="zh-CN" sz="2800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Davis</a:t>
            </a:r>
            <a:r>
              <a:rPr lang="zh-CN" altLang="en-US" sz="2800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提出了以下的一些关于软件设计的准则</a:t>
            </a:r>
          </a:p>
          <a:p>
            <a:pPr>
              <a:lnSpc>
                <a:spcPts val="3360"/>
              </a:lnSpc>
            </a:pP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The design should exhibit uniformity and integration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设计应该表现出一致性和集成性（整体的风格规则等）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The design should be structured to degrade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gently.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设计要弹性化，适应扩展和变化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 Design is not coding, coding is not design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设计不是编码，编码也不是设计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 The design should be assessed for quality as it is being created, not after the fact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      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创建设计时应该就可以评估质量而不是等到完成后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 The design should be reviewed to minimize conceptual (semantic) errors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ts val="3360"/>
              </a:lnSpc>
            </a:pPr>
            <a:r>
              <a:rPr lang="en-US" altLang="zh-CN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评审</a:t>
            </a:r>
            <a:r>
              <a:rPr lang="zh-CN" altLang="en-US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设计时要注意检查概念性的错误</a:t>
            </a:r>
            <a:endParaRPr lang="en-US" altLang="zh-CN" dirty="0" smtClean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65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684" y="752040"/>
            <a:ext cx="6356555" cy="4188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5690" y="1101774"/>
            <a:ext cx="42475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右边是软件设计三视图模型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根据设计的三视图模型，自然我们需要评估考察的就是：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设计原则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设计约束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设计质量属性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303814" y="2795753"/>
            <a:ext cx="173294" cy="1445342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749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fallOve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3913" y="1212574"/>
            <a:ext cx="100186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评估设计约束：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设计应遵循的项目特定约束，例如语言约束，平台约束，框架和库约束，域约束，架构约束，硬件约束和过程约束。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评估设计质量：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宋体" panose="02010600030101010101" pitchFamily="2" charset="-122"/>
                <a:cs typeface="+mn-cs"/>
              </a:rPr>
              <a:t>可理解性、可变性、可扩展性、可重用性、可测试性、可靠性。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02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0">
        <p:cut/>
      </p:transition>
    </mc:Choice>
    <mc:Fallback xmlns=""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4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5363" name="矩形 3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5364" name="文本框 7"/>
          <p:cNvSpPr>
            <a:spLocks noChangeArrowheads="1"/>
          </p:cNvSpPr>
          <p:nvPr/>
        </p:nvSpPr>
        <p:spPr bwMode="auto">
          <a:xfrm>
            <a:off x="1058863" y="2297113"/>
            <a:ext cx="260667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en-US" altLang="zh-CN" sz="13800" b="1">
                <a:solidFill>
                  <a:srgbClr val="427172"/>
                </a:solidFill>
                <a:latin typeface="Broadway" pitchFamily="82" charset="0"/>
                <a:ea typeface="华文隶书" pitchFamily="2" charset="-122"/>
                <a:sym typeface="Microsoft New Tai Lue" pitchFamily="34" charset="0"/>
              </a:rPr>
              <a:t>03</a:t>
            </a:r>
            <a:endParaRPr lang="zh-CN" altLang="en-US" sz="13800" b="1">
              <a:solidFill>
                <a:srgbClr val="427172"/>
              </a:solidFill>
              <a:latin typeface="Broadway" pitchFamily="82" charset="0"/>
              <a:ea typeface="华文隶书" pitchFamily="2" charset="-122"/>
              <a:sym typeface="Microsoft New Tai Lue" pitchFamily="34" charset="0"/>
            </a:endParaRPr>
          </a:p>
        </p:txBody>
      </p:sp>
      <p:sp>
        <p:nvSpPr>
          <p:cNvPr id="15365" name="矩形 8"/>
          <p:cNvSpPr>
            <a:spLocks noChangeArrowheads="1"/>
          </p:cNvSpPr>
          <p:nvPr/>
        </p:nvSpPr>
        <p:spPr bwMode="auto">
          <a:xfrm>
            <a:off x="5903024" y="3135818"/>
            <a:ext cx="42883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3200" b="1" dirty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过程</a:t>
            </a:r>
            <a:r>
              <a:rPr lang="zh-CN" altLang="en-US" sz="3200" b="1" dirty="0" smtClean="0">
                <a:solidFill>
                  <a:srgbClr val="42717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设计中的一些工具</a:t>
            </a:r>
            <a:endParaRPr lang="zh-CN" altLang="en-US" sz="3200" b="1" dirty="0">
              <a:solidFill>
                <a:srgbClr val="42717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379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099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100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101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102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103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104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4105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8" name="Freeform 5"/>
          <p:cNvSpPr>
            <a:spLocks noEditPoints="1" noChangeArrowheads="1"/>
          </p:cNvSpPr>
          <p:nvPr/>
        </p:nvSpPr>
        <p:spPr bwMode="auto">
          <a:xfrm>
            <a:off x="1679575" y="1762125"/>
            <a:ext cx="4073525" cy="3168650"/>
          </a:xfrm>
          <a:custGeom>
            <a:avLst/>
            <a:gdLst>
              <a:gd name="T0" fmla="*/ 2147483647 w 200"/>
              <a:gd name="T1" fmla="*/ 2147483647 h 144"/>
              <a:gd name="T2" fmla="*/ 2147483647 w 200"/>
              <a:gd name="T3" fmla="*/ 2147483647 h 144"/>
              <a:gd name="T4" fmla="*/ 2147483647 w 200"/>
              <a:gd name="T5" fmla="*/ 2147483647 h 144"/>
              <a:gd name="T6" fmla="*/ 2147483647 w 200"/>
              <a:gd name="T7" fmla="*/ 0 h 144"/>
              <a:gd name="T8" fmla="*/ 2147483647 w 200"/>
              <a:gd name="T9" fmla="*/ 2147483647 h 144"/>
              <a:gd name="T10" fmla="*/ 2147483647 w 200"/>
              <a:gd name="T11" fmla="*/ 2147483647 h 144"/>
              <a:gd name="T12" fmla="*/ 2147483647 w 200"/>
              <a:gd name="T13" fmla="*/ 2147483647 h 144"/>
              <a:gd name="T14" fmla="*/ 2147483647 w 200"/>
              <a:gd name="T15" fmla="*/ 2147483647 h 144"/>
              <a:gd name="T16" fmla="*/ 2147483647 w 200"/>
              <a:gd name="T17" fmla="*/ 2147483647 h 144"/>
              <a:gd name="T18" fmla="*/ 2147483647 w 200"/>
              <a:gd name="T19" fmla="*/ 2147483647 h 144"/>
              <a:gd name="T20" fmla="*/ 2147483647 w 200"/>
              <a:gd name="T21" fmla="*/ 2147483647 h 144"/>
              <a:gd name="T22" fmla="*/ 2147483647 w 200"/>
              <a:gd name="T23" fmla="*/ 2147483647 h 144"/>
              <a:gd name="T24" fmla="*/ 2147483647 w 200"/>
              <a:gd name="T25" fmla="*/ 2147483647 h 144"/>
              <a:gd name="T26" fmla="*/ 2147483647 w 200"/>
              <a:gd name="T27" fmla="*/ 2147483647 h 144"/>
              <a:gd name="T28" fmla="*/ 2147483647 w 200"/>
              <a:gd name="T29" fmla="*/ 2147483647 h 144"/>
              <a:gd name="T30" fmla="*/ 2147483647 w 200"/>
              <a:gd name="T31" fmla="*/ 2147483647 h 144"/>
              <a:gd name="T32" fmla="*/ 2147483647 w 200"/>
              <a:gd name="T33" fmla="*/ 2147483647 h 144"/>
              <a:gd name="T34" fmla="*/ 2147483647 w 200"/>
              <a:gd name="T35" fmla="*/ 2147483647 h 144"/>
              <a:gd name="T36" fmla="*/ 2147483647 w 200"/>
              <a:gd name="T37" fmla="*/ 2147483647 h 144"/>
              <a:gd name="T38" fmla="*/ 2147483647 w 200"/>
              <a:gd name="T39" fmla="*/ 2147483647 h 144"/>
              <a:gd name="T40" fmla="*/ 2147483647 w 200"/>
              <a:gd name="T41" fmla="*/ 2147483647 h 144"/>
              <a:gd name="T42" fmla="*/ 2147483647 w 200"/>
              <a:gd name="T43" fmla="*/ 2147483647 h 144"/>
              <a:gd name="T44" fmla="*/ 2147483647 w 200"/>
              <a:gd name="T45" fmla="*/ 2147483647 h 144"/>
              <a:gd name="T46" fmla="*/ 2147483647 w 200"/>
              <a:gd name="T47" fmla="*/ 2147483647 h 144"/>
              <a:gd name="T48" fmla="*/ 2147483647 w 200"/>
              <a:gd name="T49" fmla="*/ 2147483647 h 144"/>
              <a:gd name="T50" fmla="*/ 2147483647 w 200"/>
              <a:gd name="T51" fmla="*/ 2147483647 h 144"/>
              <a:gd name="T52" fmla="*/ 0 w 200"/>
              <a:gd name="T53" fmla="*/ 2147483647 h 144"/>
              <a:gd name="T54" fmla="*/ 0 w 200"/>
              <a:gd name="T55" fmla="*/ 2147483647 h 144"/>
              <a:gd name="T56" fmla="*/ 2147483647 w 200"/>
              <a:gd name="T57" fmla="*/ 2147483647 h 144"/>
              <a:gd name="T58" fmla="*/ 2147483647 w 200"/>
              <a:gd name="T59" fmla="*/ 2147483647 h 144"/>
              <a:gd name="T60" fmla="*/ 2147483647 w 200"/>
              <a:gd name="T61" fmla="*/ 2147483647 h 144"/>
              <a:gd name="T62" fmla="*/ 2147483647 w 200"/>
              <a:gd name="T63" fmla="*/ 2147483647 h 14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00"/>
              <a:gd name="T97" fmla="*/ 0 h 144"/>
              <a:gd name="T98" fmla="*/ 200 w 200"/>
              <a:gd name="T99" fmla="*/ 144 h 144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00" h="144">
                <a:moveTo>
                  <a:pt x="188" y="144"/>
                </a:moveTo>
                <a:cubicBezTo>
                  <a:pt x="182" y="144"/>
                  <a:pt x="176" y="139"/>
                  <a:pt x="176" y="134"/>
                </a:cubicBezTo>
                <a:cubicBezTo>
                  <a:pt x="176" y="10"/>
                  <a:pt x="176" y="10"/>
                  <a:pt x="176" y="10"/>
                </a:cubicBezTo>
                <a:cubicBezTo>
                  <a:pt x="176" y="5"/>
                  <a:pt x="182" y="0"/>
                  <a:pt x="188" y="0"/>
                </a:cubicBezTo>
                <a:cubicBezTo>
                  <a:pt x="194" y="0"/>
                  <a:pt x="200" y="5"/>
                  <a:pt x="200" y="10"/>
                </a:cubicBezTo>
                <a:cubicBezTo>
                  <a:pt x="200" y="134"/>
                  <a:pt x="200" y="134"/>
                  <a:pt x="200" y="134"/>
                </a:cubicBezTo>
                <a:cubicBezTo>
                  <a:pt x="200" y="139"/>
                  <a:pt x="194" y="144"/>
                  <a:pt x="188" y="144"/>
                </a:cubicBezTo>
                <a:close/>
                <a:moveTo>
                  <a:pt x="137" y="130"/>
                </a:moveTo>
                <a:cubicBezTo>
                  <a:pt x="137" y="138"/>
                  <a:pt x="131" y="144"/>
                  <a:pt x="123" y="144"/>
                </a:cubicBezTo>
                <a:cubicBezTo>
                  <a:pt x="61" y="144"/>
                  <a:pt x="61" y="144"/>
                  <a:pt x="61" y="144"/>
                </a:cubicBezTo>
                <a:cubicBezTo>
                  <a:pt x="54" y="144"/>
                  <a:pt x="48" y="138"/>
                  <a:pt x="48" y="130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20" y="97"/>
                  <a:pt x="20" y="97"/>
                  <a:pt x="20" y="97"/>
                </a:cubicBezTo>
                <a:cubicBezTo>
                  <a:pt x="20" y="47"/>
                  <a:pt x="20" y="47"/>
                  <a:pt x="20" y="47"/>
                </a:cubicBezTo>
                <a:cubicBezTo>
                  <a:pt x="172" y="14"/>
                  <a:pt x="172" y="14"/>
                  <a:pt x="172" y="14"/>
                </a:cubicBezTo>
                <a:cubicBezTo>
                  <a:pt x="172" y="131"/>
                  <a:pt x="172" y="131"/>
                  <a:pt x="172" y="131"/>
                </a:cubicBezTo>
                <a:cubicBezTo>
                  <a:pt x="137" y="123"/>
                  <a:pt x="137" y="123"/>
                  <a:pt x="137" y="123"/>
                </a:cubicBezTo>
                <a:lnTo>
                  <a:pt x="137" y="130"/>
                </a:lnTo>
                <a:close/>
                <a:moveTo>
                  <a:pt x="128" y="121"/>
                </a:moveTo>
                <a:cubicBezTo>
                  <a:pt x="56" y="105"/>
                  <a:pt x="56" y="105"/>
                  <a:pt x="56" y="105"/>
                </a:cubicBezTo>
                <a:cubicBezTo>
                  <a:pt x="56" y="129"/>
                  <a:pt x="56" y="129"/>
                  <a:pt x="56" y="129"/>
                </a:cubicBezTo>
                <a:cubicBezTo>
                  <a:pt x="56" y="133"/>
                  <a:pt x="61" y="136"/>
                  <a:pt x="64" y="136"/>
                </a:cubicBezTo>
                <a:cubicBezTo>
                  <a:pt x="121" y="136"/>
                  <a:pt x="121" y="136"/>
                  <a:pt x="121" y="136"/>
                </a:cubicBezTo>
                <a:cubicBezTo>
                  <a:pt x="125" y="136"/>
                  <a:pt x="128" y="133"/>
                  <a:pt x="128" y="129"/>
                </a:cubicBezTo>
                <a:lnTo>
                  <a:pt x="128" y="121"/>
                </a:lnTo>
                <a:close/>
                <a:moveTo>
                  <a:pt x="7" y="103"/>
                </a:moveTo>
                <a:cubicBezTo>
                  <a:pt x="3" y="103"/>
                  <a:pt x="0" y="100"/>
                  <a:pt x="0" y="96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4"/>
                  <a:pt x="3" y="41"/>
                  <a:pt x="7" y="41"/>
                </a:cubicBezTo>
                <a:cubicBezTo>
                  <a:pt x="10" y="41"/>
                  <a:pt x="15" y="44"/>
                  <a:pt x="15" y="48"/>
                </a:cubicBezTo>
                <a:cubicBezTo>
                  <a:pt x="15" y="96"/>
                  <a:pt x="15" y="96"/>
                  <a:pt x="15" y="96"/>
                </a:cubicBezTo>
                <a:cubicBezTo>
                  <a:pt x="15" y="100"/>
                  <a:pt x="10" y="103"/>
                  <a:pt x="7" y="103"/>
                </a:cubicBezTo>
                <a:close/>
              </a:path>
            </a:pathLst>
          </a:custGeom>
          <a:solidFill>
            <a:srgbClr val="FF4664"/>
          </a:solidFill>
          <a:ln w="12700" cmpd="sng">
            <a:solidFill>
              <a:schemeClr val="bg1"/>
            </a:solidFill>
            <a:bevel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9" name="直接连接符 2"/>
          <p:cNvSpPr>
            <a:spLocks noChangeShapeType="1"/>
          </p:cNvSpPr>
          <p:nvPr/>
        </p:nvSpPr>
        <p:spPr bwMode="auto">
          <a:xfrm flipV="1">
            <a:off x="5764213" y="1639888"/>
            <a:ext cx="1109662" cy="1081087"/>
          </a:xfrm>
          <a:prstGeom prst="line">
            <a:avLst/>
          </a:prstGeom>
          <a:noFill/>
          <a:ln w="19050">
            <a:solidFill>
              <a:srgbClr val="081D5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0" name="直接连接符 3"/>
          <p:cNvSpPr>
            <a:spLocks noChangeShapeType="1"/>
          </p:cNvSpPr>
          <p:nvPr/>
        </p:nvSpPr>
        <p:spPr bwMode="auto">
          <a:xfrm>
            <a:off x="5764213" y="4114800"/>
            <a:ext cx="1109662" cy="939800"/>
          </a:xfrm>
          <a:prstGeom prst="line">
            <a:avLst/>
          </a:prstGeom>
          <a:noFill/>
          <a:ln w="19050">
            <a:solidFill>
              <a:srgbClr val="081D5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1" name="直接连接符 4"/>
          <p:cNvSpPr>
            <a:spLocks noChangeShapeType="1"/>
          </p:cNvSpPr>
          <p:nvPr/>
        </p:nvSpPr>
        <p:spPr bwMode="auto">
          <a:xfrm>
            <a:off x="5753100" y="3346450"/>
            <a:ext cx="1120775" cy="1588"/>
          </a:xfrm>
          <a:prstGeom prst="line">
            <a:avLst/>
          </a:prstGeom>
          <a:noFill/>
          <a:ln w="19050">
            <a:solidFill>
              <a:srgbClr val="081D5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82" name="组合 5"/>
          <p:cNvGrpSpPr>
            <a:grpSpLocks/>
          </p:cNvGrpSpPr>
          <p:nvPr/>
        </p:nvGrpSpPr>
        <p:grpSpPr bwMode="auto">
          <a:xfrm>
            <a:off x="6873875" y="4483100"/>
            <a:ext cx="1139825" cy="1141413"/>
            <a:chOff x="0" y="0"/>
            <a:chExt cx="1141228" cy="1141228"/>
          </a:xfrm>
        </p:grpSpPr>
        <p:sp>
          <p:nvSpPr>
            <p:cNvPr id="4123" name="椭圆 6"/>
            <p:cNvSpPr>
              <a:spLocks noChangeArrowheads="1"/>
            </p:cNvSpPr>
            <p:nvPr/>
          </p:nvSpPr>
          <p:spPr bwMode="auto">
            <a:xfrm>
              <a:off x="0" y="0"/>
              <a:ext cx="1141228" cy="1141228"/>
            </a:xfrm>
            <a:prstGeom prst="ellipse">
              <a:avLst/>
            </a:prstGeom>
            <a:solidFill>
              <a:srgbClr val="22F2CC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124" name="Freeform 5"/>
            <p:cNvSpPr>
              <a:spLocks noEditPoints="1" noChangeArrowheads="1"/>
            </p:cNvSpPr>
            <p:nvPr/>
          </p:nvSpPr>
          <p:spPr bwMode="auto">
            <a:xfrm>
              <a:off x="210614" y="210614"/>
              <a:ext cx="720000" cy="720000"/>
            </a:xfrm>
            <a:custGeom>
              <a:avLst/>
              <a:gdLst>
                <a:gd name="T0" fmla="*/ 2147483647 w 203"/>
                <a:gd name="T1" fmla="*/ 24914118 h 204"/>
                <a:gd name="T2" fmla="*/ 2012765320 w 203"/>
                <a:gd name="T3" fmla="*/ 311417647 h 204"/>
                <a:gd name="T4" fmla="*/ 1245397833 w 203"/>
                <a:gd name="T5" fmla="*/ 934256471 h 204"/>
                <a:gd name="T6" fmla="*/ 1056701084 w 203"/>
                <a:gd name="T7" fmla="*/ 996540000 h 204"/>
                <a:gd name="T8" fmla="*/ 956064236 w 203"/>
                <a:gd name="T9" fmla="*/ 1183390588 h 204"/>
                <a:gd name="T10" fmla="*/ 855423842 w 203"/>
                <a:gd name="T11" fmla="*/ 1270588235 h 204"/>
                <a:gd name="T12" fmla="*/ 1257978325 w 203"/>
                <a:gd name="T13" fmla="*/ 1669203529 h 204"/>
                <a:gd name="T14" fmla="*/ 1346034680 w 203"/>
                <a:gd name="T15" fmla="*/ 1557091765 h 204"/>
                <a:gd name="T16" fmla="*/ 1534731429 w 203"/>
                <a:gd name="T17" fmla="*/ 1469897647 h 204"/>
                <a:gd name="T18" fmla="*/ 1572472906 w 203"/>
                <a:gd name="T19" fmla="*/ 1295502353 h 204"/>
                <a:gd name="T20" fmla="*/ 2147483647 w 203"/>
                <a:gd name="T21" fmla="*/ 585465882 h 204"/>
                <a:gd name="T22" fmla="*/ 2147483647 w 203"/>
                <a:gd name="T23" fmla="*/ 24914118 h 204"/>
                <a:gd name="T24" fmla="*/ 415131429 w 203"/>
                <a:gd name="T25" fmla="*/ 1756401176 h 204"/>
                <a:gd name="T26" fmla="*/ 0 w 203"/>
                <a:gd name="T27" fmla="*/ 2080277647 h 204"/>
                <a:gd name="T28" fmla="*/ 1195079409 w 203"/>
                <a:gd name="T29" fmla="*/ 1731487059 h 204"/>
                <a:gd name="T30" fmla="*/ 817685911 w 203"/>
                <a:gd name="T31" fmla="*/ 1357785882 h 204"/>
                <a:gd name="T32" fmla="*/ 415131429 w 203"/>
                <a:gd name="T33" fmla="*/ 1756401176 h 20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3"/>
                <a:gd name="T52" fmla="*/ 0 h 204"/>
                <a:gd name="T53" fmla="*/ 203 w 203"/>
                <a:gd name="T54" fmla="*/ 204 h 20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3" h="204">
                  <a:moveTo>
                    <a:pt x="200" y="2"/>
                  </a:moveTo>
                  <a:cubicBezTo>
                    <a:pt x="200" y="2"/>
                    <a:pt x="195" y="0"/>
                    <a:pt x="160" y="25"/>
                  </a:cubicBezTo>
                  <a:cubicBezTo>
                    <a:pt x="160" y="25"/>
                    <a:pt x="124" y="54"/>
                    <a:pt x="99" y="75"/>
                  </a:cubicBezTo>
                  <a:cubicBezTo>
                    <a:pt x="89" y="72"/>
                    <a:pt x="84" y="80"/>
                    <a:pt x="84" y="80"/>
                  </a:cubicBezTo>
                  <a:cubicBezTo>
                    <a:pt x="74" y="88"/>
                    <a:pt x="78" y="94"/>
                    <a:pt x="76" y="95"/>
                  </a:cubicBezTo>
                  <a:cubicBezTo>
                    <a:pt x="71" y="99"/>
                    <a:pt x="68" y="102"/>
                    <a:pt x="68" y="102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0" y="134"/>
                    <a:pt x="102" y="132"/>
                    <a:pt x="107" y="125"/>
                  </a:cubicBezTo>
                  <a:cubicBezTo>
                    <a:pt x="115" y="125"/>
                    <a:pt x="122" y="118"/>
                    <a:pt x="122" y="118"/>
                  </a:cubicBezTo>
                  <a:cubicBezTo>
                    <a:pt x="122" y="118"/>
                    <a:pt x="128" y="107"/>
                    <a:pt x="125" y="104"/>
                  </a:cubicBezTo>
                  <a:cubicBezTo>
                    <a:pt x="146" y="79"/>
                    <a:pt x="173" y="47"/>
                    <a:pt x="173" y="47"/>
                  </a:cubicBezTo>
                  <a:cubicBezTo>
                    <a:pt x="184" y="33"/>
                    <a:pt x="203" y="2"/>
                    <a:pt x="200" y="2"/>
                  </a:cubicBezTo>
                  <a:close/>
                  <a:moveTo>
                    <a:pt x="33" y="141"/>
                  </a:moveTo>
                  <a:cubicBezTo>
                    <a:pt x="33" y="171"/>
                    <a:pt x="0" y="167"/>
                    <a:pt x="0" y="167"/>
                  </a:cubicBezTo>
                  <a:cubicBezTo>
                    <a:pt x="0" y="167"/>
                    <a:pt x="67" y="204"/>
                    <a:pt x="95" y="13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33" y="111"/>
                    <a:pt x="33" y="141"/>
                  </a:cubicBezTo>
                  <a:close/>
                </a:path>
              </a:pathLst>
            </a:custGeom>
            <a:solidFill>
              <a:srgbClr val="FFA146"/>
            </a:solidFill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85" name="组合 8"/>
          <p:cNvGrpSpPr>
            <a:grpSpLocks/>
          </p:cNvGrpSpPr>
          <p:nvPr/>
        </p:nvGrpSpPr>
        <p:grpSpPr bwMode="auto">
          <a:xfrm>
            <a:off x="6873875" y="2776538"/>
            <a:ext cx="1139825" cy="1141412"/>
            <a:chOff x="0" y="0"/>
            <a:chExt cx="1141228" cy="1141228"/>
          </a:xfrm>
        </p:grpSpPr>
        <p:sp>
          <p:nvSpPr>
            <p:cNvPr id="4121" name="椭圆 9"/>
            <p:cNvSpPr>
              <a:spLocks noChangeArrowheads="1"/>
            </p:cNvSpPr>
            <p:nvPr/>
          </p:nvSpPr>
          <p:spPr bwMode="auto">
            <a:xfrm>
              <a:off x="0" y="0"/>
              <a:ext cx="1141228" cy="1141228"/>
            </a:xfrm>
            <a:prstGeom prst="ellipse">
              <a:avLst/>
            </a:prstGeom>
            <a:solidFill>
              <a:srgbClr val="22F2CC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122" name="Freeform 9"/>
            <p:cNvSpPr>
              <a:spLocks noEditPoints="1" noChangeArrowheads="1"/>
            </p:cNvSpPr>
            <p:nvPr/>
          </p:nvSpPr>
          <p:spPr bwMode="auto">
            <a:xfrm>
              <a:off x="208664" y="207077"/>
              <a:ext cx="723900" cy="727075"/>
            </a:xfrm>
            <a:custGeom>
              <a:avLst/>
              <a:gdLst>
                <a:gd name="T0" fmla="*/ 2147483647 w 199"/>
                <a:gd name="T1" fmla="*/ 1057276111 h 200"/>
                <a:gd name="T2" fmla="*/ 2147483647 w 199"/>
                <a:gd name="T3" fmla="*/ 1057276111 h 200"/>
                <a:gd name="T4" fmla="*/ 2147483647 w 199"/>
                <a:gd name="T5" fmla="*/ 845820889 h 200"/>
                <a:gd name="T6" fmla="*/ 2147483647 w 199"/>
                <a:gd name="T7" fmla="*/ 687231290 h 200"/>
                <a:gd name="T8" fmla="*/ 2147483647 w 199"/>
                <a:gd name="T9" fmla="*/ 436125033 h 200"/>
                <a:gd name="T10" fmla="*/ 2147483647 w 199"/>
                <a:gd name="T11" fmla="*/ 317182833 h 200"/>
                <a:gd name="T12" fmla="*/ 1931987245 w 199"/>
                <a:gd name="T13" fmla="*/ 317182833 h 200"/>
                <a:gd name="T14" fmla="*/ 1786425142 w 199"/>
                <a:gd name="T15" fmla="*/ 475776068 h 200"/>
                <a:gd name="T16" fmla="*/ 1587934672 w 199"/>
                <a:gd name="T17" fmla="*/ 396477633 h 200"/>
                <a:gd name="T18" fmla="*/ 1587934672 w 199"/>
                <a:gd name="T19" fmla="*/ 171807823 h 200"/>
                <a:gd name="T20" fmla="*/ 1402674475 w 199"/>
                <a:gd name="T21" fmla="*/ 0 h 200"/>
                <a:gd name="T22" fmla="*/ 1230648188 w 199"/>
                <a:gd name="T23" fmla="*/ 0 h 200"/>
                <a:gd name="T24" fmla="*/ 1058621902 w 199"/>
                <a:gd name="T25" fmla="*/ 171807823 h 200"/>
                <a:gd name="T26" fmla="*/ 1058621902 w 199"/>
                <a:gd name="T27" fmla="*/ 396477633 h 200"/>
                <a:gd name="T28" fmla="*/ 846897522 w 199"/>
                <a:gd name="T29" fmla="*/ 475776068 h 200"/>
                <a:gd name="T30" fmla="*/ 688105146 w 199"/>
                <a:gd name="T31" fmla="*/ 317182833 h 200"/>
                <a:gd name="T32" fmla="*/ 436682671 w 199"/>
                <a:gd name="T33" fmla="*/ 317182833 h 200"/>
                <a:gd name="T34" fmla="*/ 317588389 w 199"/>
                <a:gd name="T35" fmla="*/ 436125033 h 200"/>
                <a:gd name="T36" fmla="*/ 317588389 w 199"/>
                <a:gd name="T37" fmla="*/ 687231290 h 200"/>
                <a:gd name="T38" fmla="*/ 476380765 w 199"/>
                <a:gd name="T39" fmla="*/ 845820889 h 200"/>
                <a:gd name="T40" fmla="*/ 383750667 w 199"/>
                <a:gd name="T41" fmla="*/ 1057276111 h 200"/>
                <a:gd name="T42" fmla="*/ 172026286 w 199"/>
                <a:gd name="T43" fmla="*/ 1057276111 h 200"/>
                <a:gd name="T44" fmla="*/ 0 w 199"/>
                <a:gd name="T45" fmla="*/ 1229083934 h 200"/>
                <a:gd name="T46" fmla="*/ 0 w 199"/>
                <a:gd name="T47" fmla="*/ 1414106344 h 200"/>
                <a:gd name="T48" fmla="*/ 172026286 w 199"/>
                <a:gd name="T49" fmla="*/ 1585914167 h 200"/>
                <a:gd name="T50" fmla="*/ 383750667 w 199"/>
                <a:gd name="T51" fmla="*/ 1585914167 h 200"/>
                <a:gd name="T52" fmla="*/ 463146855 w 199"/>
                <a:gd name="T53" fmla="*/ 1784154801 h 200"/>
                <a:gd name="T54" fmla="*/ 317588389 w 199"/>
                <a:gd name="T55" fmla="*/ 1942744400 h 200"/>
                <a:gd name="T56" fmla="*/ 317588389 w 199"/>
                <a:gd name="T57" fmla="*/ 2147483647 h 200"/>
                <a:gd name="T58" fmla="*/ 436682671 w 199"/>
                <a:gd name="T59" fmla="*/ 2147483647 h 200"/>
                <a:gd name="T60" fmla="*/ 688105146 w 199"/>
                <a:gd name="T61" fmla="*/ 2147483647 h 200"/>
                <a:gd name="T62" fmla="*/ 833663611 w 199"/>
                <a:gd name="T63" fmla="*/ 2147483647 h 200"/>
                <a:gd name="T64" fmla="*/ 1058621902 w 199"/>
                <a:gd name="T65" fmla="*/ 2147483647 h 200"/>
                <a:gd name="T66" fmla="*/ 1058621902 w 199"/>
                <a:gd name="T67" fmla="*/ 2147483647 h 200"/>
                <a:gd name="T68" fmla="*/ 1230648188 w 199"/>
                <a:gd name="T69" fmla="*/ 2147483647 h 200"/>
                <a:gd name="T70" fmla="*/ 1402674475 w 199"/>
                <a:gd name="T71" fmla="*/ 2147483647 h 200"/>
                <a:gd name="T72" fmla="*/ 1587934672 w 199"/>
                <a:gd name="T73" fmla="*/ 2147483647 h 200"/>
                <a:gd name="T74" fmla="*/ 1587934672 w 199"/>
                <a:gd name="T75" fmla="*/ 2147483647 h 200"/>
                <a:gd name="T76" fmla="*/ 1786425142 w 199"/>
                <a:gd name="T77" fmla="*/ 2147483647 h 200"/>
                <a:gd name="T78" fmla="*/ 1931987245 w 199"/>
                <a:gd name="T79" fmla="*/ 2147483647 h 200"/>
                <a:gd name="T80" fmla="*/ 2147483647 w 199"/>
                <a:gd name="T81" fmla="*/ 2147483647 h 200"/>
                <a:gd name="T82" fmla="*/ 2147483647 w 199"/>
                <a:gd name="T83" fmla="*/ 2147483647 h 200"/>
                <a:gd name="T84" fmla="*/ 2147483647 w 199"/>
                <a:gd name="T85" fmla="*/ 1942744400 h 200"/>
                <a:gd name="T86" fmla="*/ 2147483647 w 199"/>
                <a:gd name="T87" fmla="*/ 1784154801 h 200"/>
                <a:gd name="T88" fmla="*/ 2147483647 w 199"/>
                <a:gd name="T89" fmla="*/ 1585914167 h 200"/>
                <a:gd name="T90" fmla="*/ 2147483647 w 199"/>
                <a:gd name="T91" fmla="*/ 1585914167 h 200"/>
                <a:gd name="T92" fmla="*/ 2147483647 w 199"/>
                <a:gd name="T93" fmla="*/ 1414106344 h 200"/>
                <a:gd name="T94" fmla="*/ 2147483647 w 199"/>
                <a:gd name="T95" fmla="*/ 1229083934 h 200"/>
                <a:gd name="T96" fmla="*/ 2147483647 w 199"/>
                <a:gd name="T97" fmla="*/ 1057276111 h 200"/>
                <a:gd name="T98" fmla="*/ 1323278287 w 199"/>
                <a:gd name="T99" fmla="*/ 1850235012 h 200"/>
                <a:gd name="T100" fmla="*/ 793965517 w 199"/>
                <a:gd name="T101" fmla="*/ 1321596957 h 200"/>
                <a:gd name="T102" fmla="*/ 1323278287 w 199"/>
                <a:gd name="T103" fmla="*/ 792958901 h 200"/>
                <a:gd name="T104" fmla="*/ 1839357146 w 199"/>
                <a:gd name="T105" fmla="*/ 1321596957 h 200"/>
                <a:gd name="T106" fmla="*/ 1323278287 w 199"/>
                <a:gd name="T107" fmla="*/ 1850235012 h 200"/>
                <a:gd name="T108" fmla="*/ 1323278287 w 199"/>
                <a:gd name="T109" fmla="*/ 1057276111 h 200"/>
                <a:gd name="T110" fmla="*/ 1058621902 w 199"/>
                <a:gd name="T111" fmla="*/ 1321596957 h 200"/>
                <a:gd name="T112" fmla="*/ 1323278287 w 199"/>
                <a:gd name="T113" fmla="*/ 1585914167 h 200"/>
                <a:gd name="T114" fmla="*/ 1587934672 w 199"/>
                <a:gd name="T115" fmla="*/ 1321596957 h 200"/>
                <a:gd name="T116" fmla="*/ 1323278287 w 199"/>
                <a:gd name="T117" fmla="*/ 1057276111 h 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99"/>
                <a:gd name="T178" fmla="*/ 0 h 200"/>
                <a:gd name="T179" fmla="*/ 199 w 199"/>
                <a:gd name="T180" fmla="*/ 200 h 20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99" h="200">
                  <a:moveTo>
                    <a:pt x="186" y="80"/>
                  </a:moveTo>
                  <a:cubicBezTo>
                    <a:pt x="170" y="80"/>
                    <a:pt x="170" y="80"/>
                    <a:pt x="170" y="80"/>
                  </a:cubicBezTo>
                  <a:cubicBezTo>
                    <a:pt x="168" y="74"/>
                    <a:pt x="166" y="69"/>
                    <a:pt x="163" y="64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80" y="47"/>
                    <a:pt x="180" y="38"/>
                    <a:pt x="175" y="33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0" y="19"/>
                    <a:pt x="152" y="19"/>
                    <a:pt x="146" y="24"/>
                  </a:cubicBezTo>
                  <a:cubicBezTo>
                    <a:pt x="135" y="36"/>
                    <a:pt x="135" y="36"/>
                    <a:pt x="135" y="36"/>
                  </a:cubicBezTo>
                  <a:cubicBezTo>
                    <a:pt x="130" y="33"/>
                    <a:pt x="125" y="31"/>
                    <a:pt x="120" y="30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20" y="6"/>
                    <a:pt x="114" y="0"/>
                    <a:pt x="106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86" y="0"/>
                    <a:pt x="80" y="6"/>
                    <a:pt x="80" y="13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74" y="31"/>
                    <a:pt x="69" y="33"/>
                    <a:pt x="64" y="36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7" y="19"/>
                    <a:pt x="38" y="19"/>
                    <a:pt x="33" y="2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8" y="38"/>
                    <a:pt x="18" y="47"/>
                    <a:pt x="24" y="52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3" y="69"/>
                    <a:pt x="31" y="74"/>
                    <a:pt x="29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6" y="80"/>
                    <a:pt x="0" y="86"/>
                    <a:pt x="0" y="93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4"/>
                    <a:pt x="6" y="120"/>
                    <a:pt x="13" y="120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31" y="125"/>
                    <a:pt x="33" y="130"/>
                    <a:pt x="35" y="135"/>
                  </a:cubicBezTo>
                  <a:cubicBezTo>
                    <a:pt x="24" y="147"/>
                    <a:pt x="24" y="147"/>
                    <a:pt x="24" y="147"/>
                  </a:cubicBezTo>
                  <a:cubicBezTo>
                    <a:pt x="18" y="152"/>
                    <a:pt x="18" y="160"/>
                    <a:pt x="24" y="166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8" y="180"/>
                    <a:pt x="47" y="180"/>
                    <a:pt x="52" y="175"/>
                  </a:cubicBezTo>
                  <a:cubicBezTo>
                    <a:pt x="63" y="163"/>
                    <a:pt x="63" y="163"/>
                    <a:pt x="63" y="163"/>
                  </a:cubicBezTo>
                  <a:cubicBezTo>
                    <a:pt x="69" y="166"/>
                    <a:pt x="74" y="169"/>
                    <a:pt x="80" y="170"/>
                  </a:cubicBezTo>
                  <a:cubicBezTo>
                    <a:pt x="80" y="186"/>
                    <a:pt x="80" y="186"/>
                    <a:pt x="80" y="186"/>
                  </a:cubicBezTo>
                  <a:cubicBezTo>
                    <a:pt x="80" y="194"/>
                    <a:pt x="86" y="200"/>
                    <a:pt x="93" y="200"/>
                  </a:cubicBezTo>
                  <a:cubicBezTo>
                    <a:pt x="106" y="200"/>
                    <a:pt x="106" y="200"/>
                    <a:pt x="106" y="200"/>
                  </a:cubicBezTo>
                  <a:cubicBezTo>
                    <a:pt x="114" y="200"/>
                    <a:pt x="120" y="194"/>
                    <a:pt x="120" y="186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5" y="169"/>
                    <a:pt x="130" y="166"/>
                    <a:pt x="135" y="164"/>
                  </a:cubicBezTo>
                  <a:cubicBezTo>
                    <a:pt x="146" y="175"/>
                    <a:pt x="146" y="175"/>
                    <a:pt x="146" y="175"/>
                  </a:cubicBezTo>
                  <a:cubicBezTo>
                    <a:pt x="152" y="180"/>
                    <a:pt x="160" y="180"/>
                    <a:pt x="165" y="175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80" y="160"/>
                    <a:pt x="180" y="152"/>
                    <a:pt x="175" y="147"/>
                  </a:cubicBezTo>
                  <a:cubicBezTo>
                    <a:pt x="163" y="135"/>
                    <a:pt x="163" y="135"/>
                    <a:pt x="163" y="135"/>
                  </a:cubicBezTo>
                  <a:cubicBezTo>
                    <a:pt x="166" y="131"/>
                    <a:pt x="168" y="125"/>
                    <a:pt x="170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193" y="120"/>
                    <a:pt x="199" y="114"/>
                    <a:pt x="199" y="107"/>
                  </a:cubicBezTo>
                  <a:cubicBezTo>
                    <a:pt x="199" y="93"/>
                    <a:pt x="199" y="93"/>
                    <a:pt x="199" y="93"/>
                  </a:cubicBezTo>
                  <a:cubicBezTo>
                    <a:pt x="199" y="86"/>
                    <a:pt x="193" y="80"/>
                    <a:pt x="186" y="80"/>
                  </a:cubicBezTo>
                  <a:close/>
                  <a:moveTo>
                    <a:pt x="100" y="140"/>
                  </a:moveTo>
                  <a:cubicBezTo>
                    <a:pt x="78" y="140"/>
                    <a:pt x="60" y="122"/>
                    <a:pt x="60" y="100"/>
                  </a:cubicBezTo>
                  <a:cubicBezTo>
                    <a:pt x="60" y="78"/>
                    <a:pt x="78" y="60"/>
                    <a:pt x="100" y="60"/>
                  </a:cubicBezTo>
                  <a:cubicBezTo>
                    <a:pt x="122" y="60"/>
                    <a:pt x="139" y="78"/>
                    <a:pt x="139" y="100"/>
                  </a:cubicBezTo>
                  <a:cubicBezTo>
                    <a:pt x="139" y="122"/>
                    <a:pt x="122" y="140"/>
                    <a:pt x="100" y="140"/>
                  </a:cubicBezTo>
                  <a:close/>
                  <a:moveTo>
                    <a:pt x="100" y="80"/>
                  </a:moveTo>
                  <a:cubicBezTo>
                    <a:pt x="89" y="80"/>
                    <a:pt x="80" y="89"/>
                    <a:pt x="80" y="100"/>
                  </a:cubicBezTo>
                  <a:cubicBezTo>
                    <a:pt x="80" y="111"/>
                    <a:pt x="89" y="120"/>
                    <a:pt x="100" y="120"/>
                  </a:cubicBezTo>
                  <a:cubicBezTo>
                    <a:pt x="111" y="120"/>
                    <a:pt x="120" y="111"/>
                    <a:pt x="120" y="100"/>
                  </a:cubicBezTo>
                  <a:cubicBezTo>
                    <a:pt x="120" y="89"/>
                    <a:pt x="111" y="80"/>
                    <a:pt x="100" y="80"/>
                  </a:cubicBezTo>
                  <a:close/>
                </a:path>
              </a:pathLst>
            </a:custGeom>
            <a:solidFill>
              <a:srgbClr val="FFA146"/>
            </a:solidFill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88" name="组合 11"/>
          <p:cNvGrpSpPr>
            <a:grpSpLocks/>
          </p:cNvGrpSpPr>
          <p:nvPr/>
        </p:nvGrpSpPr>
        <p:grpSpPr bwMode="auto">
          <a:xfrm>
            <a:off x="6873875" y="1068388"/>
            <a:ext cx="1139825" cy="1141412"/>
            <a:chOff x="0" y="0"/>
            <a:chExt cx="1141228" cy="1141228"/>
          </a:xfrm>
        </p:grpSpPr>
        <p:sp>
          <p:nvSpPr>
            <p:cNvPr id="4119" name="椭圆 12"/>
            <p:cNvSpPr>
              <a:spLocks noChangeArrowheads="1"/>
            </p:cNvSpPr>
            <p:nvPr/>
          </p:nvSpPr>
          <p:spPr bwMode="auto">
            <a:xfrm>
              <a:off x="0" y="0"/>
              <a:ext cx="1141228" cy="1141228"/>
            </a:xfrm>
            <a:prstGeom prst="ellipse">
              <a:avLst/>
            </a:prstGeom>
            <a:solidFill>
              <a:srgbClr val="22F2CC"/>
            </a:solidFill>
            <a:ln w="12700">
              <a:solidFill>
                <a:schemeClr val="bg1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itchFamily="2" charset="-122"/>
                <a:sym typeface="宋体" pitchFamily="2" charset="-122"/>
              </a:endParaRPr>
            </a:p>
          </p:txBody>
        </p:sp>
        <p:sp>
          <p:nvSpPr>
            <p:cNvPr id="4120" name="Freeform 13"/>
            <p:cNvSpPr>
              <a:spLocks noEditPoints="1" noChangeArrowheads="1"/>
            </p:cNvSpPr>
            <p:nvPr/>
          </p:nvSpPr>
          <p:spPr bwMode="auto">
            <a:xfrm>
              <a:off x="207077" y="207870"/>
              <a:ext cx="727075" cy="725488"/>
            </a:xfrm>
            <a:custGeom>
              <a:avLst/>
              <a:gdLst>
                <a:gd name="T0" fmla="*/ 1743555376 w 197"/>
                <a:gd name="T1" fmla="*/ 1370087789 h 196"/>
                <a:gd name="T2" fmla="*/ 2002364550 w 197"/>
                <a:gd name="T3" fmla="*/ 1424891745 h 196"/>
                <a:gd name="T4" fmla="*/ 2147483647 w 197"/>
                <a:gd name="T5" fmla="*/ 739846000 h 196"/>
                <a:gd name="T6" fmla="*/ 2147483647 w 197"/>
                <a:gd name="T7" fmla="*/ 616538950 h 196"/>
                <a:gd name="T8" fmla="*/ 2147483647 w 197"/>
                <a:gd name="T9" fmla="*/ 1137172828 h 196"/>
                <a:gd name="T10" fmla="*/ 1729932869 w 197"/>
                <a:gd name="T11" fmla="*/ 1054966895 h 196"/>
                <a:gd name="T12" fmla="*/ 1566477551 w 197"/>
                <a:gd name="T13" fmla="*/ 616538950 h 196"/>
                <a:gd name="T14" fmla="*/ 2097714716 w 197"/>
                <a:gd name="T15" fmla="*/ 54803956 h 196"/>
                <a:gd name="T16" fmla="*/ 2002364550 w 197"/>
                <a:gd name="T17" fmla="*/ 41101116 h 196"/>
                <a:gd name="T18" fmla="*/ 1307668377 w 197"/>
                <a:gd name="T19" fmla="*/ 739846000 h 196"/>
                <a:gd name="T20" fmla="*/ 1375773529 w 197"/>
                <a:gd name="T21" fmla="*/ 1013865779 h 196"/>
                <a:gd name="T22" fmla="*/ 721941186 w 197"/>
                <a:gd name="T23" fmla="*/ 1822214872 h 196"/>
                <a:gd name="T24" fmla="*/ 599346007 w 197"/>
                <a:gd name="T25" fmla="*/ 1794812894 h 196"/>
                <a:gd name="T26" fmla="*/ 163459009 w 197"/>
                <a:gd name="T27" fmla="*/ 2147483647 h 196"/>
                <a:gd name="T28" fmla="*/ 599346007 w 197"/>
                <a:gd name="T29" fmla="*/ 2147483647 h 196"/>
                <a:gd name="T30" fmla="*/ 1021614190 w 197"/>
                <a:gd name="T31" fmla="*/ 2147483647 h 196"/>
                <a:gd name="T32" fmla="*/ 980750360 w 197"/>
                <a:gd name="T33" fmla="*/ 2068832673 h 196"/>
                <a:gd name="T34" fmla="*/ 1743555376 w 197"/>
                <a:gd name="T35" fmla="*/ 1370087789 h 196"/>
                <a:gd name="T36" fmla="*/ 599346007 w 197"/>
                <a:gd name="T37" fmla="*/ 2147483647 h 196"/>
                <a:gd name="T38" fmla="*/ 367781846 w 197"/>
                <a:gd name="T39" fmla="*/ 2147483647 h 196"/>
                <a:gd name="T40" fmla="*/ 599346007 w 197"/>
                <a:gd name="T41" fmla="*/ 2000329579 h 196"/>
                <a:gd name="T42" fmla="*/ 817291352 w 197"/>
                <a:gd name="T43" fmla="*/ 2147483647 h 196"/>
                <a:gd name="T44" fmla="*/ 599346007 w 197"/>
                <a:gd name="T45" fmla="*/ 2147483647 h 196"/>
                <a:gd name="T46" fmla="*/ 640213527 w 197"/>
                <a:gd name="T47" fmla="*/ 835754773 h 196"/>
                <a:gd name="T48" fmla="*/ 1035236696 w 197"/>
                <a:gd name="T49" fmla="*/ 1260479878 h 196"/>
                <a:gd name="T50" fmla="*/ 1225937028 w 197"/>
                <a:gd name="T51" fmla="*/ 1054966895 h 196"/>
                <a:gd name="T52" fmla="*/ 830913859 w 197"/>
                <a:gd name="T53" fmla="*/ 643940928 h 196"/>
                <a:gd name="T54" fmla="*/ 926264024 w 197"/>
                <a:gd name="T55" fmla="*/ 548035856 h 196"/>
                <a:gd name="T56" fmla="*/ 381404353 w 197"/>
                <a:gd name="T57" fmla="*/ 0 h 196"/>
                <a:gd name="T58" fmla="*/ 0 w 197"/>
                <a:gd name="T59" fmla="*/ 397326828 h 196"/>
                <a:gd name="T60" fmla="*/ 531240855 w 197"/>
                <a:gd name="T61" fmla="*/ 931659845 h 196"/>
                <a:gd name="T62" fmla="*/ 640213527 w 197"/>
                <a:gd name="T63" fmla="*/ 835754773 h 196"/>
                <a:gd name="T64" fmla="*/ 1879773062 w 197"/>
                <a:gd name="T65" fmla="*/ 1465992861 h 196"/>
                <a:gd name="T66" fmla="*/ 1321287193 w 197"/>
                <a:gd name="T67" fmla="*/ 1959224762 h 196"/>
                <a:gd name="T68" fmla="*/ 1934259398 w 197"/>
                <a:gd name="T69" fmla="*/ 2147483647 h 196"/>
                <a:gd name="T70" fmla="*/ 2147483647 w 197"/>
                <a:gd name="T71" fmla="*/ 2147483647 h 196"/>
                <a:gd name="T72" fmla="*/ 2147483647 w 197"/>
                <a:gd name="T73" fmla="*/ 2147483647 h 196"/>
                <a:gd name="T74" fmla="*/ 2147483647 w 197"/>
                <a:gd name="T75" fmla="*/ 2041430695 h 196"/>
                <a:gd name="T76" fmla="*/ 1879773062 w 197"/>
                <a:gd name="T77" fmla="*/ 1465992861 h 196"/>
                <a:gd name="T78" fmla="*/ 2147483647 w 197"/>
                <a:gd name="T79" fmla="*/ 2147483647 h 196"/>
                <a:gd name="T80" fmla="*/ 2056850886 w 197"/>
                <a:gd name="T81" fmla="*/ 2147483647 h 196"/>
                <a:gd name="T82" fmla="*/ 1552855045 w 197"/>
                <a:gd name="T83" fmla="*/ 1972927601 h 196"/>
                <a:gd name="T84" fmla="*/ 1552855045 w 197"/>
                <a:gd name="T85" fmla="*/ 1877018828 h 196"/>
                <a:gd name="T86" fmla="*/ 1648205210 w 197"/>
                <a:gd name="T87" fmla="*/ 1877018828 h 196"/>
                <a:gd name="T88" fmla="*/ 2147483647 w 197"/>
                <a:gd name="T89" fmla="*/ 2147483647 h 196"/>
                <a:gd name="T90" fmla="*/ 2147483647 w 197"/>
                <a:gd name="T91" fmla="*/ 2147483647 h 196"/>
                <a:gd name="T92" fmla="*/ 2147483647 w 197"/>
                <a:gd name="T93" fmla="*/ 2147483647 h 196"/>
                <a:gd name="T94" fmla="*/ 2147483647 w 197"/>
                <a:gd name="T95" fmla="*/ 2147483647 h 196"/>
                <a:gd name="T96" fmla="*/ 1770800389 w 197"/>
                <a:gd name="T97" fmla="*/ 1753711778 h 196"/>
                <a:gd name="T98" fmla="*/ 1770800389 w 197"/>
                <a:gd name="T99" fmla="*/ 1657806706 h 196"/>
                <a:gd name="T100" fmla="*/ 1866150555 w 197"/>
                <a:gd name="T101" fmla="*/ 1657806706 h 196"/>
                <a:gd name="T102" fmla="*/ 2147483647 w 197"/>
                <a:gd name="T103" fmla="*/ 2147483647 h 196"/>
                <a:gd name="T104" fmla="*/ 2147483647 w 197"/>
                <a:gd name="T105" fmla="*/ 2147483647 h 1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7"/>
                <a:gd name="T160" fmla="*/ 0 h 196"/>
                <a:gd name="T161" fmla="*/ 197 w 197"/>
                <a:gd name="T162" fmla="*/ 196 h 1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7" h="196">
                  <a:moveTo>
                    <a:pt x="128" y="100"/>
                  </a:moveTo>
                  <a:cubicBezTo>
                    <a:pt x="134" y="103"/>
                    <a:pt x="140" y="104"/>
                    <a:pt x="147" y="104"/>
                  </a:cubicBezTo>
                  <a:cubicBezTo>
                    <a:pt x="175" y="104"/>
                    <a:pt x="197" y="82"/>
                    <a:pt x="197" y="54"/>
                  </a:cubicBezTo>
                  <a:cubicBezTo>
                    <a:pt x="197" y="51"/>
                    <a:pt x="197" y="48"/>
                    <a:pt x="196" y="45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27" y="77"/>
                    <a:pt x="127" y="77"/>
                    <a:pt x="127" y="77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54" y="4"/>
                    <a:pt x="154" y="4"/>
                    <a:pt x="154" y="4"/>
                  </a:cubicBezTo>
                  <a:cubicBezTo>
                    <a:pt x="152" y="3"/>
                    <a:pt x="149" y="3"/>
                    <a:pt x="147" y="3"/>
                  </a:cubicBezTo>
                  <a:cubicBezTo>
                    <a:pt x="119" y="3"/>
                    <a:pt x="96" y="26"/>
                    <a:pt x="96" y="54"/>
                  </a:cubicBezTo>
                  <a:cubicBezTo>
                    <a:pt x="96" y="61"/>
                    <a:pt x="98" y="68"/>
                    <a:pt x="101" y="74"/>
                  </a:cubicBezTo>
                  <a:cubicBezTo>
                    <a:pt x="85" y="101"/>
                    <a:pt x="62" y="124"/>
                    <a:pt x="53" y="133"/>
                  </a:cubicBezTo>
                  <a:cubicBezTo>
                    <a:pt x="50" y="132"/>
                    <a:pt x="47" y="131"/>
                    <a:pt x="44" y="131"/>
                  </a:cubicBezTo>
                  <a:cubicBezTo>
                    <a:pt x="26" y="131"/>
                    <a:pt x="12" y="145"/>
                    <a:pt x="12" y="162"/>
                  </a:cubicBezTo>
                  <a:cubicBezTo>
                    <a:pt x="12" y="180"/>
                    <a:pt x="26" y="194"/>
                    <a:pt x="44" y="194"/>
                  </a:cubicBezTo>
                  <a:cubicBezTo>
                    <a:pt x="61" y="194"/>
                    <a:pt x="75" y="180"/>
                    <a:pt x="75" y="162"/>
                  </a:cubicBezTo>
                  <a:cubicBezTo>
                    <a:pt x="75" y="158"/>
                    <a:pt x="74" y="154"/>
                    <a:pt x="72" y="151"/>
                  </a:cubicBezTo>
                  <a:cubicBezTo>
                    <a:pt x="79" y="141"/>
                    <a:pt x="98" y="119"/>
                    <a:pt x="128" y="100"/>
                  </a:cubicBezTo>
                  <a:close/>
                  <a:moveTo>
                    <a:pt x="44" y="179"/>
                  </a:moveTo>
                  <a:cubicBezTo>
                    <a:pt x="34" y="179"/>
                    <a:pt x="27" y="172"/>
                    <a:pt x="27" y="162"/>
                  </a:cubicBezTo>
                  <a:cubicBezTo>
                    <a:pt x="27" y="153"/>
                    <a:pt x="34" y="146"/>
                    <a:pt x="44" y="146"/>
                  </a:cubicBezTo>
                  <a:cubicBezTo>
                    <a:pt x="53" y="146"/>
                    <a:pt x="60" y="153"/>
                    <a:pt x="60" y="162"/>
                  </a:cubicBezTo>
                  <a:cubicBezTo>
                    <a:pt x="60" y="172"/>
                    <a:pt x="53" y="179"/>
                    <a:pt x="44" y="179"/>
                  </a:cubicBezTo>
                  <a:close/>
                  <a:moveTo>
                    <a:pt x="47" y="61"/>
                  </a:moveTo>
                  <a:cubicBezTo>
                    <a:pt x="76" y="92"/>
                    <a:pt x="76" y="92"/>
                    <a:pt x="76" y="92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39" y="68"/>
                    <a:pt x="39" y="68"/>
                    <a:pt x="39" y="68"/>
                  </a:cubicBezTo>
                  <a:lnTo>
                    <a:pt x="47" y="61"/>
                  </a:lnTo>
                  <a:close/>
                  <a:moveTo>
                    <a:pt x="138" y="107"/>
                  </a:moveTo>
                  <a:cubicBezTo>
                    <a:pt x="138" y="107"/>
                    <a:pt x="114" y="114"/>
                    <a:pt x="97" y="143"/>
                  </a:cubicBezTo>
                  <a:cubicBezTo>
                    <a:pt x="97" y="141"/>
                    <a:pt x="142" y="188"/>
                    <a:pt x="142" y="188"/>
                  </a:cubicBezTo>
                  <a:cubicBezTo>
                    <a:pt x="150" y="196"/>
                    <a:pt x="163" y="196"/>
                    <a:pt x="170" y="188"/>
                  </a:cubicBezTo>
                  <a:cubicBezTo>
                    <a:pt x="182" y="177"/>
                    <a:pt x="182" y="177"/>
                    <a:pt x="182" y="177"/>
                  </a:cubicBezTo>
                  <a:cubicBezTo>
                    <a:pt x="189" y="169"/>
                    <a:pt x="189" y="156"/>
                    <a:pt x="182" y="149"/>
                  </a:cubicBezTo>
                  <a:lnTo>
                    <a:pt x="138" y="107"/>
                  </a:lnTo>
                  <a:close/>
                  <a:moveTo>
                    <a:pt x="158" y="180"/>
                  </a:moveTo>
                  <a:cubicBezTo>
                    <a:pt x="156" y="182"/>
                    <a:pt x="153" y="182"/>
                    <a:pt x="151" y="180"/>
                  </a:cubicBezTo>
                  <a:cubicBezTo>
                    <a:pt x="114" y="144"/>
                    <a:pt x="114" y="144"/>
                    <a:pt x="114" y="144"/>
                  </a:cubicBezTo>
                  <a:cubicBezTo>
                    <a:pt x="112" y="142"/>
                    <a:pt x="112" y="139"/>
                    <a:pt x="114" y="137"/>
                  </a:cubicBezTo>
                  <a:cubicBezTo>
                    <a:pt x="116" y="135"/>
                    <a:pt x="120" y="135"/>
                    <a:pt x="121" y="137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60" y="175"/>
                    <a:pt x="160" y="178"/>
                    <a:pt x="158" y="180"/>
                  </a:cubicBezTo>
                  <a:close/>
                  <a:moveTo>
                    <a:pt x="174" y="164"/>
                  </a:moveTo>
                  <a:cubicBezTo>
                    <a:pt x="172" y="166"/>
                    <a:pt x="169" y="166"/>
                    <a:pt x="167" y="164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8" y="126"/>
                    <a:pt x="128" y="123"/>
                    <a:pt x="130" y="121"/>
                  </a:cubicBezTo>
                  <a:cubicBezTo>
                    <a:pt x="132" y="119"/>
                    <a:pt x="136" y="119"/>
                    <a:pt x="137" y="121"/>
                  </a:cubicBezTo>
                  <a:cubicBezTo>
                    <a:pt x="174" y="157"/>
                    <a:pt x="174" y="157"/>
                    <a:pt x="174" y="157"/>
                  </a:cubicBezTo>
                  <a:cubicBezTo>
                    <a:pt x="176" y="159"/>
                    <a:pt x="176" y="162"/>
                    <a:pt x="174" y="164"/>
                  </a:cubicBezTo>
                  <a:close/>
                </a:path>
              </a:pathLst>
            </a:custGeom>
            <a:solidFill>
              <a:srgbClr val="FFA146"/>
            </a:solidFill>
            <a:ln w="9525" cmpd="sng">
              <a:solidFill>
                <a:schemeClr val="bg1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3" name="标题 1"/>
          <p:cNvSpPr>
            <a:spLocks noChangeArrowheads="1"/>
          </p:cNvSpPr>
          <p:nvPr/>
        </p:nvSpPr>
        <p:spPr bwMode="auto">
          <a:xfrm>
            <a:off x="8221662" y="1340927"/>
            <a:ext cx="2014537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buFont typeface="Arial" pitchFamily="34" charset="0"/>
              <a:buNone/>
            </a:pPr>
            <a:r>
              <a:rPr lang="zh-CN" altLang="en-US" sz="32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图形工具</a:t>
            </a:r>
            <a:endParaRPr lang="en-US" sz="32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4114" name="矩形 21"/>
          <p:cNvSpPr>
            <a:spLocks noChangeArrowheads="1"/>
          </p:cNvSpPr>
          <p:nvPr/>
        </p:nvSpPr>
        <p:spPr bwMode="auto">
          <a:xfrm>
            <a:off x="8221663" y="1085850"/>
            <a:ext cx="11080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Font typeface="Arial" pitchFamily="34" charset="0"/>
              <a:buNone/>
            </a:pP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添加标题</a:t>
            </a:r>
            <a:endParaRPr 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4115" name="标题 1"/>
          <p:cNvSpPr>
            <a:spLocks noChangeArrowheads="1"/>
          </p:cNvSpPr>
          <p:nvPr/>
        </p:nvSpPr>
        <p:spPr bwMode="auto">
          <a:xfrm>
            <a:off x="8221663" y="3102769"/>
            <a:ext cx="2014537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buFont typeface="Arial" pitchFamily="34" charset="0"/>
              <a:buNone/>
            </a:pPr>
            <a:r>
              <a:rPr lang="zh-CN" altLang="en-US" sz="32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表格工具</a:t>
            </a:r>
            <a:endParaRPr lang="zh-CN" altLang="en-US" sz="32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4116" name="矩形 23"/>
          <p:cNvSpPr>
            <a:spLocks noChangeArrowheads="1"/>
          </p:cNvSpPr>
          <p:nvPr/>
        </p:nvSpPr>
        <p:spPr bwMode="auto">
          <a:xfrm>
            <a:off x="8221663" y="2822575"/>
            <a:ext cx="1108075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Font typeface="Arial" pitchFamily="34" charset="0"/>
              <a:buNone/>
            </a:pP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添加标题</a:t>
            </a:r>
            <a:endParaRPr 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4117" name="标题 1"/>
          <p:cNvSpPr>
            <a:spLocks noChangeArrowheads="1"/>
          </p:cNvSpPr>
          <p:nvPr/>
        </p:nvSpPr>
        <p:spPr bwMode="auto">
          <a:xfrm>
            <a:off x="8221661" y="4726781"/>
            <a:ext cx="2014537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buFont typeface="Arial" pitchFamily="34" charset="0"/>
              <a:buNone/>
            </a:pPr>
            <a:r>
              <a:rPr lang="zh-CN" altLang="en-US" sz="32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语言工具</a:t>
            </a:r>
            <a:endParaRPr lang="zh-CN" altLang="en-US" sz="32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4118" name="矩形 25"/>
          <p:cNvSpPr>
            <a:spLocks noChangeArrowheads="1"/>
          </p:cNvSpPr>
          <p:nvPr/>
        </p:nvSpPr>
        <p:spPr bwMode="auto">
          <a:xfrm>
            <a:off x="8221663" y="4489450"/>
            <a:ext cx="110807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buFont typeface="Arial" pitchFamily="34" charset="0"/>
              <a:buNone/>
            </a:pP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添加标题</a:t>
            </a:r>
            <a:endParaRPr 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6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1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4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" grpId="0" animBg="1"/>
      <p:bldP spid="7179" grpId="0" animBg="1"/>
      <p:bldP spid="7180" grpId="0" animBg="1"/>
      <p:bldP spid="718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3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4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5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6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7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8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9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50" name="任意多边形 1"/>
          <p:cNvSpPr>
            <a:spLocks noChangeArrowheads="1"/>
          </p:cNvSpPr>
          <p:nvPr/>
        </p:nvSpPr>
        <p:spPr bwMode="auto">
          <a:xfrm>
            <a:off x="885825" y="1027113"/>
            <a:ext cx="5153025" cy="2289175"/>
          </a:xfrm>
          <a:custGeom>
            <a:avLst/>
            <a:gdLst>
              <a:gd name="T0" fmla="*/ 0 w 5151600"/>
              <a:gd name="T1" fmla="*/ 0 h 2289600"/>
              <a:gd name="T2" fmla="*/ 5154450 w 5151600"/>
              <a:gd name="T3" fmla="*/ 0 h 2289600"/>
              <a:gd name="T4" fmla="*/ 5154450 w 5151600"/>
              <a:gd name="T5" fmla="*/ 1712964 h 2289600"/>
              <a:gd name="T6" fmla="*/ 3288240 w 5151600"/>
              <a:gd name="T7" fmla="*/ 1712964 h 2289600"/>
              <a:gd name="T8" fmla="*/ 3288240 w 5151600"/>
              <a:gd name="T9" fmla="*/ 2288750 h 2289600"/>
              <a:gd name="T10" fmla="*/ 0 w 5151600"/>
              <a:gd name="T11" fmla="*/ 2288750 h 2289600"/>
              <a:gd name="T12" fmla="*/ 0 w 5151600"/>
              <a:gd name="T13" fmla="*/ 0 h 228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51600"/>
              <a:gd name="T22" fmla="*/ 0 h 2289600"/>
              <a:gd name="T23" fmla="*/ 5151600 w 5151600"/>
              <a:gd name="T24" fmla="*/ 2289600 h 228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51600" h="2289600">
                <a:moveTo>
                  <a:pt x="0" y="0"/>
                </a:moveTo>
                <a:lnTo>
                  <a:pt x="5151600" y="0"/>
                </a:lnTo>
                <a:lnTo>
                  <a:pt x="5151600" y="1713600"/>
                </a:lnTo>
                <a:lnTo>
                  <a:pt x="3286422" y="1713600"/>
                </a:lnTo>
                <a:lnTo>
                  <a:pt x="3286422" y="2289600"/>
                </a:lnTo>
                <a:lnTo>
                  <a:pt x="0" y="2289600"/>
                </a:lnTo>
                <a:lnTo>
                  <a:pt x="0" y="0"/>
                </a:lnTo>
                <a:close/>
              </a:path>
            </a:pathLst>
          </a:custGeom>
          <a:solidFill>
            <a:srgbClr val="427172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1" name="任意多边形 2"/>
          <p:cNvSpPr>
            <a:spLocks noChangeArrowheads="1"/>
          </p:cNvSpPr>
          <p:nvPr/>
        </p:nvSpPr>
        <p:spPr bwMode="auto">
          <a:xfrm>
            <a:off x="6149975" y="1027113"/>
            <a:ext cx="5151438" cy="2289175"/>
          </a:xfrm>
          <a:custGeom>
            <a:avLst/>
            <a:gdLst>
              <a:gd name="T0" fmla="*/ 0 w 5151600"/>
              <a:gd name="T1" fmla="*/ 0 h 2289600"/>
              <a:gd name="T2" fmla="*/ 5151276 w 5151600"/>
              <a:gd name="T3" fmla="*/ 0 h 2289600"/>
              <a:gd name="T4" fmla="*/ 5151276 w 5151600"/>
              <a:gd name="T5" fmla="*/ 2288750 h 2289600"/>
              <a:gd name="T6" fmla="*/ 1865062 w 5151600"/>
              <a:gd name="T7" fmla="*/ 2288750 h 2289600"/>
              <a:gd name="T8" fmla="*/ 1865062 w 5151600"/>
              <a:gd name="T9" fmla="*/ 1712964 h 2289600"/>
              <a:gd name="T10" fmla="*/ 0 w 5151600"/>
              <a:gd name="T11" fmla="*/ 1712964 h 2289600"/>
              <a:gd name="T12" fmla="*/ 0 w 5151600"/>
              <a:gd name="T13" fmla="*/ 0 h 228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51600"/>
              <a:gd name="T22" fmla="*/ 0 h 2289600"/>
              <a:gd name="T23" fmla="*/ 5151600 w 5151600"/>
              <a:gd name="T24" fmla="*/ 2289600 h 228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51600" h="2289600">
                <a:moveTo>
                  <a:pt x="0" y="0"/>
                </a:moveTo>
                <a:lnTo>
                  <a:pt x="5151600" y="0"/>
                </a:lnTo>
                <a:lnTo>
                  <a:pt x="5151600" y="2289600"/>
                </a:lnTo>
                <a:lnTo>
                  <a:pt x="1865180" y="2289600"/>
                </a:lnTo>
                <a:lnTo>
                  <a:pt x="1865180" y="1713600"/>
                </a:lnTo>
                <a:lnTo>
                  <a:pt x="0" y="1713600"/>
                </a:lnTo>
                <a:lnTo>
                  <a:pt x="0" y="0"/>
                </a:lnTo>
                <a:close/>
              </a:path>
            </a:pathLst>
          </a:custGeom>
          <a:solidFill>
            <a:srgbClr val="427172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2" name="任意多边形 3"/>
          <p:cNvSpPr>
            <a:spLocks noChangeArrowheads="1"/>
          </p:cNvSpPr>
          <p:nvPr/>
        </p:nvSpPr>
        <p:spPr bwMode="auto">
          <a:xfrm>
            <a:off x="885825" y="3432175"/>
            <a:ext cx="5153025" cy="2289175"/>
          </a:xfrm>
          <a:custGeom>
            <a:avLst/>
            <a:gdLst>
              <a:gd name="T0" fmla="*/ 0 w 5151600"/>
              <a:gd name="T1" fmla="*/ 0 h 2289600"/>
              <a:gd name="T2" fmla="*/ 3288241 w 5151600"/>
              <a:gd name="T3" fmla="*/ 0 h 2289600"/>
              <a:gd name="T4" fmla="*/ 3288241 w 5151600"/>
              <a:gd name="T5" fmla="*/ 575786 h 2289600"/>
              <a:gd name="T6" fmla="*/ 5154450 w 5151600"/>
              <a:gd name="T7" fmla="*/ 575786 h 2289600"/>
              <a:gd name="T8" fmla="*/ 5154450 w 5151600"/>
              <a:gd name="T9" fmla="*/ 2288750 h 2289600"/>
              <a:gd name="T10" fmla="*/ 0 w 5151600"/>
              <a:gd name="T11" fmla="*/ 2288750 h 2289600"/>
              <a:gd name="T12" fmla="*/ 0 w 5151600"/>
              <a:gd name="T13" fmla="*/ 0 h 228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51600"/>
              <a:gd name="T22" fmla="*/ 0 h 2289600"/>
              <a:gd name="T23" fmla="*/ 5151600 w 5151600"/>
              <a:gd name="T24" fmla="*/ 2289600 h 228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51600" h="2289600">
                <a:moveTo>
                  <a:pt x="0" y="0"/>
                </a:moveTo>
                <a:lnTo>
                  <a:pt x="3286423" y="0"/>
                </a:lnTo>
                <a:lnTo>
                  <a:pt x="3286423" y="576000"/>
                </a:lnTo>
                <a:lnTo>
                  <a:pt x="5151600" y="576000"/>
                </a:lnTo>
                <a:lnTo>
                  <a:pt x="5151600" y="2289600"/>
                </a:lnTo>
                <a:lnTo>
                  <a:pt x="0" y="2289600"/>
                </a:lnTo>
                <a:lnTo>
                  <a:pt x="0" y="0"/>
                </a:lnTo>
                <a:close/>
              </a:path>
            </a:pathLst>
          </a:custGeom>
          <a:solidFill>
            <a:srgbClr val="427172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3" name="任意多边形 4"/>
          <p:cNvSpPr>
            <a:spLocks noChangeArrowheads="1"/>
          </p:cNvSpPr>
          <p:nvPr/>
        </p:nvSpPr>
        <p:spPr bwMode="auto">
          <a:xfrm>
            <a:off x="6149975" y="3432175"/>
            <a:ext cx="5151438" cy="2289175"/>
          </a:xfrm>
          <a:custGeom>
            <a:avLst/>
            <a:gdLst>
              <a:gd name="T0" fmla="*/ 1865062 w 5151600"/>
              <a:gd name="T1" fmla="*/ 0 h 2289600"/>
              <a:gd name="T2" fmla="*/ 5151276 w 5151600"/>
              <a:gd name="T3" fmla="*/ 0 h 2289600"/>
              <a:gd name="T4" fmla="*/ 5151276 w 5151600"/>
              <a:gd name="T5" fmla="*/ 2288750 h 2289600"/>
              <a:gd name="T6" fmla="*/ 0 w 5151600"/>
              <a:gd name="T7" fmla="*/ 2288750 h 2289600"/>
              <a:gd name="T8" fmla="*/ 0 w 5151600"/>
              <a:gd name="T9" fmla="*/ 575786 h 2289600"/>
              <a:gd name="T10" fmla="*/ 1865062 w 5151600"/>
              <a:gd name="T11" fmla="*/ 575786 h 2289600"/>
              <a:gd name="T12" fmla="*/ 1865062 w 5151600"/>
              <a:gd name="T13" fmla="*/ 0 h 2289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51600"/>
              <a:gd name="T22" fmla="*/ 0 h 2289600"/>
              <a:gd name="T23" fmla="*/ 5151600 w 5151600"/>
              <a:gd name="T24" fmla="*/ 2289600 h 2289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51600" h="2289600">
                <a:moveTo>
                  <a:pt x="1865180" y="0"/>
                </a:moveTo>
                <a:lnTo>
                  <a:pt x="5151600" y="0"/>
                </a:lnTo>
                <a:lnTo>
                  <a:pt x="5151600" y="2289600"/>
                </a:lnTo>
                <a:lnTo>
                  <a:pt x="0" y="2289600"/>
                </a:lnTo>
                <a:lnTo>
                  <a:pt x="0" y="576000"/>
                </a:lnTo>
                <a:lnTo>
                  <a:pt x="1865180" y="576000"/>
                </a:lnTo>
                <a:lnTo>
                  <a:pt x="1865180" y="0"/>
                </a:lnTo>
                <a:close/>
              </a:path>
            </a:pathLst>
          </a:custGeom>
          <a:solidFill>
            <a:srgbClr val="427172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4" name="矩形 5"/>
          <p:cNvSpPr>
            <a:spLocks noChangeArrowheads="1"/>
          </p:cNvSpPr>
          <p:nvPr/>
        </p:nvSpPr>
        <p:spPr bwMode="auto">
          <a:xfrm>
            <a:off x="4257675" y="2813050"/>
            <a:ext cx="3673475" cy="1122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r>
              <a:rPr lang="zh-CN" altLang="en-US" sz="44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图形工具</a:t>
            </a:r>
            <a:endParaRPr lang="zh-CN" altLang="en-US" sz="4400" b="1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55" name="矩形 6"/>
          <p:cNvSpPr>
            <a:spLocks noChangeArrowheads="1"/>
          </p:cNvSpPr>
          <p:nvPr/>
        </p:nvSpPr>
        <p:spPr bwMode="auto">
          <a:xfrm>
            <a:off x="882650" y="1035050"/>
            <a:ext cx="735013" cy="733425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r>
              <a:rPr lang="en-US" altLang="zh-CN" sz="6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endParaRPr lang="zh-CN" altLang="en-US" sz="6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56" name="矩形 7"/>
          <p:cNvSpPr>
            <a:spLocks noChangeArrowheads="1"/>
          </p:cNvSpPr>
          <p:nvPr/>
        </p:nvSpPr>
        <p:spPr bwMode="auto">
          <a:xfrm>
            <a:off x="10569575" y="4987925"/>
            <a:ext cx="735013" cy="733425"/>
          </a:xfrm>
          <a:prstGeom prst="rect">
            <a:avLst/>
          </a:pr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r>
              <a:rPr lang="en-US" altLang="zh-CN" sz="6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endParaRPr lang="zh-CN" altLang="en-US" sz="6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57" name="矩形 8"/>
          <p:cNvSpPr>
            <a:spLocks noChangeArrowheads="1"/>
          </p:cNvSpPr>
          <p:nvPr/>
        </p:nvSpPr>
        <p:spPr bwMode="auto">
          <a:xfrm>
            <a:off x="10569575" y="1025525"/>
            <a:ext cx="735013" cy="735013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endParaRPr lang="zh-CN" altLang="en-US" sz="4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58" name="矩形 9"/>
          <p:cNvSpPr>
            <a:spLocks noChangeArrowheads="1"/>
          </p:cNvSpPr>
          <p:nvPr/>
        </p:nvSpPr>
        <p:spPr bwMode="auto">
          <a:xfrm>
            <a:off x="882650" y="4987925"/>
            <a:ext cx="735013" cy="733425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endParaRPr lang="zh-CN" altLang="en-US" sz="4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31" name="矩形 10"/>
          <p:cNvSpPr>
            <a:spLocks noChangeArrowheads="1"/>
          </p:cNvSpPr>
          <p:nvPr/>
        </p:nvSpPr>
        <p:spPr bwMode="auto">
          <a:xfrm>
            <a:off x="1617663" y="1104900"/>
            <a:ext cx="15522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Font typeface="Arial" pitchFamily="34" charset="0"/>
              <a:buNone/>
            </a:pPr>
            <a:r>
              <a:rPr lang="zh-CN" altLang="en-US" sz="2000" b="1" dirty="0" smtClean="0">
                <a:solidFill>
                  <a:srgbClr val="FFA14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程序流程图</a:t>
            </a:r>
            <a:endParaRPr lang="en-US" sz="2000" b="1" dirty="0">
              <a:solidFill>
                <a:srgbClr val="FFA14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33" name="矩形 12"/>
          <p:cNvSpPr>
            <a:spLocks noChangeArrowheads="1"/>
          </p:cNvSpPr>
          <p:nvPr/>
        </p:nvSpPr>
        <p:spPr bwMode="auto">
          <a:xfrm>
            <a:off x="9340850" y="1152525"/>
            <a:ext cx="1230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spcBef>
                <a:spcPts val="1000"/>
              </a:spcBef>
              <a:buFont typeface="Arial" pitchFamily="34" charset="0"/>
              <a:buNone/>
            </a:pPr>
            <a:r>
              <a:rPr lang="en-US" altLang="zh-CN" sz="2000" b="1" dirty="0" smtClean="0">
                <a:solidFill>
                  <a:srgbClr val="FF466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HIPO</a:t>
            </a:r>
            <a:r>
              <a:rPr lang="zh-CN" altLang="en-US" sz="2000" b="1" dirty="0" smtClean="0">
                <a:solidFill>
                  <a:srgbClr val="FF466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图</a:t>
            </a:r>
            <a:endParaRPr lang="en-US" sz="2000" b="1" dirty="0">
              <a:solidFill>
                <a:srgbClr val="FF4664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35" name="矩形 14"/>
          <p:cNvSpPr>
            <a:spLocks noChangeArrowheads="1"/>
          </p:cNvSpPr>
          <p:nvPr/>
        </p:nvSpPr>
        <p:spPr bwMode="auto">
          <a:xfrm>
            <a:off x="9340850" y="4994275"/>
            <a:ext cx="12303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ts val="1000"/>
              </a:spcBef>
              <a:buFont typeface="Arial" pitchFamily="34" charset="0"/>
              <a:buNone/>
            </a:pPr>
            <a:r>
              <a:rPr lang="en-US" altLang="zh-CN" sz="20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PAD</a:t>
            </a:r>
            <a:r>
              <a:rPr lang="zh-CN" altLang="en-US" sz="20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图</a:t>
            </a:r>
            <a:endParaRPr lang="en-US" sz="2000" b="1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37" name="矩形 16"/>
          <p:cNvSpPr>
            <a:spLocks noChangeArrowheads="1"/>
          </p:cNvSpPr>
          <p:nvPr/>
        </p:nvSpPr>
        <p:spPr bwMode="auto">
          <a:xfrm>
            <a:off x="1617663" y="5005388"/>
            <a:ext cx="16619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Font typeface="Arial" pitchFamily="34" charset="0"/>
              <a:buNone/>
            </a:pPr>
            <a:r>
              <a:rPr lang="en-US" altLang="zh-CN" sz="2000" b="1" dirty="0" smtClean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N-S</a:t>
            </a:r>
            <a:r>
              <a:rPr lang="zh-CN" altLang="en-US" sz="2000" b="1" dirty="0" smtClean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图</a:t>
            </a:r>
            <a:r>
              <a:rPr lang="en-US" altLang="zh-CN" sz="2000" b="1" dirty="0" smtClean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(</a:t>
            </a:r>
            <a:r>
              <a:rPr lang="zh-CN" altLang="en-US" sz="2000" b="1" dirty="0" smtClean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盒图</a:t>
            </a:r>
            <a:r>
              <a:rPr lang="en-US" altLang="zh-CN" sz="2000" b="1" dirty="0" smtClean="0">
                <a:solidFill>
                  <a:srgbClr val="22F2C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</a:t>
            </a:r>
            <a:endParaRPr lang="en-US" sz="2000" b="1" dirty="0">
              <a:solidFill>
                <a:srgbClr val="22F2C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71" name="灯片编号占位符 25"/>
          <p:cNvSpPr>
            <a:spLocks noChangeArrowheads="1"/>
          </p:cNvSpPr>
          <p:nvPr/>
        </p:nvSpPr>
        <p:spPr bwMode="auto">
          <a:xfrm>
            <a:off x="11757025" y="5805488"/>
            <a:ext cx="434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None/>
            </a:pPr>
            <a:fld id="{4FA74A4D-891C-4EDC-8DF3-1C8833F6B040}" type="slidenum">
              <a:rPr lang="en-US" altLang="zh-CN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pPr>
                <a:buFont typeface="Arial" pitchFamily="34" charset="0"/>
                <a:buNone/>
              </a:pPr>
              <a:t>44</a:t>
            </a:fld>
            <a:endParaRPr lang="en-US" altLang="zh-CN">
              <a:latin typeface="Calibri" pitchFamily="34" charset="0"/>
              <a:sym typeface="Calibri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63" y="1760538"/>
            <a:ext cx="3780309" cy="12128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663" y="3743410"/>
            <a:ext cx="3780309" cy="12445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541" y="3432175"/>
            <a:ext cx="3464033" cy="1555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800" y="1025525"/>
            <a:ext cx="2952623" cy="227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9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6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1" grpId="0" bldLvl="0" autoUpdateAnimBg="0"/>
      <p:bldP spid="13333" grpId="0" bldLvl="0" autoUpdateAnimBg="0"/>
      <p:bldP spid="13335" grpId="0" bldLvl="0" autoUpdateAnimBg="0"/>
      <p:bldP spid="13337" grpId="0" bldLvl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3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4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5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6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7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8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9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93" name="TextBox 15"/>
          <p:cNvSpPr>
            <a:spLocks noChangeArrowheads="1"/>
          </p:cNvSpPr>
          <p:nvPr/>
        </p:nvSpPr>
        <p:spPr bwMode="auto">
          <a:xfrm>
            <a:off x="2074862" y="1740314"/>
            <a:ext cx="8042275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 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要求将程序流程图中的多分支判断都改成两分支判断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 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建立步骤：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列出所有的处理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列出过程执行中所有条件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将条件取值</a:t>
            </a:r>
            <a:r>
              <a:rPr lang="zh-CN" altLang="en-US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与处理相匹配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，消去不可能发生的条件取值组合</a:t>
            </a:r>
            <a:endParaRPr lang="en-US" altLang="zh-CN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4.</a:t>
            </a:r>
            <a:r>
              <a:rPr lang="zh-CN" altLang="en-US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每一纵列为一个处理规则</a:t>
            </a:r>
            <a:endParaRPr lang="zh-CN" altLang="en-US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0494" name="矩形 20"/>
          <p:cNvSpPr>
            <a:spLocks noChangeArrowheads="1"/>
          </p:cNvSpPr>
          <p:nvPr/>
        </p:nvSpPr>
        <p:spPr bwMode="auto">
          <a:xfrm>
            <a:off x="1860550" y="504825"/>
            <a:ext cx="5168403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4400" b="1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表格</a:t>
            </a:r>
            <a:r>
              <a:rPr lang="zh-CN" altLang="en-US" sz="44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工具</a:t>
            </a:r>
            <a:endParaRPr lang="en-US" altLang="zh-CN" sz="4400" b="1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buFont typeface="Arial" pitchFamily="34" charset="0"/>
              <a:buNone/>
            </a:pPr>
            <a:r>
              <a:rPr lang="en-US" altLang="zh-CN" sz="3200" b="1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	</a:t>
            </a:r>
            <a:r>
              <a:rPr lang="en-US" altLang="zh-CN" sz="32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—— </a:t>
            </a:r>
            <a:r>
              <a:rPr lang="zh-CN" altLang="en-US" sz="24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判定表</a:t>
            </a:r>
            <a:r>
              <a:rPr lang="en-US" altLang="zh-CN" sz="24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&amp;</a:t>
            </a:r>
            <a:r>
              <a:rPr lang="zh-CN" altLang="en-US" sz="24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判定树</a:t>
            </a:r>
            <a:endParaRPr lang="zh-CN" altLang="en-US" sz="2400" b="1" dirty="0">
              <a:solidFill>
                <a:srgbClr val="3D6869"/>
              </a:solidFill>
              <a:latin typeface="Calibri" pitchFamily="34" charset="0"/>
              <a:sym typeface="宋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275" y="3880883"/>
            <a:ext cx="4425738" cy="26554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4" y="4235450"/>
            <a:ext cx="46196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6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35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36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37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38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39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40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41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42" name="Rectangle 5"/>
          <p:cNvSpPr>
            <a:spLocks noChangeArrowheads="1"/>
          </p:cNvSpPr>
          <p:nvPr/>
        </p:nvSpPr>
        <p:spPr bwMode="auto">
          <a:xfrm>
            <a:off x="2547938" y="504825"/>
            <a:ext cx="2660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rIns="108000" bIns="108000" anchor="ctr"/>
          <a:lstStyle/>
          <a:p>
            <a:pPr>
              <a:lnSpc>
                <a:spcPct val="140000"/>
              </a:lnSpc>
            </a:pPr>
            <a:r>
              <a:rPr lang="zh-CN" altLang="en-US" sz="4400" b="1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</a:rPr>
              <a:t>语言工具</a:t>
            </a:r>
          </a:p>
        </p:txBody>
      </p:sp>
      <p:sp>
        <p:nvSpPr>
          <p:cNvPr id="18443" name="矩形 7"/>
          <p:cNvSpPr>
            <a:spLocks noChangeArrowheads="1"/>
          </p:cNvSpPr>
          <p:nvPr/>
        </p:nvSpPr>
        <p:spPr bwMode="auto">
          <a:xfrm>
            <a:off x="2547938" y="2301875"/>
            <a:ext cx="6988175" cy="1687513"/>
          </a:xfrm>
          <a:custGeom>
            <a:avLst/>
            <a:gdLst>
              <a:gd name="T0" fmla="*/ 0 w 2520280"/>
              <a:gd name="T1" fmla="*/ 0 h 1687195"/>
              <a:gd name="T2" fmla="*/ 19376653 w 2520280"/>
              <a:gd name="T3" fmla="*/ 0 h 1687195"/>
              <a:gd name="T4" fmla="*/ 0 w 2520280"/>
              <a:gd name="T5" fmla="*/ 0 h 1687195"/>
              <a:gd name="T6" fmla="*/ 0 60000 65536"/>
              <a:gd name="T7" fmla="*/ 0 60000 65536"/>
              <a:gd name="T8" fmla="*/ 0 60000 65536"/>
              <a:gd name="T9" fmla="*/ 0 w 2520280"/>
              <a:gd name="T10" fmla="*/ 0 h 1687195"/>
              <a:gd name="T11" fmla="*/ 2520280 w 2520280"/>
              <a:gd name="T12" fmla="*/ 1687195 h 16871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20280" h="1687195"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rgbClr val="22F2CC"/>
            </a:solidFill>
            <a:miter lim="800000"/>
            <a:headEnd/>
            <a:tailEnd/>
          </a:ln>
        </p:spPr>
        <p:txBody>
          <a:bodyPr lIns="36000" tIns="108000" rIns="0" bIns="0"/>
          <a:lstStyle/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 </a:t>
            </a:r>
            <a:r>
              <a:rPr lang="zh-CN" altLang="en-US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也称结构英语或伪码</a:t>
            </a:r>
            <a:endParaRPr lang="en-US" altLang="zh-CN" sz="14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 </a:t>
            </a:r>
            <a:r>
              <a:rPr lang="zh-CN" altLang="en-US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可以允许自然语言（如英语）的词汇与结构化程序设计语言“混合”</a:t>
            </a:r>
            <a:endParaRPr lang="en-US" altLang="zh-CN" sz="14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 </a:t>
            </a:r>
            <a:r>
              <a:rPr lang="zh-CN" altLang="en-US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伪码的语法规则：外语法 </a:t>
            </a:r>
            <a:r>
              <a:rPr lang="en-US" altLang="zh-CN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&amp; </a:t>
            </a:r>
            <a:r>
              <a:rPr lang="zh-CN" altLang="en-US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内语法</a:t>
            </a:r>
            <a:endParaRPr lang="en-US" altLang="zh-CN" sz="1400" dirty="0" smtClean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altLang="zh-CN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 </a:t>
            </a:r>
            <a:r>
              <a:rPr lang="zh-CN" altLang="en-US" sz="1400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子程序的定义与调用规则不受具体接口方式的影响</a:t>
            </a:r>
            <a:endParaRPr lang="zh-CN" altLang="en-US" sz="14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en-US" sz="14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en-US" sz="14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</a:pPr>
            <a:endParaRPr lang="zh-CN" altLang="en-US" sz="1400" dirty="0">
              <a:solidFill>
                <a:srgbClr val="42717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8444" name="TextBox 15"/>
          <p:cNvSpPr>
            <a:spLocks noChangeArrowheads="1"/>
          </p:cNvSpPr>
          <p:nvPr/>
        </p:nvSpPr>
        <p:spPr bwMode="auto">
          <a:xfrm>
            <a:off x="2489199" y="1146175"/>
            <a:ext cx="517842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2800" b="1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	——PDL</a:t>
            </a:r>
            <a:r>
              <a:rPr lang="zh-CN" altLang="en-US" sz="2800" b="1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</a:t>
            </a:r>
            <a:endParaRPr lang="en-US" sz="2800" b="1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8445" name="图片 66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5" b="4871"/>
          <a:stretch>
            <a:fillRect/>
          </a:stretch>
        </p:blipFill>
        <p:spPr bwMode="auto">
          <a:xfrm>
            <a:off x="2349500" y="4425950"/>
            <a:ext cx="21748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pic>
      <p:pic>
        <p:nvPicPr>
          <p:cNvPr id="18446" name="图片 67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8" b="4532"/>
          <a:stretch>
            <a:fillRect/>
          </a:stretch>
        </p:blipFill>
        <p:spPr bwMode="auto">
          <a:xfrm>
            <a:off x="7667625" y="4425950"/>
            <a:ext cx="21748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pic>
      <p:pic>
        <p:nvPicPr>
          <p:cNvPr id="18447" name="图片 68"/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" b="5499"/>
          <a:stretch>
            <a:fillRect/>
          </a:stretch>
        </p:blipFill>
        <p:spPr bwMode="auto">
          <a:xfrm>
            <a:off x="5016500" y="4425950"/>
            <a:ext cx="21621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20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47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b="1" dirty="0"/>
              <a:t>怎样保障软件设计的质量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dirty="0" smtClean="0"/>
              <a:t>GQM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设计评审</a:t>
            </a:r>
            <a:endParaRPr lang="en-US" altLang="zh-CN" dirty="0" smtClean="0"/>
          </a:p>
          <a:p>
            <a:pPr lvl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7135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48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模型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</a:t>
            </a:r>
            <a:r>
              <a:rPr lang="zh-CN" altLang="en-US" smtClean="0"/>
              <a:t>种面向目标</a:t>
            </a:r>
            <a:r>
              <a:rPr lang="en-US" altLang="zh-CN" smtClean="0"/>
              <a:t>(goal-oriented)</a:t>
            </a:r>
            <a:r>
              <a:rPr lang="zh-CN" altLang="en-US" smtClean="0"/>
              <a:t>的软件过程度量方法</a:t>
            </a:r>
            <a:endParaRPr lang="en-US" altLang="zh-CN" smtClean="0"/>
          </a:p>
          <a:p>
            <a:r>
              <a:rPr lang="zh-CN" altLang="en-US" smtClean="0"/>
              <a:t>美国马里兰大学</a:t>
            </a:r>
            <a:r>
              <a:rPr lang="en-US" altLang="zh-CN" smtClean="0"/>
              <a:t>Basili</a:t>
            </a:r>
            <a:r>
              <a:rPr lang="zh-CN" altLang="en-US" smtClean="0"/>
              <a:t>教授在</a:t>
            </a:r>
            <a:r>
              <a:rPr lang="en-US" altLang="zh-CN" smtClean="0"/>
              <a:t>80</a:t>
            </a:r>
            <a:r>
              <a:rPr lang="zh-CN" altLang="en-US" smtClean="0"/>
              <a:t>年代提出</a:t>
            </a:r>
            <a:endParaRPr lang="en-US" altLang="zh-CN" smtClean="0"/>
          </a:p>
          <a:p>
            <a:r>
              <a:rPr lang="en-US" altLang="zh-CN"/>
              <a:t>GQM </a:t>
            </a:r>
            <a:r>
              <a:rPr lang="zh-CN" altLang="en-US"/>
              <a:t>采用一个由目标细化到度量的逐步求精的 方法</a:t>
            </a:r>
            <a:r>
              <a:rPr lang="en-US" altLang="zh-CN"/>
              <a:t>, </a:t>
            </a:r>
            <a:r>
              <a:rPr lang="zh-CN" altLang="en-US" smtClean="0"/>
              <a:t>将目标归纳、分解</a:t>
            </a:r>
            <a:r>
              <a:rPr lang="zh-CN" altLang="en-US"/>
              <a:t>为度量的指标</a:t>
            </a:r>
            <a:r>
              <a:rPr lang="en-US" altLang="zh-CN"/>
              <a:t>, </a:t>
            </a:r>
            <a:r>
              <a:rPr lang="zh-CN" altLang="en-US"/>
              <a:t>并把这些指标提 炼成可以测量的值</a:t>
            </a:r>
            <a:endParaRPr lang="en-US" altLang="zh-CN" smtClean="0"/>
          </a:p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415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49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模型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代表目标</a:t>
            </a:r>
            <a:r>
              <a:rPr lang="en-US" altLang="zh-CN" smtClean="0"/>
              <a:t>(goal)</a:t>
            </a:r>
            <a:r>
              <a:rPr lang="zh-CN" altLang="en-US" smtClean="0"/>
              <a:t>、问题</a:t>
            </a:r>
            <a:r>
              <a:rPr lang="en-US" altLang="zh-CN" smtClean="0"/>
              <a:t>(question)</a:t>
            </a:r>
            <a:r>
              <a:rPr lang="zh-CN" altLang="en-US" smtClean="0"/>
              <a:t>、度量</a:t>
            </a:r>
            <a:r>
              <a:rPr lang="en-US" altLang="zh-CN" smtClean="0"/>
              <a:t>(metric)</a:t>
            </a:r>
          </a:p>
          <a:p>
            <a:r>
              <a:rPr lang="en-US" altLang="zh-CN" smtClean="0"/>
              <a:t>GQM</a:t>
            </a:r>
            <a:r>
              <a:rPr lang="zh-CN" altLang="en-US" smtClean="0"/>
              <a:t>模型的实施过程</a:t>
            </a:r>
            <a:endParaRPr lang="en-US" altLang="zh-CN" smtClean="0"/>
          </a:p>
          <a:p>
            <a:pPr lvl="1"/>
            <a:r>
              <a:rPr lang="zh-CN" altLang="en-US" smtClean="0"/>
              <a:t>提出度量目标</a:t>
            </a:r>
            <a:r>
              <a:rPr lang="en-US" altLang="zh-CN" smtClean="0"/>
              <a:t>G</a:t>
            </a:r>
          </a:p>
          <a:p>
            <a:pPr lvl="1"/>
            <a:r>
              <a:rPr lang="zh-CN" altLang="en-US" smtClean="0"/>
              <a:t>将目标</a:t>
            </a:r>
            <a:r>
              <a:rPr lang="en-US" altLang="zh-CN" smtClean="0"/>
              <a:t>G</a:t>
            </a:r>
            <a:r>
              <a:rPr lang="zh-CN" altLang="en-US" smtClean="0"/>
              <a:t>分解成一系列特定问题</a:t>
            </a:r>
            <a:r>
              <a:rPr lang="en-US" altLang="zh-CN" smtClean="0"/>
              <a:t>Q</a:t>
            </a:r>
          </a:p>
          <a:p>
            <a:pPr lvl="1"/>
            <a:r>
              <a:rPr lang="zh-CN" altLang="en-US" smtClean="0"/>
              <a:t>这些问题用度量</a:t>
            </a:r>
            <a:r>
              <a:rPr lang="en-US" altLang="zh-CN" smtClean="0"/>
              <a:t>M</a:t>
            </a:r>
            <a:r>
              <a:rPr lang="zh-CN" altLang="en-US" smtClean="0"/>
              <a:t>的方式进行回答</a:t>
            </a:r>
            <a:endParaRPr lang="en-US" altLang="zh-CN" smtClean="0"/>
          </a:p>
          <a:p>
            <a:r>
              <a:rPr lang="en-US" altLang="zh-CN" smtClean="0"/>
              <a:t>GQM</a:t>
            </a:r>
            <a:r>
              <a:rPr lang="zh-CN" altLang="en-US" smtClean="0"/>
              <a:t>模型将一个个模糊的、抽象的目标，分解成具体的、可测量的问题</a:t>
            </a:r>
            <a:endParaRPr lang="en-US" altLang="zh-CN" smtClean="0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257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50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404813"/>
            <a:ext cx="5977284" cy="576262"/>
          </a:xfrm>
        </p:spPr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实例：软件设计进度度量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G</a:t>
            </a:r>
            <a:r>
              <a:rPr lang="zh-CN" altLang="en-US" smtClean="0"/>
              <a:t>：软件设计进度的计划一致性</a:t>
            </a:r>
            <a:endParaRPr lang="en-US" altLang="zh-CN" smtClean="0"/>
          </a:p>
          <a:p>
            <a:pPr lvl="1"/>
            <a:r>
              <a:rPr lang="en-US" altLang="zh-CN" smtClean="0"/>
              <a:t>Q1</a:t>
            </a:r>
            <a:r>
              <a:rPr lang="zh-CN" altLang="en-US" smtClean="0"/>
              <a:t>：是否明确定义了设计过程的每一项活动</a:t>
            </a:r>
            <a:endParaRPr lang="en-US" altLang="zh-CN" smtClean="0"/>
          </a:p>
          <a:p>
            <a:pPr lvl="2"/>
            <a:r>
              <a:rPr lang="en-US" altLang="zh-CN" smtClean="0"/>
              <a:t>M1</a:t>
            </a:r>
            <a:r>
              <a:rPr lang="zh-CN" altLang="en-US" smtClean="0"/>
              <a:t>：度量设计过程活动定义度</a:t>
            </a:r>
            <a:endParaRPr lang="en-US" altLang="zh-CN" smtClean="0"/>
          </a:p>
          <a:p>
            <a:pPr lvl="1"/>
            <a:r>
              <a:rPr lang="en-US" altLang="zh-CN" smtClean="0"/>
              <a:t>Q2</a:t>
            </a:r>
            <a:r>
              <a:rPr lang="zh-CN" altLang="en-US" smtClean="0"/>
              <a:t>：是否建立了设计过程各活动之间的联系和先后顺序</a:t>
            </a:r>
            <a:endParaRPr lang="en-US" altLang="zh-CN" smtClean="0"/>
          </a:p>
          <a:p>
            <a:pPr lvl="2"/>
            <a:r>
              <a:rPr lang="en-US" altLang="zh-CN" smtClean="0"/>
              <a:t>M2</a:t>
            </a:r>
            <a:r>
              <a:rPr lang="zh-CN" altLang="en-US" smtClean="0"/>
              <a:t>：考察设计过程是否有计划</a:t>
            </a:r>
            <a:endParaRPr lang="en-US" altLang="zh-CN" smtClean="0"/>
          </a:p>
          <a:p>
            <a:pPr lvl="2"/>
            <a:r>
              <a:rPr lang="en-US" altLang="zh-CN" smtClean="0"/>
              <a:t>M3</a:t>
            </a:r>
            <a:r>
              <a:rPr lang="zh-CN" altLang="en-US" smtClean="0"/>
              <a:t>：考察计划中的活动是否有层次和先后顺序</a:t>
            </a:r>
            <a:endParaRPr lang="en-US" altLang="zh-CN" smtClean="0"/>
          </a:p>
          <a:p>
            <a:pPr lvl="1"/>
            <a:r>
              <a:rPr lang="en-US" altLang="zh-CN" smtClean="0"/>
              <a:t>Q3</a:t>
            </a:r>
            <a:r>
              <a:rPr lang="zh-CN" altLang="en-US" smtClean="0"/>
              <a:t>：是否明确规定了活动的执行时间</a:t>
            </a:r>
            <a:endParaRPr lang="en-US" altLang="zh-CN" smtClean="0"/>
          </a:p>
          <a:p>
            <a:pPr lvl="2"/>
            <a:r>
              <a:rPr lang="en-US" altLang="zh-CN" smtClean="0"/>
              <a:t>M4</a:t>
            </a:r>
            <a:r>
              <a:rPr lang="zh-CN" altLang="en-US" smtClean="0"/>
              <a:t>：考察每一项活动规定的预期完成时间</a:t>
            </a:r>
            <a:endParaRPr lang="en-US" altLang="zh-CN" smtClean="0"/>
          </a:p>
          <a:p>
            <a:pPr lvl="1"/>
            <a:r>
              <a:rPr lang="en-US" altLang="zh-CN" smtClean="0"/>
              <a:t>Q4</a:t>
            </a:r>
            <a:r>
              <a:rPr lang="zh-CN" altLang="en-US" smtClean="0"/>
              <a:t>：每项活动是否都进行了实施</a:t>
            </a:r>
            <a:endParaRPr lang="en-US" altLang="zh-CN" smtClean="0"/>
          </a:p>
          <a:p>
            <a:pPr lvl="2"/>
            <a:r>
              <a:rPr lang="en-US" altLang="zh-CN" smtClean="0"/>
              <a:t>M5</a:t>
            </a:r>
            <a:r>
              <a:rPr lang="zh-CN" altLang="en-US" smtClean="0"/>
              <a:t>：考察各项计划的活动是否完成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5859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51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404813"/>
            <a:ext cx="5977284" cy="576262"/>
          </a:xfrm>
        </p:spPr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实例：软件设计进度度量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G</a:t>
            </a:r>
            <a:r>
              <a:rPr lang="zh-CN" altLang="en-US" smtClean="0"/>
              <a:t>：软件设计进度的计划一致性</a:t>
            </a:r>
            <a:endParaRPr lang="en-US" altLang="zh-CN" smtClean="0"/>
          </a:p>
          <a:p>
            <a:pPr lvl="1"/>
            <a:r>
              <a:rPr lang="en-US" altLang="zh-CN" smtClean="0"/>
              <a:t>Q5</a:t>
            </a:r>
            <a:r>
              <a:rPr lang="zh-CN" altLang="en-US" smtClean="0"/>
              <a:t>：各项活动的实际实施时间是否和预期时间相符</a:t>
            </a:r>
            <a:endParaRPr lang="en-US" altLang="zh-CN"/>
          </a:p>
          <a:p>
            <a:pPr lvl="2"/>
            <a:r>
              <a:rPr lang="en-US" altLang="zh-CN" smtClean="0"/>
              <a:t>M6</a:t>
            </a:r>
            <a:r>
              <a:rPr lang="zh-CN" altLang="en-US" smtClean="0"/>
              <a:t>：考察每项活动实际完成时间</a:t>
            </a:r>
            <a:endParaRPr lang="en-US" altLang="zh-CN" smtClean="0"/>
          </a:p>
          <a:p>
            <a:pPr lvl="2"/>
            <a:r>
              <a:rPr lang="en-US" altLang="zh-CN" smtClean="0"/>
              <a:t>M7</a:t>
            </a:r>
            <a:r>
              <a:rPr lang="zh-CN" altLang="en-US" smtClean="0"/>
              <a:t>：考察每项活动计划完成时间</a:t>
            </a:r>
            <a:endParaRPr lang="en-US" altLang="zh-CN" smtClean="0"/>
          </a:p>
          <a:p>
            <a:pPr lvl="2"/>
            <a:r>
              <a:rPr lang="en-US" altLang="zh-CN" smtClean="0"/>
              <a:t>M8</a:t>
            </a:r>
            <a:r>
              <a:rPr lang="zh-CN" altLang="en-US" smtClean="0"/>
              <a:t>：考察每个个体在每项活动中实际完成时间</a:t>
            </a:r>
            <a:endParaRPr lang="en-US" altLang="zh-CN" smtClean="0"/>
          </a:p>
          <a:p>
            <a:pPr lvl="2"/>
            <a:r>
              <a:rPr lang="en-US" altLang="zh-CN" smtClean="0"/>
              <a:t>M9</a:t>
            </a:r>
            <a:r>
              <a:rPr lang="zh-CN" altLang="en-US" smtClean="0"/>
              <a:t>：考察每个个体在每项活动中实际完成时间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08777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的缺点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4" y="1772816"/>
            <a:ext cx="8142287" cy="4104109"/>
          </a:xfrm>
        </p:spPr>
        <p:txBody>
          <a:bodyPr/>
          <a:lstStyle/>
          <a:p>
            <a:r>
              <a:rPr lang="en-US" altLang="zh-CN" smtClean="0"/>
              <a:t>GQM</a:t>
            </a:r>
            <a:r>
              <a:rPr lang="zh-CN" altLang="en-US" smtClean="0"/>
              <a:t>使用量化评估的方式，但软件设计具有很强的创造性，软件设计的优劣很难量化评估</a:t>
            </a:r>
            <a:endParaRPr lang="en-US" altLang="zh-CN" smtClean="0"/>
          </a:p>
          <a:p>
            <a:endParaRPr lang="en-US" altLang="zh-CN"/>
          </a:p>
          <a:p>
            <a:r>
              <a:rPr lang="zh-CN" altLang="en-US" smtClean="0"/>
              <a:t>特别的，层次性、抽象性、可扩展性等重要的因素几乎无法用量化指标来衡量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9199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53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软件过程</a:t>
            </a:r>
            <a:r>
              <a:rPr lang="en-US" altLang="zh-CN" smtClean="0"/>
              <a:t>V&amp;V</a:t>
            </a:r>
            <a:endParaRPr lang="zh-CN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285" y="1340768"/>
            <a:ext cx="65055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3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54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设计评审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在概要设计和详细设计之后都要进行</a:t>
            </a:r>
            <a:r>
              <a:rPr lang="en-US" altLang="zh-CN" smtClean="0"/>
              <a:t>V&amp;V</a:t>
            </a:r>
            <a:r>
              <a:rPr lang="zh-CN" altLang="en-US" smtClean="0"/>
              <a:t>工作</a:t>
            </a:r>
            <a:endParaRPr lang="en-US" altLang="zh-CN"/>
          </a:p>
          <a:p>
            <a:r>
              <a:rPr lang="zh-CN" altLang="en-US" smtClean="0"/>
              <a:t>软件</a:t>
            </a:r>
            <a:r>
              <a:rPr lang="zh-CN" altLang="en-US"/>
              <a:t>过程中可被评审的内容</a:t>
            </a:r>
            <a:endParaRPr lang="en-US" altLang="zh-CN" smtClean="0"/>
          </a:p>
          <a:p>
            <a:pPr lvl="1"/>
            <a:r>
              <a:rPr lang="zh-CN" altLang="en-US" smtClean="0"/>
              <a:t>工作计划、需求规约、软件设计、数据结构设计、编码、测试计划、测试数据、测试结果、文档、用户手册、维护</a:t>
            </a:r>
            <a:endParaRPr lang="en-US" altLang="zh-CN"/>
          </a:p>
          <a:p>
            <a:r>
              <a:rPr lang="zh-CN" altLang="en-US" smtClean="0"/>
              <a:t>设计评审分类</a:t>
            </a:r>
            <a:endParaRPr lang="en-US" altLang="zh-CN" smtClean="0"/>
          </a:p>
          <a:p>
            <a:pPr lvl="1"/>
            <a:r>
              <a:rPr lang="zh-CN" altLang="en-US" smtClean="0"/>
              <a:t>顶层设计评审</a:t>
            </a:r>
            <a:endParaRPr lang="en-US" altLang="zh-CN" smtClean="0"/>
          </a:p>
          <a:p>
            <a:pPr lvl="1"/>
            <a:r>
              <a:rPr lang="zh-CN" altLang="en-US" smtClean="0"/>
              <a:t>详细设计评审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03041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55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404813"/>
            <a:ext cx="6049292" cy="576262"/>
          </a:xfrm>
        </p:spPr>
        <p:txBody>
          <a:bodyPr/>
          <a:lstStyle/>
          <a:p>
            <a:r>
              <a:rPr lang="zh-CN" altLang="en-US" smtClean="0"/>
              <a:t>初步设计</a:t>
            </a:r>
            <a:r>
              <a:rPr lang="zh-CN" altLang="en-US"/>
              <a:t>评审</a:t>
            </a:r>
            <a:r>
              <a:rPr lang="en-US" altLang="zh-CN" smtClean="0"/>
              <a:t>——</a:t>
            </a:r>
            <a:r>
              <a:rPr lang="zh-CN" altLang="en-US"/>
              <a:t>对应顶层</a:t>
            </a:r>
            <a:r>
              <a:rPr lang="zh-CN" altLang="en-US" smtClean="0"/>
              <a:t>设计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评审</a:t>
            </a:r>
            <a:r>
              <a:rPr lang="zh-CN" altLang="en-US"/>
              <a:t>的要素</a:t>
            </a:r>
            <a:endParaRPr lang="en-US" altLang="zh-CN" smtClean="0"/>
          </a:p>
          <a:p>
            <a:pPr lvl="1"/>
            <a:r>
              <a:rPr lang="zh-CN" altLang="en-US" smtClean="0"/>
              <a:t>设计与开发标准相一致</a:t>
            </a:r>
            <a:endParaRPr lang="en-US" altLang="zh-CN" smtClean="0"/>
          </a:p>
          <a:p>
            <a:pPr lvl="1"/>
            <a:r>
              <a:rPr lang="zh-CN" altLang="en-US" smtClean="0"/>
              <a:t>所有必要的任务都开始着手实现</a:t>
            </a:r>
            <a:endParaRPr lang="en-US" altLang="zh-CN" smtClean="0"/>
          </a:p>
          <a:p>
            <a:pPr lvl="1"/>
            <a:r>
              <a:rPr lang="zh-CN" altLang="en-US" smtClean="0"/>
              <a:t>顶层设计对未来的工作是合适的</a:t>
            </a:r>
            <a:endParaRPr lang="en-US" altLang="zh-CN" smtClean="0"/>
          </a:p>
          <a:p>
            <a:pPr lvl="1"/>
            <a:r>
              <a:rPr lang="zh-CN" altLang="en-US" smtClean="0"/>
              <a:t>顶层设计的实现将会满足时间和空间的限制</a:t>
            </a:r>
            <a:endParaRPr lang="en-US" altLang="zh-CN" smtClean="0"/>
          </a:p>
          <a:p>
            <a:pPr lvl="1"/>
            <a:r>
              <a:rPr lang="zh-CN" altLang="en-US" smtClean="0"/>
              <a:t>顶层设计文档符合组织规范</a:t>
            </a:r>
            <a:endParaRPr lang="en-US" altLang="zh-CN" smtClean="0"/>
          </a:p>
          <a:p>
            <a:pPr lvl="1"/>
            <a:r>
              <a:rPr lang="zh-CN" altLang="en-US" smtClean="0"/>
              <a:t>顶层设计文档的内容一致、可理解、细节完整</a:t>
            </a:r>
            <a:endParaRPr lang="en-US" altLang="zh-CN" smtClean="0"/>
          </a:p>
          <a:p>
            <a:r>
              <a:rPr lang="zh-CN" altLang="en-US" smtClean="0"/>
              <a:t>设计与需求规格说明之间的内容应当是双向可追踪的</a:t>
            </a:r>
            <a:endParaRPr lang="en-US" altLang="zh-CN" smtClean="0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759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56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404813"/>
            <a:ext cx="6049292" cy="576262"/>
          </a:xfrm>
        </p:spPr>
        <p:txBody>
          <a:bodyPr/>
          <a:lstStyle/>
          <a:p>
            <a:r>
              <a:rPr lang="zh-CN" altLang="en-US"/>
              <a:t>详尽</a:t>
            </a:r>
            <a:r>
              <a:rPr lang="zh-CN" altLang="en-US" smtClean="0"/>
              <a:t>设计</a:t>
            </a:r>
            <a:r>
              <a:rPr lang="zh-CN" altLang="en-US"/>
              <a:t>评审</a:t>
            </a:r>
            <a:r>
              <a:rPr lang="en-US" altLang="zh-CN" smtClean="0"/>
              <a:t>——</a:t>
            </a:r>
            <a:r>
              <a:rPr lang="zh-CN" altLang="en-US" smtClean="0"/>
              <a:t>对应</a:t>
            </a:r>
            <a:r>
              <a:rPr lang="zh-CN" altLang="en-US"/>
              <a:t>详细</a:t>
            </a:r>
            <a:r>
              <a:rPr lang="zh-CN" altLang="en-US" smtClean="0"/>
              <a:t>设计</a:t>
            </a:r>
            <a:endParaRPr lang="zh-CN" altLang="zh-CN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证明详细设计文档能作为未来开发工作的基础</a:t>
            </a:r>
            <a:endParaRPr lang="en-US" altLang="zh-CN" smtClean="0"/>
          </a:p>
          <a:p>
            <a:r>
              <a:rPr lang="zh-CN" altLang="en-US" smtClean="0"/>
              <a:t>评审</a:t>
            </a:r>
            <a:r>
              <a:rPr lang="zh-CN" altLang="en-US"/>
              <a:t>的要素</a:t>
            </a:r>
            <a:endParaRPr lang="en-US" altLang="zh-CN" smtClean="0"/>
          </a:p>
          <a:p>
            <a:pPr lvl="1"/>
            <a:r>
              <a:rPr lang="zh-CN" altLang="en-US" smtClean="0"/>
              <a:t>设计与开发标准相一致</a:t>
            </a:r>
            <a:endParaRPr lang="en-US" altLang="zh-CN" smtClean="0"/>
          </a:p>
          <a:p>
            <a:pPr lvl="1"/>
            <a:r>
              <a:rPr lang="zh-CN" altLang="en-US" smtClean="0"/>
              <a:t>设计是技术上可行的</a:t>
            </a:r>
            <a:endParaRPr lang="en-US" altLang="zh-CN" smtClean="0"/>
          </a:p>
          <a:p>
            <a:pPr lvl="1"/>
            <a:r>
              <a:rPr lang="zh-CN" altLang="en-US" smtClean="0"/>
              <a:t>所有必要的任务都开始着手实现</a:t>
            </a:r>
            <a:endParaRPr lang="en-US" altLang="zh-CN" smtClean="0"/>
          </a:p>
          <a:p>
            <a:pPr lvl="1"/>
            <a:r>
              <a:rPr lang="zh-CN" altLang="en-US" smtClean="0"/>
              <a:t>详细设计文档的内容一致、可理解、细节完整</a:t>
            </a:r>
            <a:endParaRPr lang="en-US" altLang="zh-CN" smtClean="0"/>
          </a:p>
          <a:p>
            <a:pPr lvl="1"/>
            <a:r>
              <a:rPr lang="zh-CN" altLang="en-US" smtClean="0"/>
              <a:t>从需求规格说明到顶层设计到详细设计是可追踪的</a:t>
            </a:r>
            <a:endParaRPr lang="en-US" altLang="zh-CN" smtClean="0"/>
          </a:p>
          <a:p>
            <a:pPr lvl="1"/>
            <a:r>
              <a:rPr lang="zh-CN" altLang="en-US" smtClean="0"/>
              <a:t>单元测试和集成测试的测试用例已准备好，并且符合组织的标准</a:t>
            </a:r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998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BFF8-F1C6-4573-8305-F3A9F293E51A}" type="datetime1">
              <a:rPr lang="zh-CN" altLang="en-US">
                <a:solidFill>
                  <a:srgbClr val="292929"/>
                </a:solidFill>
                <a:latin typeface="Arial"/>
                <a:ea typeface="宋体" charset="-122"/>
              </a:rPr>
              <a:pPr/>
              <a:t>2019/10/22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91EB-058C-45CC-8277-C755541EDD33}" type="slidenum">
              <a:rPr lang="en-US" altLang="zh-CN">
                <a:solidFill>
                  <a:srgbClr val="292929"/>
                </a:solidFill>
                <a:latin typeface="Arial"/>
                <a:ea typeface="宋体" charset="-122"/>
              </a:rPr>
              <a:pPr/>
              <a:t>57</a:t>
            </a:fld>
            <a:endParaRPr lang="en-US" altLang="zh-CN">
              <a:solidFill>
                <a:srgbClr val="292929"/>
              </a:solidFill>
              <a:latin typeface="Arial"/>
              <a:ea typeface="宋体" charset="-122"/>
            </a:endParaRPr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404813"/>
            <a:ext cx="6049292" cy="576262"/>
          </a:xfrm>
        </p:spPr>
        <p:txBody>
          <a:bodyPr/>
          <a:lstStyle/>
          <a:p>
            <a:r>
              <a:rPr lang="zh-CN" altLang="en-US" dirty="0" smtClean="0"/>
              <a:t>设计成熟度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220" y="1727164"/>
            <a:ext cx="7836221" cy="379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9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4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1507" name="矩形 3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1508" name="文本框 5"/>
          <p:cNvSpPr>
            <a:spLocks noChangeArrowheads="1"/>
          </p:cNvSpPr>
          <p:nvPr/>
        </p:nvSpPr>
        <p:spPr bwMode="auto">
          <a:xfrm>
            <a:off x="1058863" y="2297113"/>
            <a:ext cx="260667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en-US" altLang="zh-CN" sz="13800" b="1">
                <a:solidFill>
                  <a:srgbClr val="427172"/>
                </a:solidFill>
                <a:latin typeface="Broadway" pitchFamily="82" charset="0"/>
                <a:ea typeface="华文隶书" pitchFamily="2" charset="-122"/>
                <a:sym typeface="Microsoft New Tai Lue" pitchFamily="34" charset="0"/>
              </a:rPr>
              <a:t>04</a:t>
            </a:r>
            <a:endParaRPr lang="zh-CN" altLang="en-US" sz="13800" b="1">
              <a:solidFill>
                <a:srgbClr val="427172"/>
              </a:solidFill>
              <a:latin typeface="Broadway" pitchFamily="82" charset="0"/>
              <a:ea typeface="华文隶书" pitchFamily="2" charset="-122"/>
              <a:sym typeface="Microsoft New Tai Lue" pitchFamily="34" charset="0"/>
            </a:endParaRPr>
          </a:p>
        </p:txBody>
      </p:sp>
      <p:sp>
        <p:nvSpPr>
          <p:cNvPr id="21509" name="矩形 6"/>
          <p:cNvSpPr>
            <a:spLocks noChangeArrowheads="1"/>
          </p:cNvSpPr>
          <p:nvPr/>
        </p:nvSpPr>
        <p:spPr bwMode="auto">
          <a:xfrm>
            <a:off x="6415088" y="3135818"/>
            <a:ext cx="18261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3200" b="1" dirty="0" smtClean="0">
                <a:solidFill>
                  <a:srgbClr val="42717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总结一下</a:t>
            </a:r>
            <a:endParaRPr lang="zh-CN" altLang="en-US" sz="2000" b="1" dirty="0">
              <a:solidFill>
                <a:srgbClr val="427172"/>
              </a:solidFill>
              <a:latin typeface="Calibri" pitchFamily="34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398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42717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67" name="矩形 2"/>
          <p:cNvSpPr>
            <a:spLocks noChangeArrowheads="1"/>
          </p:cNvSpPr>
          <p:nvPr/>
        </p:nvSpPr>
        <p:spPr bwMode="auto">
          <a:xfrm>
            <a:off x="0" y="2622550"/>
            <a:ext cx="12192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68" name="矩形 3"/>
          <p:cNvSpPr>
            <a:spLocks noChangeArrowheads="1"/>
          </p:cNvSpPr>
          <p:nvPr/>
        </p:nvSpPr>
        <p:spPr bwMode="auto">
          <a:xfrm>
            <a:off x="0" y="504825"/>
            <a:ext cx="12192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69" name="矩形 4"/>
          <p:cNvSpPr>
            <a:spLocks noChangeArrowheads="1"/>
          </p:cNvSpPr>
          <p:nvPr/>
        </p:nvSpPr>
        <p:spPr bwMode="auto">
          <a:xfrm>
            <a:off x="0" y="4740275"/>
            <a:ext cx="12192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70" name="矩形 5"/>
          <p:cNvSpPr>
            <a:spLocks noChangeArrowheads="1"/>
          </p:cNvSpPr>
          <p:nvPr/>
        </p:nvSpPr>
        <p:spPr bwMode="auto">
          <a:xfrm rot="5400000">
            <a:off x="-762000" y="2622550"/>
            <a:ext cx="6858000" cy="1612900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71" name="矩形 6"/>
          <p:cNvSpPr>
            <a:spLocks noChangeArrowheads="1"/>
          </p:cNvSpPr>
          <p:nvPr/>
        </p:nvSpPr>
        <p:spPr bwMode="auto">
          <a:xfrm rot="5400000">
            <a:off x="2711450" y="2613025"/>
            <a:ext cx="6858000" cy="1612900"/>
          </a:xfrm>
          <a:prstGeom prst="rect">
            <a:avLst/>
          </a:prstGeom>
          <a:solidFill>
            <a:srgbClr val="FF466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72" name="矩形 7"/>
          <p:cNvSpPr>
            <a:spLocks noChangeArrowheads="1"/>
          </p:cNvSpPr>
          <p:nvPr/>
        </p:nvSpPr>
        <p:spPr bwMode="auto">
          <a:xfrm rot="5400000">
            <a:off x="6184900" y="2622550"/>
            <a:ext cx="6858000" cy="1612900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73" name="矩形 8"/>
          <p:cNvSpPr>
            <a:spLocks noChangeArrowheads="1"/>
          </p:cNvSpPr>
          <p:nvPr/>
        </p:nvSpPr>
        <p:spPr bwMode="auto">
          <a:xfrm>
            <a:off x="317500" y="282575"/>
            <a:ext cx="11557000" cy="6292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74" name="TextBox 15"/>
          <p:cNvSpPr>
            <a:spLocks noChangeArrowheads="1"/>
          </p:cNvSpPr>
          <p:nvPr/>
        </p:nvSpPr>
        <p:spPr bwMode="auto">
          <a:xfrm>
            <a:off x="4959350" y="1736725"/>
            <a:ext cx="5838825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基本元素：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模式名称：问题、解决方案和效果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问题：何时使用该模式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解决方案：设计中各个组成部分之间的关系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	</a:t>
            </a:r>
            <a:r>
              <a:rPr lang="en-US" altLang="zh-CN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4.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效果：该模式应用的结果和使用时应注意的问题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1275" name="TextBox 15"/>
          <p:cNvSpPr>
            <a:spLocks noChangeArrowheads="1"/>
          </p:cNvSpPr>
          <p:nvPr/>
        </p:nvSpPr>
        <p:spPr bwMode="auto">
          <a:xfrm>
            <a:off x="1954213" y="4505325"/>
            <a:ext cx="43434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提供了通用的语义，方便工程小组成员之间的交流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更加</a:t>
            </a: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方便简单的复用成功的设计和体系结构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避免设计损害系统复用性</a:t>
            </a:r>
            <a:endParaRPr lang="en-US" altLang="zh-CN" sz="1400" dirty="0" smtClean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r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400" dirty="0" smtClean="0">
                <a:solidFill>
                  <a:srgbClr val="3D686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可以帮助设计者更快更好的完成系统设计</a:t>
            </a:r>
            <a:endParaRPr lang="zh-CN" altLang="en-US" sz="1400" dirty="0">
              <a:solidFill>
                <a:srgbClr val="3D686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1276" name="矩形 33"/>
          <p:cNvSpPr>
            <a:spLocks noChangeArrowheads="1"/>
          </p:cNvSpPr>
          <p:nvPr/>
        </p:nvSpPr>
        <p:spPr bwMode="auto">
          <a:xfrm>
            <a:off x="5033963" y="1138238"/>
            <a:ext cx="3068469" cy="584775"/>
          </a:xfrm>
          <a:prstGeom prst="rect">
            <a:avLst/>
          </a:prstGeom>
          <a:solidFill>
            <a:srgbClr val="FFA1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3200" b="1" dirty="0" smtClean="0">
                <a:solidFill>
                  <a:schemeClr val="bg1"/>
                </a:solidFill>
                <a:latin typeface="Calibri" pitchFamily="34" charset="0"/>
                <a:sym typeface="宋体" pitchFamily="2" charset="-122"/>
              </a:rPr>
              <a:t>设计模式的复用</a:t>
            </a:r>
            <a:endParaRPr lang="zh-CN" altLang="en-US" sz="3200" b="1" dirty="0">
              <a:solidFill>
                <a:schemeClr val="bg1"/>
              </a:solidFill>
              <a:latin typeface="Calibri" pitchFamily="34" charset="0"/>
              <a:sym typeface="宋体" pitchFamily="2" charset="-122"/>
            </a:endParaRPr>
          </a:p>
        </p:txBody>
      </p:sp>
      <p:sp>
        <p:nvSpPr>
          <p:cNvPr id="11277" name="矩形 34"/>
          <p:cNvSpPr>
            <a:spLocks noChangeArrowheads="1"/>
          </p:cNvSpPr>
          <p:nvPr/>
        </p:nvSpPr>
        <p:spPr bwMode="auto">
          <a:xfrm>
            <a:off x="2883938" y="4004617"/>
            <a:ext cx="2483950" cy="461665"/>
          </a:xfrm>
          <a:prstGeom prst="rect">
            <a:avLst/>
          </a:prstGeom>
          <a:solidFill>
            <a:srgbClr val="22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altLang="zh-CN" sz="2400" b="1" dirty="0" smtClean="0">
                <a:solidFill>
                  <a:schemeClr val="bg1"/>
                </a:solidFill>
                <a:latin typeface="Calibri" pitchFamily="34" charset="0"/>
                <a:sym typeface="宋体" pitchFamily="2" charset="-122"/>
              </a:rPr>
              <a:t>Software patterns</a:t>
            </a:r>
            <a:endParaRPr lang="zh-CN" altLang="en-US" sz="2400" b="1" dirty="0">
              <a:solidFill>
                <a:schemeClr val="bg1"/>
              </a:solidFill>
              <a:latin typeface="Calibri" pitchFamily="34" charset="0"/>
              <a:sym typeface="宋体" pitchFamily="2" charset="-122"/>
            </a:endParaRPr>
          </a:p>
        </p:txBody>
      </p:sp>
      <p:pic>
        <p:nvPicPr>
          <p:cNvPr id="11278" name="图片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5" b="4871"/>
          <a:stretch>
            <a:fillRect/>
          </a:stretch>
        </p:blipFill>
        <p:spPr bwMode="auto">
          <a:xfrm>
            <a:off x="790575" y="904875"/>
            <a:ext cx="3505200" cy="2209800"/>
          </a:xfrm>
          <a:prstGeom prst="rect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9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" b="4575"/>
          <a:stretch>
            <a:fillRect/>
          </a:stretch>
        </p:blipFill>
        <p:spPr bwMode="auto">
          <a:xfrm>
            <a:off x="7050088" y="3622675"/>
            <a:ext cx="3573462" cy="2241550"/>
          </a:xfrm>
          <a:prstGeom prst="rect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7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矩形 3"/>
          <p:cNvSpPr>
            <a:spLocks noChangeArrowheads="1"/>
          </p:cNvSpPr>
          <p:nvPr/>
        </p:nvSpPr>
        <p:spPr bwMode="auto">
          <a:xfrm rot="-1251912">
            <a:off x="2560171" y="1728081"/>
            <a:ext cx="622537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5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sym typeface="Times New Roman" pitchFamily="18" charset="0"/>
              </a:rPr>
              <a:t>Thanks for        your listening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27653" name="文本框 11"/>
          <p:cNvSpPr>
            <a:spLocks noChangeArrowheads="1"/>
          </p:cNvSpPr>
          <p:nvPr/>
        </p:nvSpPr>
        <p:spPr bwMode="auto">
          <a:xfrm>
            <a:off x="0" y="0"/>
            <a:ext cx="2057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en-US" altLang="zh-CN" sz="4400" b="1">
                <a:solidFill>
                  <a:srgbClr val="FF4664"/>
                </a:solidFill>
                <a:latin typeface="Broadway" pitchFamily="82" charset="0"/>
                <a:ea typeface="华文隶书" pitchFamily="2" charset="-122"/>
                <a:sym typeface="Microsoft New Tai Lue" pitchFamily="34" charset="0"/>
              </a:rPr>
              <a:t>LOGO</a:t>
            </a:r>
            <a:endParaRPr lang="zh-CN" altLang="en-US" sz="4400" b="1">
              <a:solidFill>
                <a:srgbClr val="FF4664"/>
              </a:solidFill>
              <a:latin typeface="Broadway" pitchFamily="82" charset="0"/>
              <a:ea typeface="华文隶书" pitchFamily="2" charset="-122"/>
              <a:sym typeface="Microsoft New Tai Lue" pitchFamily="34" charset="0"/>
            </a:endParaRPr>
          </a:p>
        </p:txBody>
      </p:sp>
      <p:sp>
        <p:nvSpPr>
          <p:cNvPr id="27654" name="KSO_Shape"/>
          <p:cNvSpPr>
            <a:spLocks noChangeArrowheads="1"/>
          </p:cNvSpPr>
          <p:nvPr/>
        </p:nvSpPr>
        <p:spPr bwMode="auto">
          <a:xfrm>
            <a:off x="6832600" y="5048250"/>
            <a:ext cx="1524000" cy="1612900"/>
          </a:xfrm>
          <a:custGeom>
            <a:avLst/>
            <a:gdLst>
              <a:gd name="T0" fmla="*/ 2147483647 w 3476"/>
              <a:gd name="T1" fmla="*/ 2147483647 h 3680"/>
              <a:gd name="T2" fmla="*/ 2147483647 w 3476"/>
              <a:gd name="T3" fmla="*/ 2147483647 h 3680"/>
              <a:gd name="T4" fmla="*/ 2147483647 w 3476"/>
              <a:gd name="T5" fmla="*/ 2147483647 h 3680"/>
              <a:gd name="T6" fmla="*/ 2147483647 w 3476"/>
              <a:gd name="T7" fmla="*/ 2147483647 h 3680"/>
              <a:gd name="T8" fmla="*/ 2147483647 w 3476"/>
              <a:gd name="T9" fmla="*/ 2147483647 h 3680"/>
              <a:gd name="T10" fmla="*/ 2147483647 w 3476"/>
              <a:gd name="T11" fmla="*/ 2147483647 h 3680"/>
              <a:gd name="T12" fmla="*/ 2147483647 w 3476"/>
              <a:gd name="T13" fmla="*/ 2147483647 h 3680"/>
              <a:gd name="T14" fmla="*/ 2147483647 w 3476"/>
              <a:gd name="T15" fmla="*/ 2147483647 h 3680"/>
              <a:gd name="T16" fmla="*/ 2147483647 w 3476"/>
              <a:gd name="T17" fmla="*/ 2147483647 h 3680"/>
              <a:gd name="T18" fmla="*/ 2147483647 w 3476"/>
              <a:gd name="T19" fmla="*/ 2147483647 h 3680"/>
              <a:gd name="T20" fmla="*/ 2147483647 w 3476"/>
              <a:gd name="T21" fmla="*/ 2147483647 h 3680"/>
              <a:gd name="T22" fmla="*/ 2147483647 w 3476"/>
              <a:gd name="T23" fmla="*/ 2147483647 h 3680"/>
              <a:gd name="T24" fmla="*/ 2147483647 w 3476"/>
              <a:gd name="T25" fmla="*/ 2147483647 h 3680"/>
              <a:gd name="T26" fmla="*/ 2147483647 w 3476"/>
              <a:gd name="T27" fmla="*/ 2147483647 h 3680"/>
              <a:gd name="T28" fmla="*/ 2147483647 w 3476"/>
              <a:gd name="T29" fmla="*/ 2147483647 h 3680"/>
              <a:gd name="T30" fmla="*/ 2147483647 w 3476"/>
              <a:gd name="T31" fmla="*/ 2147483647 h 3680"/>
              <a:gd name="T32" fmla="*/ 2147483647 w 3476"/>
              <a:gd name="T33" fmla="*/ 2147483647 h 3680"/>
              <a:gd name="T34" fmla="*/ 2147483647 w 3476"/>
              <a:gd name="T35" fmla="*/ 2147483647 h 3680"/>
              <a:gd name="T36" fmla="*/ 0 w 3476"/>
              <a:gd name="T37" fmla="*/ 2147483647 h 3680"/>
              <a:gd name="T38" fmla="*/ 2147483647 w 3476"/>
              <a:gd name="T39" fmla="*/ 2147483647 h 3680"/>
              <a:gd name="T40" fmla="*/ 2147483647 w 3476"/>
              <a:gd name="T41" fmla="*/ 2147483647 h 3680"/>
              <a:gd name="T42" fmla="*/ 2147483647 w 3476"/>
              <a:gd name="T43" fmla="*/ 2147483647 h 3680"/>
              <a:gd name="T44" fmla="*/ 2147483647 w 3476"/>
              <a:gd name="T45" fmla="*/ 375932804 h 3680"/>
              <a:gd name="T46" fmla="*/ 2147483647 w 3476"/>
              <a:gd name="T47" fmla="*/ 2147483647 h 3680"/>
              <a:gd name="T48" fmla="*/ 0 w 3476"/>
              <a:gd name="T49" fmla="*/ 2147483647 h 3680"/>
              <a:gd name="T50" fmla="*/ 2147483647 w 3476"/>
              <a:gd name="T51" fmla="*/ 2147483647 h 3680"/>
              <a:gd name="T52" fmla="*/ 2147483647 w 3476"/>
              <a:gd name="T53" fmla="*/ 2147483647 h 3680"/>
              <a:gd name="T54" fmla="*/ 2147483647 w 3476"/>
              <a:gd name="T55" fmla="*/ 2147483647 h 3680"/>
              <a:gd name="T56" fmla="*/ 2147483647 w 3476"/>
              <a:gd name="T57" fmla="*/ 2147483647 h 3680"/>
              <a:gd name="T58" fmla="*/ 2147483647 w 3476"/>
              <a:gd name="T59" fmla="*/ 2147483647 h 3680"/>
              <a:gd name="T60" fmla="*/ 2147483647 w 3476"/>
              <a:gd name="T61" fmla="*/ 2147483647 h 3680"/>
              <a:gd name="T62" fmla="*/ 2147483647 w 3476"/>
              <a:gd name="T63" fmla="*/ 2147483647 h 3680"/>
              <a:gd name="T64" fmla="*/ 2147483647 w 3476"/>
              <a:gd name="T65" fmla="*/ 2147483647 h 3680"/>
              <a:gd name="T66" fmla="*/ 2147483647 w 3476"/>
              <a:gd name="T67" fmla="*/ 2147483647 h 3680"/>
              <a:gd name="T68" fmla="*/ 2147483647 w 3476"/>
              <a:gd name="T69" fmla="*/ 2147483647 h 3680"/>
              <a:gd name="T70" fmla="*/ 2147483647 w 3476"/>
              <a:gd name="T71" fmla="*/ 2147483647 h 3680"/>
              <a:gd name="T72" fmla="*/ 2147483647 w 3476"/>
              <a:gd name="T73" fmla="*/ 2147483647 h 368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3476"/>
              <a:gd name="T112" fmla="*/ 0 h 3680"/>
              <a:gd name="T113" fmla="*/ 3476 w 3476"/>
              <a:gd name="T114" fmla="*/ 3680 h 3680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3476" h="3680">
                <a:moveTo>
                  <a:pt x="1280" y="921"/>
                </a:moveTo>
                <a:cubicBezTo>
                  <a:pt x="1329" y="985"/>
                  <a:pt x="1340" y="1066"/>
                  <a:pt x="1318" y="1137"/>
                </a:cubicBezTo>
                <a:cubicBezTo>
                  <a:pt x="1477" y="1346"/>
                  <a:pt x="1477" y="1346"/>
                  <a:pt x="1477" y="1346"/>
                </a:cubicBezTo>
                <a:cubicBezTo>
                  <a:pt x="2227" y="777"/>
                  <a:pt x="2227" y="777"/>
                  <a:pt x="2227" y="777"/>
                </a:cubicBezTo>
                <a:cubicBezTo>
                  <a:pt x="2522" y="1184"/>
                  <a:pt x="2497" y="1730"/>
                  <a:pt x="2195" y="2107"/>
                </a:cubicBezTo>
                <a:cubicBezTo>
                  <a:pt x="3077" y="3044"/>
                  <a:pt x="3077" y="3044"/>
                  <a:pt x="3077" y="3044"/>
                </a:cubicBezTo>
                <a:cubicBezTo>
                  <a:pt x="3476" y="3044"/>
                  <a:pt x="3476" y="3044"/>
                  <a:pt x="3476" y="3044"/>
                </a:cubicBezTo>
                <a:cubicBezTo>
                  <a:pt x="3476" y="3680"/>
                  <a:pt x="3476" y="3680"/>
                  <a:pt x="3476" y="3680"/>
                </a:cubicBezTo>
                <a:cubicBezTo>
                  <a:pt x="1431" y="3680"/>
                  <a:pt x="1431" y="3680"/>
                  <a:pt x="1431" y="3680"/>
                </a:cubicBezTo>
                <a:cubicBezTo>
                  <a:pt x="1431" y="3044"/>
                  <a:pt x="1431" y="3044"/>
                  <a:pt x="1431" y="3044"/>
                </a:cubicBezTo>
                <a:cubicBezTo>
                  <a:pt x="1566" y="3044"/>
                  <a:pt x="1566" y="3044"/>
                  <a:pt x="1566" y="3044"/>
                </a:cubicBezTo>
                <a:cubicBezTo>
                  <a:pt x="1566" y="2494"/>
                  <a:pt x="1566" y="2494"/>
                  <a:pt x="1566" y="2494"/>
                </a:cubicBezTo>
                <a:cubicBezTo>
                  <a:pt x="1171" y="2577"/>
                  <a:pt x="746" y="2438"/>
                  <a:pt x="480" y="2102"/>
                </a:cubicBezTo>
                <a:cubicBezTo>
                  <a:pt x="1251" y="1517"/>
                  <a:pt x="1251" y="1517"/>
                  <a:pt x="1251" y="1517"/>
                </a:cubicBezTo>
                <a:cubicBezTo>
                  <a:pt x="1090" y="1304"/>
                  <a:pt x="1090" y="1304"/>
                  <a:pt x="1090" y="1304"/>
                </a:cubicBezTo>
                <a:cubicBezTo>
                  <a:pt x="1018" y="1304"/>
                  <a:pt x="947" y="1272"/>
                  <a:pt x="900" y="1210"/>
                </a:cubicBezTo>
                <a:cubicBezTo>
                  <a:pt x="820" y="1105"/>
                  <a:pt x="841" y="955"/>
                  <a:pt x="946" y="875"/>
                </a:cubicBezTo>
                <a:cubicBezTo>
                  <a:pt x="1051" y="796"/>
                  <a:pt x="1201" y="816"/>
                  <a:pt x="1280" y="921"/>
                </a:cubicBezTo>
                <a:close/>
                <a:moveTo>
                  <a:pt x="0" y="851"/>
                </a:moveTo>
                <a:cubicBezTo>
                  <a:pt x="217" y="914"/>
                  <a:pt x="217" y="914"/>
                  <a:pt x="217" y="914"/>
                </a:cubicBezTo>
                <a:cubicBezTo>
                  <a:pt x="286" y="678"/>
                  <a:pt x="401" y="506"/>
                  <a:pt x="562" y="394"/>
                </a:cubicBezTo>
                <a:cubicBezTo>
                  <a:pt x="726" y="281"/>
                  <a:pt x="940" y="227"/>
                  <a:pt x="1202" y="230"/>
                </a:cubicBezTo>
                <a:cubicBezTo>
                  <a:pt x="1204" y="4"/>
                  <a:pt x="1204" y="4"/>
                  <a:pt x="1204" y="4"/>
                </a:cubicBezTo>
                <a:cubicBezTo>
                  <a:pt x="894" y="0"/>
                  <a:pt x="636" y="68"/>
                  <a:pt x="434" y="208"/>
                </a:cubicBezTo>
                <a:cubicBezTo>
                  <a:pt x="229" y="350"/>
                  <a:pt x="84" y="564"/>
                  <a:pt x="0" y="851"/>
                </a:cubicBezTo>
                <a:close/>
                <a:moveTo>
                  <a:pt x="447" y="899"/>
                </a:moveTo>
                <a:cubicBezTo>
                  <a:pt x="665" y="962"/>
                  <a:pt x="665" y="962"/>
                  <a:pt x="665" y="962"/>
                </a:cubicBezTo>
                <a:cubicBezTo>
                  <a:pt x="698" y="848"/>
                  <a:pt x="753" y="765"/>
                  <a:pt x="830" y="712"/>
                </a:cubicBezTo>
                <a:cubicBezTo>
                  <a:pt x="908" y="657"/>
                  <a:pt x="1013" y="631"/>
                  <a:pt x="1143" y="633"/>
                </a:cubicBezTo>
                <a:cubicBezTo>
                  <a:pt x="1145" y="406"/>
                  <a:pt x="1145" y="406"/>
                  <a:pt x="1145" y="406"/>
                </a:cubicBezTo>
                <a:cubicBezTo>
                  <a:pt x="967" y="405"/>
                  <a:pt x="819" y="444"/>
                  <a:pt x="701" y="526"/>
                </a:cubicBezTo>
                <a:cubicBezTo>
                  <a:pt x="581" y="609"/>
                  <a:pt x="496" y="733"/>
                  <a:pt x="447" y="899"/>
                </a:cubicBezTo>
                <a:close/>
                <a:moveTo>
                  <a:pt x="2527" y="3044"/>
                </a:moveTo>
                <a:cubicBezTo>
                  <a:pt x="1970" y="2452"/>
                  <a:pt x="1970" y="2452"/>
                  <a:pt x="1970" y="2452"/>
                </a:cubicBezTo>
                <a:cubicBezTo>
                  <a:pt x="1967" y="2453"/>
                  <a:pt x="1967" y="2453"/>
                  <a:pt x="1967" y="2453"/>
                </a:cubicBezTo>
                <a:cubicBezTo>
                  <a:pt x="1967" y="3044"/>
                  <a:pt x="1967" y="3044"/>
                  <a:pt x="1967" y="3044"/>
                </a:cubicBezTo>
                <a:lnTo>
                  <a:pt x="2527" y="3044"/>
                </a:lnTo>
                <a:close/>
              </a:path>
            </a:pathLst>
          </a:cu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27655" name="KSO_Shape"/>
          <p:cNvSpPr>
            <a:spLocks noChangeArrowheads="1"/>
          </p:cNvSpPr>
          <p:nvPr/>
        </p:nvSpPr>
        <p:spPr bwMode="auto">
          <a:xfrm rot="402569">
            <a:off x="1146175" y="5064125"/>
            <a:ext cx="1114425" cy="1425575"/>
          </a:xfrm>
          <a:custGeom>
            <a:avLst/>
            <a:gdLst>
              <a:gd name="T0" fmla="*/ 200960 w 10771844"/>
              <a:gd name="T1" fmla="*/ 836609 h 13782676"/>
              <a:gd name="T2" fmla="*/ 18823 w 10771844"/>
              <a:gd name="T3" fmla="*/ 890188 h 13782676"/>
              <a:gd name="T4" fmla="*/ 97802 w 10771844"/>
              <a:gd name="T5" fmla="*/ 807006 h 13782676"/>
              <a:gd name="T6" fmla="*/ 509318 w 10771844"/>
              <a:gd name="T7" fmla="*/ 379628 h 13782676"/>
              <a:gd name="T8" fmla="*/ 750895 w 10771844"/>
              <a:gd name="T9" fmla="*/ 765161 h 13782676"/>
              <a:gd name="T10" fmla="*/ 992860 w 10771844"/>
              <a:gd name="T11" fmla="*/ 379628 h 13782676"/>
              <a:gd name="T12" fmla="*/ 1114425 w 10771844"/>
              <a:gd name="T13" fmla="*/ 793115 h 13782676"/>
              <a:gd name="T14" fmla="*/ 950137 w 10771844"/>
              <a:gd name="T15" fmla="*/ 795056 h 13782676"/>
              <a:gd name="T16" fmla="*/ 796724 w 10771844"/>
              <a:gd name="T17" fmla="*/ 1136717 h 13782676"/>
              <a:gd name="T18" fmla="*/ 965284 w 10771844"/>
              <a:gd name="T19" fmla="*/ 1395680 h 13782676"/>
              <a:gd name="T20" fmla="*/ 945865 w 10771844"/>
              <a:gd name="T21" fmla="*/ 1425187 h 13782676"/>
              <a:gd name="T22" fmla="*/ 774975 w 10771844"/>
              <a:gd name="T23" fmla="*/ 1193013 h 13782676"/>
              <a:gd name="T24" fmla="*/ 766430 w 10771844"/>
              <a:gd name="T25" fmla="*/ 1424022 h 13782676"/>
              <a:gd name="T26" fmla="*/ 712444 w 10771844"/>
              <a:gd name="T27" fmla="*/ 1411210 h 13782676"/>
              <a:gd name="T28" fmla="*/ 534563 w 10771844"/>
              <a:gd name="T29" fmla="*/ 1415481 h 13782676"/>
              <a:gd name="T30" fmla="*/ 448341 w 10771844"/>
              <a:gd name="T31" fmla="*/ 1420916 h 13782676"/>
              <a:gd name="T32" fmla="*/ 698851 w 10771844"/>
              <a:gd name="T33" fmla="*/ 1113810 h 13782676"/>
              <a:gd name="T34" fmla="*/ 701570 w 10771844"/>
              <a:gd name="T35" fmla="*/ 892895 h 13782676"/>
              <a:gd name="T36" fmla="*/ 640593 w 10771844"/>
              <a:gd name="T37" fmla="*/ 857564 h 13782676"/>
              <a:gd name="T38" fmla="*/ 203269 w 10771844"/>
              <a:gd name="T39" fmla="*/ 836211 h 13782676"/>
              <a:gd name="T40" fmla="*/ 541554 w 10771844"/>
              <a:gd name="T41" fmla="*/ 795056 h 13782676"/>
              <a:gd name="T42" fmla="*/ 155109 w 10771844"/>
              <a:gd name="T43" fmla="*/ 793115 h 13782676"/>
              <a:gd name="T44" fmla="*/ 749159 w 10771844"/>
              <a:gd name="T45" fmla="*/ 282915 h 13782676"/>
              <a:gd name="T46" fmla="*/ 749159 w 10771844"/>
              <a:gd name="T47" fmla="*/ 709996 h 13782676"/>
              <a:gd name="T48" fmla="*/ 749159 w 10771844"/>
              <a:gd name="T49" fmla="*/ 282915 h 13782676"/>
              <a:gd name="T50" fmla="*/ 900833 w 10771844"/>
              <a:gd name="T51" fmla="*/ 220464 h 13782676"/>
              <a:gd name="T52" fmla="*/ 1114425 w 10771844"/>
              <a:gd name="T53" fmla="*/ 343504 h 13782676"/>
              <a:gd name="T54" fmla="*/ 754425 w 10771844"/>
              <a:gd name="T55" fmla="*/ 237154 h 13782676"/>
              <a:gd name="T56" fmla="*/ 148211 w 10771844"/>
              <a:gd name="T57" fmla="*/ 343504 h 13782676"/>
              <a:gd name="T58" fmla="*/ 148211 w 10771844"/>
              <a:gd name="T59" fmla="*/ 220464 h 13782676"/>
              <a:gd name="T60" fmla="*/ 284522 w 10771844"/>
              <a:gd name="T61" fmla="*/ 101693 h 13782676"/>
              <a:gd name="T62" fmla="*/ 580056 w 10771844"/>
              <a:gd name="T63" fmla="*/ 220464 h 1378267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0771844"/>
              <a:gd name="T97" fmla="*/ 0 h 13782676"/>
              <a:gd name="T98" fmla="*/ 10771844 w 10771844"/>
              <a:gd name="T99" fmla="*/ 13782676 h 1378267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0771844" h="13782676">
                <a:moveTo>
                  <a:pt x="945340" y="7802257"/>
                </a:moveTo>
                <a:cubicBezTo>
                  <a:pt x="1823502" y="7815886"/>
                  <a:pt x="1942449" y="8088467"/>
                  <a:pt x="1942449" y="8088467"/>
                </a:cubicBezTo>
                <a:cubicBezTo>
                  <a:pt x="1942449" y="8088467"/>
                  <a:pt x="1942449" y="8088467"/>
                  <a:pt x="1961218" y="8339963"/>
                </a:cubicBezTo>
                <a:cubicBezTo>
                  <a:pt x="1799807" y="8839201"/>
                  <a:pt x="181941" y="8606474"/>
                  <a:pt x="181941" y="8606474"/>
                </a:cubicBezTo>
                <a:cubicBezTo>
                  <a:pt x="-242232" y="8197323"/>
                  <a:pt x="208218" y="7840725"/>
                  <a:pt x="208218" y="7840725"/>
                </a:cubicBezTo>
                <a:cubicBezTo>
                  <a:pt x="499602" y="7809757"/>
                  <a:pt x="742687" y="7799112"/>
                  <a:pt x="945340" y="7802257"/>
                </a:cubicBezTo>
                <a:close/>
                <a:moveTo>
                  <a:pt x="1499256" y="3670300"/>
                </a:moveTo>
                <a:cubicBezTo>
                  <a:pt x="1499256" y="3670300"/>
                  <a:pt x="1499256" y="3670300"/>
                  <a:pt x="4922981" y="3670300"/>
                </a:cubicBezTo>
                <a:cubicBezTo>
                  <a:pt x="4757801" y="4011884"/>
                  <a:pt x="4660195" y="4394758"/>
                  <a:pt x="4660195" y="4800154"/>
                </a:cubicBezTo>
                <a:cubicBezTo>
                  <a:pt x="4660195" y="6234054"/>
                  <a:pt x="5823961" y="7397690"/>
                  <a:pt x="7258021" y="7397690"/>
                </a:cubicBezTo>
                <a:cubicBezTo>
                  <a:pt x="8692082" y="7397690"/>
                  <a:pt x="9855847" y="6234054"/>
                  <a:pt x="9855847" y="4800154"/>
                </a:cubicBezTo>
                <a:cubicBezTo>
                  <a:pt x="9855847" y="4394758"/>
                  <a:pt x="9761995" y="4011884"/>
                  <a:pt x="9596815" y="3670300"/>
                </a:cubicBezTo>
                <a:cubicBezTo>
                  <a:pt x="9596815" y="3670300"/>
                  <a:pt x="9596815" y="3670300"/>
                  <a:pt x="10771844" y="3670300"/>
                </a:cubicBezTo>
                <a:cubicBezTo>
                  <a:pt x="10771844" y="3670300"/>
                  <a:pt x="10771844" y="3670300"/>
                  <a:pt x="10771844" y="7667954"/>
                </a:cubicBezTo>
                <a:cubicBezTo>
                  <a:pt x="10771844" y="7667954"/>
                  <a:pt x="10771844" y="7667954"/>
                  <a:pt x="8962376" y="7667954"/>
                </a:cubicBezTo>
                <a:cubicBezTo>
                  <a:pt x="8962376" y="7667954"/>
                  <a:pt x="8962376" y="7667954"/>
                  <a:pt x="9183867" y="7686723"/>
                </a:cubicBezTo>
                <a:cubicBezTo>
                  <a:pt x="9183867" y="7686723"/>
                  <a:pt x="9183867" y="7686723"/>
                  <a:pt x="7701003" y="8628893"/>
                </a:cubicBezTo>
                <a:cubicBezTo>
                  <a:pt x="7701003" y="8628893"/>
                  <a:pt x="7701003" y="8628893"/>
                  <a:pt x="7701003" y="10989949"/>
                </a:cubicBezTo>
                <a:cubicBezTo>
                  <a:pt x="7701003" y="11046254"/>
                  <a:pt x="7689741" y="11095051"/>
                  <a:pt x="7667217" y="11143849"/>
                </a:cubicBezTo>
                <a:cubicBezTo>
                  <a:pt x="7667217" y="11143849"/>
                  <a:pt x="7667217" y="11143849"/>
                  <a:pt x="9330275" y="13493644"/>
                </a:cubicBezTo>
                <a:cubicBezTo>
                  <a:pt x="9371571" y="13549949"/>
                  <a:pt x="9480439" y="13763908"/>
                  <a:pt x="9457915" y="13782676"/>
                </a:cubicBezTo>
                <a:cubicBezTo>
                  <a:pt x="9457915" y="13782676"/>
                  <a:pt x="9457915" y="13782676"/>
                  <a:pt x="9142572" y="13778922"/>
                </a:cubicBezTo>
                <a:cubicBezTo>
                  <a:pt x="9097523" y="13771415"/>
                  <a:pt x="9067490" y="13763908"/>
                  <a:pt x="9029949" y="13707603"/>
                </a:cubicBezTo>
                <a:cubicBezTo>
                  <a:pt x="9029949" y="13707603"/>
                  <a:pt x="9029949" y="13707603"/>
                  <a:pt x="7490775" y="11534230"/>
                </a:cubicBezTo>
                <a:cubicBezTo>
                  <a:pt x="7490775" y="11534230"/>
                  <a:pt x="7490775" y="11534230"/>
                  <a:pt x="7490775" y="13643790"/>
                </a:cubicBezTo>
                <a:cubicBezTo>
                  <a:pt x="7490775" y="13711356"/>
                  <a:pt x="7456988" y="13767661"/>
                  <a:pt x="7408185" y="13767661"/>
                </a:cubicBezTo>
                <a:cubicBezTo>
                  <a:pt x="7408185" y="13767661"/>
                  <a:pt x="7408185" y="13767661"/>
                  <a:pt x="6968957" y="13767661"/>
                </a:cubicBezTo>
                <a:cubicBezTo>
                  <a:pt x="6923908" y="13767661"/>
                  <a:pt x="6886367" y="13711356"/>
                  <a:pt x="6886367" y="13643790"/>
                </a:cubicBezTo>
                <a:cubicBezTo>
                  <a:pt x="6886367" y="13643790"/>
                  <a:pt x="6886367" y="13643790"/>
                  <a:pt x="6886367" y="11564259"/>
                </a:cubicBezTo>
                <a:cubicBezTo>
                  <a:pt x="6886367" y="11564259"/>
                  <a:pt x="6886367" y="11564259"/>
                  <a:pt x="5166996" y="13685081"/>
                </a:cubicBezTo>
                <a:cubicBezTo>
                  <a:pt x="5121947" y="13745139"/>
                  <a:pt x="5088160" y="13737632"/>
                  <a:pt x="5020587" y="13737632"/>
                </a:cubicBezTo>
                <a:cubicBezTo>
                  <a:pt x="5020587" y="13737632"/>
                  <a:pt x="5020587" y="13737632"/>
                  <a:pt x="4333590" y="13737632"/>
                </a:cubicBezTo>
                <a:cubicBezTo>
                  <a:pt x="4296049" y="13707603"/>
                  <a:pt x="4648933" y="13362265"/>
                  <a:pt x="4697736" y="13302207"/>
                </a:cubicBezTo>
                <a:cubicBezTo>
                  <a:pt x="4697736" y="13302207"/>
                  <a:pt x="4697736" y="13302207"/>
                  <a:pt x="6754974" y="10768483"/>
                </a:cubicBezTo>
                <a:cubicBezTo>
                  <a:pt x="6754974" y="10768483"/>
                  <a:pt x="6754974" y="10768483"/>
                  <a:pt x="6781253" y="10738453"/>
                </a:cubicBezTo>
                <a:cubicBezTo>
                  <a:pt x="6781253" y="10738453"/>
                  <a:pt x="6781253" y="10738453"/>
                  <a:pt x="6781253" y="8632647"/>
                </a:cubicBezTo>
                <a:cubicBezTo>
                  <a:pt x="6781253" y="8632647"/>
                  <a:pt x="6781253" y="8632647"/>
                  <a:pt x="6762482" y="8628893"/>
                </a:cubicBezTo>
                <a:cubicBezTo>
                  <a:pt x="6728696" y="8621386"/>
                  <a:pt x="6480926" y="8467485"/>
                  <a:pt x="6191862" y="8291063"/>
                </a:cubicBezTo>
                <a:cubicBezTo>
                  <a:pt x="6191862" y="8291063"/>
                  <a:pt x="6191862" y="8291063"/>
                  <a:pt x="1964763" y="8336107"/>
                </a:cubicBezTo>
                <a:cubicBezTo>
                  <a:pt x="1964763" y="8336107"/>
                  <a:pt x="1964763" y="8336107"/>
                  <a:pt x="1964763" y="8084611"/>
                </a:cubicBezTo>
                <a:cubicBezTo>
                  <a:pt x="1964763" y="8084611"/>
                  <a:pt x="1964763" y="8084611"/>
                  <a:pt x="5940338" y="8133409"/>
                </a:cubicBezTo>
                <a:cubicBezTo>
                  <a:pt x="5579946" y="7908189"/>
                  <a:pt x="5234570" y="7686723"/>
                  <a:pt x="5234570" y="7686723"/>
                </a:cubicBezTo>
                <a:cubicBezTo>
                  <a:pt x="5234570" y="7686723"/>
                  <a:pt x="5234570" y="7686723"/>
                  <a:pt x="5426028" y="7667954"/>
                </a:cubicBezTo>
                <a:cubicBezTo>
                  <a:pt x="5426028" y="7667954"/>
                  <a:pt x="5426028" y="7667954"/>
                  <a:pt x="1499256" y="7667954"/>
                </a:cubicBezTo>
                <a:cubicBezTo>
                  <a:pt x="1499256" y="7667954"/>
                  <a:pt x="1499256" y="7667954"/>
                  <a:pt x="1499256" y="3670300"/>
                </a:cubicBezTo>
                <a:close/>
                <a:moveTo>
                  <a:pt x="7241243" y="2735264"/>
                </a:moveTo>
                <a:cubicBezTo>
                  <a:pt x="8382774" y="2735264"/>
                  <a:pt x="9308168" y="3659591"/>
                  <a:pt x="9308168" y="4799808"/>
                </a:cubicBezTo>
                <a:cubicBezTo>
                  <a:pt x="9308168" y="5940024"/>
                  <a:pt x="8382774" y="6864351"/>
                  <a:pt x="7241243" y="6864351"/>
                </a:cubicBezTo>
                <a:cubicBezTo>
                  <a:pt x="6099712" y="6864351"/>
                  <a:pt x="5174318" y="5940024"/>
                  <a:pt x="5174318" y="4799808"/>
                </a:cubicBezTo>
                <a:cubicBezTo>
                  <a:pt x="5174318" y="3659591"/>
                  <a:pt x="6099712" y="2735264"/>
                  <a:pt x="7241243" y="2735264"/>
                </a:cubicBezTo>
                <a:close/>
                <a:moveTo>
                  <a:pt x="7202054" y="0"/>
                </a:moveTo>
                <a:cubicBezTo>
                  <a:pt x="7202054" y="0"/>
                  <a:pt x="7202054" y="0"/>
                  <a:pt x="8707297" y="2131477"/>
                </a:cubicBezTo>
                <a:cubicBezTo>
                  <a:pt x="8707297" y="2131477"/>
                  <a:pt x="8707297" y="2131477"/>
                  <a:pt x="10771844" y="2131477"/>
                </a:cubicBezTo>
                <a:cubicBezTo>
                  <a:pt x="10771844" y="2131477"/>
                  <a:pt x="10771844" y="2131477"/>
                  <a:pt x="10771844" y="3321050"/>
                </a:cubicBezTo>
                <a:cubicBezTo>
                  <a:pt x="10771844" y="3321050"/>
                  <a:pt x="10771844" y="3321050"/>
                  <a:pt x="9349183" y="3321050"/>
                </a:cubicBezTo>
                <a:cubicBezTo>
                  <a:pt x="8879968" y="2698119"/>
                  <a:pt x="8132977" y="2292839"/>
                  <a:pt x="7292143" y="2292839"/>
                </a:cubicBezTo>
                <a:cubicBezTo>
                  <a:pt x="6447555" y="2292839"/>
                  <a:pt x="5704318" y="2698119"/>
                  <a:pt x="5235103" y="3321050"/>
                </a:cubicBezTo>
                <a:cubicBezTo>
                  <a:pt x="5235103" y="3321050"/>
                  <a:pt x="5235103" y="3321050"/>
                  <a:pt x="1432581" y="3321050"/>
                </a:cubicBezTo>
                <a:cubicBezTo>
                  <a:pt x="1432581" y="3321050"/>
                  <a:pt x="1432581" y="3321050"/>
                  <a:pt x="1432581" y="2296591"/>
                </a:cubicBezTo>
                <a:cubicBezTo>
                  <a:pt x="1432581" y="2296591"/>
                  <a:pt x="1432581" y="2296591"/>
                  <a:pt x="1432581" y="2131477"/>
                </a:cubicBezTo>
                <a:cubicBezTo>
                  <a:pt x="1432581" y="2131477"/>
                  <a:pt x="1432581" y="2131477"/>
                  <a:pt x="1432581" y="983181"/>
                </a:cubicBezTo>
                <a:cubicBezTo>
                  <a:pt x="1432581" y="983181"/>
                  <a:pt x="1432581" y="983181"/>
                  <a:pt x="2750138" y="983181"/>
                </a:cubicBezTo>
                <a:cubicBezTo>
                  <a:pt x="2750138" y="983181"/>
                  <a:pt x="2750138" y="983181"/>
                  <a:pt x="2750138" y="2131477"/>
                </a:cubicBezTo>
                <a:cubicBezTo>
                  <a:pt x="2750138" y="2131477"/>
                  <a:pt x="2750138" y="2131477"/>
                  <a:pt x="5606721" y="2131477"/>
                </a:cubicBezTo>
                <a:cubicBezTo>
                  <a:pt x="5606721" y="2131477"/>
                  <a:pt x="5606721" y="2131477"/>
                  <a:pt x="7202054" y="0"/>
                </a:cubicBezTo>
                <a:close/>
              </a:path>
            </a:pathLst>
          </a:cu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27656" name="KSO_Shape"/>
          <p:cNvSpPr>
            <a:spLocks noChangeArrowheads="1"/>
          </p:cNvSpPr>
          <p:nvPr/>
        </p:nvSpPr>
        <p:spPr bwMode="auto">
          <a:xfrm rot="-934860">
            <a:off x="10645775" y="3352800"/>
            <a:ext cx="1084263" cy="1069975"/>
          </a:xfrm>
          <a:custGeom>
            <a:avLst/>
            <a:gdLst>
              <a:gd name="T0" fmla="*/ 987719 w 1622425"/>
              <a:gd name="T1" fmla="*/ 309646 h 1601788"/>
              <a:gd name="T2" fmla="*/ 578889 w 1622425"/>
              <a:gd name="T3" fmla="*/ 280009 h 1601788"/>
              <a:gd name="T4" fmla="*/ 538556 w 1622425"/>
              <a:gd name="T5" fmla="*/ 287434 h 1601788"/>
              <a:gd name="T6" fmla="*/ 506077 w 1622425"/>
              <a:gd name="T7" fmla="*/ 299949 h 1601788"/>
              <a:gd name="T8" fmla="*/ 488882 w 1622425"/>
              <a:gd name="T9" fmla="*/ 311828 h 1601788"/>
              <a:gd name="T10" fmla="*/ 476357 w 1622425"/>
              <a:gd name="T11" fmla="*/ 329859 h 1601788"/>
              <a:gd name="T12" fmla="*/ 468715 w 1622425"/>
              <a:gd name="T13" fmla="*/ 354466 h 1601788"/>
              <a:gd name="T14" fmla="*/ 467867 w 1622425"/>
              <a:gd name="T15" fmla="*/ 386498 h 1601788"/>
              <a:gd name="T16" fmla="*/ 473174 w 1622425"/>
              <a:gd name="T17" fmla="*/ 421499 h 1601788"/>
              <a:gd name="T18" fmla="*/ 469989 w 1622425"/>
              <a:gd name="T19" fmla="*/ 434226 h 1601788"/>
              <a:gd name="T20" fmla="*/ 466168 w 1622425"/>
              <a:gd name="T21" fmla="*/ 445045 h 1601788"/>
              <a:gd name="T22" fmla="*/ 471475 w 1622425"/>
              <a:gd name="T23" fmla="*/ 487471 h 1601788"/>
              <a:gd name="T24" fmla="*/ 479966 w 1622425"/>
              <a:gd name="T25" fmla="*/ 504865 h 1601788"/>
              <a:gd name="T26" fmla="*/ 493764 w 1622425"/>
              <a:gd name="T27" fmla="*/ 509956 h 1601788"/>
              <a:gd name="T28" fmla="*/ 502043 w 1622425"/>
              <a:gd name="T29" fmla="*/ 561079 h 1601788"/>
              <a:gd name="T30" fmla="*/ 511384 w 1622425"/>
              <a:gd name="T31" fmla="*/ 573383 h 1601788"/>
              <a:gd name="T32" fmla="*/ 495038 w 1622425"/>
              <a:gd name="T33" fmla="*/ 598202 h 1601788"/>
              <a:gd name="T34" fmla="*/ 480179 w 1622425"/>
              <a:gd name="T35" fmla="*/ 620264 h 1601788"/>
              <a:gd name="T36" fmla="*/ 363636 w 1622425"/>
              <a:gd name="T37" fmla="*/ 666719 h 1601788"/>
              <a:gd name="T38" fmla="*/ 325851 w 1622425"/>
              <a:gd name="T39" fmla="*/ 681781 h 1601788"/>
              <a:gd name="T40" fmla="*/ 309717 w 1622425"/>
              <a:gd name="T41" fmla="*/ 694933 h 1601788"/>
              <a:gd name="T42" fmla="*/ 303561 w 1622425"/>
              <a:gd name="T43" fmla="*/ 723146 h 1601788"/>
              <a:gd name="T44" fmla="*/ 853580 w 1622425"/>
              <a:gd name="T45" fmla="*/ 780208 h 1601788"/>
              <a:gd name="T46" fmla="*/ 850184 w 1622425"/>
              <a:gd name="T47" fmla="*/ 701084 h 1601788"/>
              <a:gd name="T48" fmla="*/ 841905 w 1622425"/>
              <a:gd name="T49" fmla="*/ 689629 h 1601788"/>
              <a:gd name="T50" fmla="*/ 816431 w 1622425"/>
              <a:gd name="T51" fmla="*/ 675417 h 1601788"/>
              <a:gd name="T52" fmla="*/ 722390 w 1622425"/>
              <a:gd name="T53" fmla="*/ 637234 h 1601788"/>
              <a:gd name="T54" fmla="*/ 670594 w 1622425"/>
              <a:gd name="T55" fmla="*/ 614536 h 1601788"/>
              <a:gd name="T56" fmla="*/ 638752 w 1622425"/>
              <a:gd name="T57" fmla="*/ 580807 h 1601788"/>
              <a:gd name="T58" fmla="*/ 642573 w 1622425"/>
              <a:gd name="T59" fmla="*/ 567443 h 1601788"/>
              <a:gd name="T60" fmla="*/ 652975 w 1622425"/>
              <a:gd name="T61" fmla="*/ 553018 h 1601788"/>
              <a:gd name="T62" fmla="*/ 656159 w 1622425"/>
              <a:gd name="T63" fmla="*/ 532442 h 1601788"/>
              <a:gd name="T64" fmla="*/ 659768 w 1622425"/>
              <a:gd name="T65" fmla="*/ 514623 h 1601788"/>
              <a:gd name="T66" fmla="*/ 668259 w 1622425"/>
              <a:gd name="T67" fmla="*/ 507623 h 1601788"/>
              <a:gd name="T68" fmla="*/ 678236 w 1622425"/>
              <a:gd name="T69" fmla="*/ 498926 h 1601788"/>
              <a:gd name="T70" fmla="*/ 685666 w 1622425"/>
              <a:gd name="T71" fmla="*/ 474106 h 1601788"/>
              <a:gd name="T72" fmla="*/ 686303 w 1622425"/>
              <a:gd name="T73" fmla="*/ 446954 h 1601788"/>
              <a:gd name="T74" fmla="*/ 678873 w 1622425"/>
              <a:gd name="T75" fmla="*/ 429347 h 1601788"/>
              <a:gd name="T76" fmla="*/ 676326 w 1622425"/>
              <a:gd name="T77" fmla="*/ 415559 h 1601788"/>
              <a:gd name="T78" fmla="*/ 679935 w 1622425"/>
              <a:gd name="T79" fmla="*/ 368467 h 1601788"/>
              <a:gd name="T80" fmla="*/ 675264 w 1622425"/>
              <a:gd name="T81" fmla="*/ 328798 h 1601788"/>
              <a:gd name="T82" fmla="*/ 665287 w 1622425"/>
              <a:gd name="T83" fmla="*/ 310980 h 1601788"/>
              <a:gd name="T84" fmla="*/ 628138 w 1622425"/>
              <a:gd name="T85" fmla="*/ 291464 h 1601788"/>
              <a:gd name="T86" fmla="*/ 603089 w 1622425"/>
              <a:gd name="T87" fmla="*/ 281918 h 1601788"/>
              <a:gd name="T88" fmla="*/ 987719 w 1622425"/>
              <a:gd name="T89" fmla="*/ 0 h 1601788"/>
              <a:gd name="T90" fmla="*/ 937856 w 1622425"/>
              <a:gd name="T91" fmla="*/ 0 h 1601788"/>
              <a:gd name="T92" fmla="*/ 142015 w 1622425"/>
              <a:gd name="T93" fmla="*/ 0 h 1601788"/>
              <a:gd name="T94" fmla="*/ 50735 w 1622425"/>
              <a:gd name="T95" fmla="*/ 1068702 h 1601788"/>
              <a:gd name="T96" fmla="*/ 33328 w 1622425"/>
              <a:gd name="T97" fmla="*/ 1062339 h 1601788"/>
              <a:gd name="T98" fmla="*/ 18468 w 1622425"/>
              <a:gd name="T99" fmla="*/ 1051308 h 1601788"/>
              <a:gd name="T100" fmla="*/ 7642 w 1622425"/>
              <a:gd name="T101" fmla="*/ 1036671 h 1601788"/>
              <a:gd name="T102" fmla="*/ 1274 w 1622425"/>
              <a:gd name="T103" fmla="*/ 1019277 h 1601788"/>
              <a:gd name="T104" fmla="*/ 212 w 1622425"/>
              <a:gd name="T105" fmla="*/ 60244 h 1601788"/>
              <a:gd name="T106" fmla="*/ 3821 w 1622425"/>
              <a:gd name="T107" fmla="*/ 41789 h 1601788"/>
              <a:gd name="T108" fmla="*/ 12736 w 1622425"/>
              <a:gd name="T109" fmla="*/ 25455 h 1601788"/>
              <a:gd name="T110" fmla="*/ 25474 w 1622425"/>
              <a:gd name="T111" fmla="*/ 12515 h 1601788"/>
              <a:gd name="T112" fmla="*/ 41607 w 1622425"/>
              <a:gd name="T113" fmla="*/ 3818 h 1601788"/>
              <a:gd name="T114" fmla="*/ 60288 w 1622425"/>
              <a:gd name="T115" fmla="*/ 0 h 1601788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1622425"/>
              <a:gd name="T175" fmla="*/ 0 h 1601788"/>
              <a:gd name="T176" fmla="*/ 1622425 w 1622425"/>
              <a:gd name="T177" fmla="*/ 1601788 h 1601788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1622425" h="1601788">
                <a:moveTo>
                  <a:pt x="1477962" y="927100"/>
                </a:moveTo>
                <a:lnTo>
                  <a:pt x="1622425" y="927100"/>
                </a:lnTo>
                <a:lnTo>
                  <a:pt x="1622425" y="1293813"/>
                </a:lnTo>
                <a:lnTo>
                  <a:pt x="1477962" y="1293813"/>
                </a:lnTo>
                <a:lnTo>
                  <a:pt x="1477962" y="927100"/>
                </a:lnTo>
                <a:close/>
                <a:moveTo>
                  <a:pt x="1477962" y="463550"/>
                </a:moveTo>
                <a:lnTo>
                  <a:pt x="1622425" y="463550"/>
                </a:lnTo>
                <a:lnTo>
                  <a:pt x="1622425" y="830263"/>
                </a:lnTo>
                <a:lnTo>
                  <a:pt x="1477962" y="830263"/>
                </a:lnTo>
                <a:lnTo>
                  <a:pt x="1477962" y="463550"/>
                </a:lnTo>
                <a:close/>
                <a:moveTo>
                  <a:pt x="871932" y="418865"/>
                </a:moveTo>
                <a:lnTo>
                  <a:pt x="866214" y="419183"/>
                </a:lnTo>
                <a:lnTo>
                  <a:pt x="859861" y="419183"/>
                </a:lnTo>
                <a:lnTo>
                  <a:pt x="848426" y="420453"/>
                </a:lnTo>
                <a:lnTo>
                  <a:pt x="837309" y="422359"/>
                </a:lnTo>
                <a:lnTo>
                  <a:pt x="826509" y="424582"/>
                </a:lnTo>
                <a:lnTo>
                  <a:pt x="815709" y="427440"/>
                </a:lnTo>
                <a:lnTo>
                  <a:pt x="805862" y="430298"/>
                </a:lnTo>
                <a:lnTo>
                  <a:pt x="796650" y="433473"/>
                </a:lnTo>
                <a:lnTo>
                  <a:pt x="787439" y="436649"/>
                </a:lnTo>
                <a:lnTo>
                  <a:pt x="771874" y="443000"/>
                </a:lnTo>
                <a:lnTo>
                  <a:pt x="766792" y="444906"/>
                </a:lnTo>
                <a:lnTo>
                  <a:pt x="762027" y="446811"/>
                </a:lnTo>
                <a:lnTo>
                  <a:pt x="757262" y="449034"/>
                </a:lnTo>
                <a:lnTo>
                  <a:pt x="752498" y="451257"/>
                </a:lnTo>
                <a:lnTo>
                  <a:pt x="748051" y="454115"/>
                </a:lnTo>
                <a:lnTo>
                  <a:pt x="743921" y="456655"/>
                </a:lnTo>
                <a:lnTo>
                  <a:pt x="739792" y="459831"/>
                </a:lnTo>
                <a:lnTo>
                  <a:pt x="735345" y="463324"/>
                </a:lnTo>
                <a:lnTo>
                  <a:pt x="731533" y="466817"/>
                </a:lnTo>
                <a:lnTo>
                  <a:pt x="728039" y="470628"/>
                </a:lnTo>
                <a:lnTo>
                  <a:pt x="724545" y="474757"/>
                </a:lnTo>
                <a:lnTo>
                  <a:pt x="721051" y="479202"/>
                </a:lnTo>
                <a:lnTo>
                  <a:pt x="718192" y="483966"/>
                </a:lnTo>
                <a:lnTo>
                  <a:pt x="715333" y="488729"/>
                </a:lnTo>
                <a:lnTo>
                  <a:pt x="712792" y="493810"/>
                </a:lnTo>
                <a:lnTo>
                  <a:pt x="710251" y="499526"/>
                </a:lnTo>
                <a:lnTo>
                  <a:pt x="708028" y="504925"/>
                </a:lnTo>
                <a:lnTo>
                  <a:pt x="706122" y="510959"/>
                </a:lnTo>
                <a:lnTo>
                  <a:pt x="704216" y="517310"/>
                </a:lnTo>
                <a:lnTo>
                  <a:pt x="702628" y="523979"/>
                </a:lnTo>
                <a:lnTo>
                  <a:pt x="701357" y="530648"/>
                </a:lnTo>
                <a:lnTo>
                  <a:pt x="700404" y="537952"/>
                </a:lnTo>
                <a:lnTo>
                  <a:pt x="699769" y="545256"/>
                </a:lnTo>
                <a:lnTo>
                  <a:pt x="699451" y="553512"/>
                </a:lnTo>
                <a:lnTo>
                  <a:pt x="699451" y="561451"/>
                </a:lnTo>
                <a:lnTo>
                  <a:pt x="699451" y="570025"/>
                </a:lnTo>
                <a:lnTo>
                  <a:pt x="700087" y="578600"/>
                </a:lnTo>
                <a:lnTo>
                  <a:pt x="700722" y="587809"/>
                </a:lnTo>
                <a:lnTo>
                  <a:pt x="701992" y="597018"/>
                </a:lnTo>
                <a:lnTo>
                  <a:pt x="703263" y="607180"/>
                </a:lnTo>
                <a:lnTo>
                  <a:pt x="705169" y="617025"/>
                </a:lnTo>
                <a:lnTo>
                  <a:pt x="707392" y="627504"/>
                </a:lnTo>
                <a:lnTo>
                  <a:pt x="708028" y="630998"/>
                </a:lnTo>
                <a:lnTo>
                  <a:pt x="708028" y="634173"/>
                </a:lnTo>
                <a:lnTo>
                  <a:pt x="707710" y="637666"/>
                </a:lnTo>
                <a:lnTo>
                  <a:pt x="707392" y="640524"/>
                </a:lnTo>
                <a:lnTo>
                  <a:pt x="706757" y="643065"/>
                </a:lnTo>
                <a:lnTo>
                  <a:pt x="705804" y="645605"/>
                </a:lnTo>
                <a:lnTo>
                  <a:pt x="703263" y="650051"/>
                </a:lnTo>
                <a:lnTo>
                  <a:pt x="701039" y="654815"/>
                </a:lnTo>
                <a:lnTo>
                  <a:pt x="699134" y="658626"/>
                </a:lnTo>
                <a:lnTo>
                  <a:pt x="698498" y="660531"/>
                </a:lnTo>
                <a:lnTo>
                  <a:pt x="697863" y="662436"/>
                </a:lnTo>
                <a:lnTo>
                  <a:pt x="697545" y="664342"/>
                </a:lnTo>
                <a:lnTo>
                  <a:pt x="697545" y="666247"/>
                </a:lnTo>
                <a:lnTo>
                  <a:pt x="699134" y="688794"/>
                </a:lnTo>
                <a:lnTo>
                  <a:pt x="700404" y="702132"/>
                </a:lnTo>
                <a:lnTo>
                  <a:pt x="701039" y="709436"/>
                </a:lnTo>
                <a:lnTo>
                  <a:pt x="702310" y="716104"/>
                </a:lnTo>
                <a:lnTo>
                  <a:pt x="703581" y="723408"/>
                </a:lnTo>
                <a:lnTo>
                  <a:pt x="705487" y="729760"/>
                </a:lnTo>
                <a:lnTo>
                  <a:pt x="707075" y="736111"/>
                </a:lnTo>
                <a:lnTo>
                  <a:pt x="709298" y="742145"/>
                </a:lnTo>
                <a:lnTo>
                  <a:pt x="711839" y="747226"/>
                </a:lnTo>
                <a:lnTo>
                  <a:pt x="714698" y="751989"/>
                </a:lnTo>
                <a:lnTo>
                  <a:pt x="716286" y="753894"/>
                </a:lnTo>
                <a:lnTo>
                  <a:pt x="718192" y="755800"/>
                </a:lnTo>
                <a:lnTo>
                  <a:pt x="719780" y="757705"/>
                </a:lnTo>
                <a:lnTo>
                  <a:pt x="722322" y="759293"/>
                </a:lnTo>
                <a:lnTo>
                  <a:pt x="725816" y="760563"/>
                </a:lnTo>
                <a:lnTo>
                  <a:pt x="731533" y="762151"/>
                </a:lnTo>
                <a:lnTo>
                  <a:pt x="736933" y="763104"/>
                </a:lnTo>
                <a:lnTo>
                  <a:pt x="738839" y="763421"/>
                </a:lnTo>
                <a:lnTo>
                  <a:pt x="739792" y="763104"/>
                </a:lnTo>
                <a:lnTo>
                  <a:pt x="745827" y="831062"/>
                </a:lnTo>
                <a:lnTo>
                  <a:pt x="747098" y="833603"/>
                </a:lnTo>
                <a:lnTo>
                  <a:pt x="748368" y="835826"/>
                </a:lnTo>
                <a:lnTo>
                  <a:pt x="749639" y="838049"/>
                </a:lnTo>
                <a:lnTo>
                  <a:pt x="751227" y="839954"/>
                </a:lnTo>
                <a:lnTo>
                  <a:pt x="754404" y="843765"/>
                </a:lnTo>
                <a:lnTo>
                  <a:pt x="757898" y="847576"/>
                </a:lnTo>
                <a:lnTo>
                  <a:pt x="761074" y="851386"/>
                </a:lnTo>
                <a:lnTo>
                  <a:pt x="762662" y="853609"/>
                </a:lnTo>
                <a:lnTo>
                  <a:pt x="763933" y="855832"/>
                </a:lnTo>
                <a:lnTo>
                  <a:pt x="765204" y="858373"/>
                </a:lnTo>
                <a:lnTo>
                  <a:pt x="766474" y="861548"/>
                </a:lnTo>
                <a:lnTo>
                  <a:pt x="767427" y="865042"/>
                </a:lnTo>
                <a:lnTo>
                  <a:pt x="768380" y="868852"/>
                </a:lnTo>
                <a:lnTo>
                  <a:pt x="751545" y="872663"/>
                </a:lnTo>
                <a:lnTo>
                  <a:pt x="744874" y="887271"/>
                </a:lnTo>
                <a:lnTo>
                  <a:pt x="740745" y="895528"/>
                </a:lnTo>
                <a:lnTo>
                  <a:pt x="736298" y="904102"/>
                </a:lnTo>
                <a:lnTo>
                  <a:pt x="731533" y="912358"/>
                </a:lnTo>
                <a:lnTo>
                  <a:pt x="726451" y="919980"/>
                </a:lnTo>
                <a:lnTo>
                  <a:pt x="723910" y="923156"/>
                </a:lnTo>
                <a:lnTo>
                  <a:pt x="721051" y="926014"/>
                </a:lnTo>
                <a:lnTo>
                  <a:pt x="718510" y="928555"/>
                </a:lnTo>
                <a:lnTo>
                  <a:pt x="715969" y="930778"/>
                </a:lnTo>
                <a:lnTo>
                  <a:pt x="680393" y="940622"/>
                </a:lnTo>
                <a:lnTo>
                  <a:pt x="648628" y="953960"/>
                </a:lnTo>
                <a:lnTo>
                  <a:pt x="615911" y="967932"/>
                </a:lnTo>
                <a:lnTo>
                  <a:pt x="551747" y="995243"/>
                </a:lnTo>
                <a:lnTo>
                  <a:pt x="544123" y="998101"/>
                </a:lnTo>
                <a:lnTo>
                  <a:pt x="537135" y="1000641"/>
                </a:lnTo>
                <a:lnTo>
                  <a:pt x="522524" y="1006040"/>
                </a:lnTo>
                <a:lnTo>
                  <a:pt x="507912" y="1011121"/>
                </a:lnTo>
                <a:lnTo>
                  <a:pt x="500924" y="1013979"/>
                </a:lnTo>
                <a:lnTo>
                  <a:pt x="493936" y="1016837"/>
                </a:lnTo>
                <a:lnTo>
                  <a:pt x="487583" y="1020648"/>
                </a:lnTo>
                <a:lnTo>
                  <a:pt x="481548" y="1024141"/>
                </a:lnTo>
                <a:lnTo>
                  <a:pt x="475512" y="1027952"/>
                </a:lnTo>
                <a:lnTo>
                  <a:pt x="470430" y="1032398"/>
                </a:lnTo>
                <a:lnTo>
                  <a:pt x="467889" y="1034938"/>
                </a:lnTo>
                <a:lnTo>
                  <a:pt x="465665" y="1037796"/>
                </a:lnTo>
                <a:lnTo>
                  <a:pt x="463442" y="1040337"/>
                </a:lnTo>
                <a:lnTo>
                  <a:pt x="461218" y="1043195"/>
                </a:lnTo>
                <a:lnTo>
                  <a:pt x="459313" y="1046370"/>
                </a:lnTo>
                <a:lnTo>
                  <a:pt x="457407" y="1049546"/>
                </a:lnTo>
                <a:lnTo>
                  <a:pt x="456136" y="1052722"/>
                </a:lnTo>
                <a:lnTo>
                  <a:pt x="454548" y="1056850"/>
                </a:lnTo>
                <a:lnTo>
                  <a:pt x="454230" y="1082573"/>
                </a:lnTo>
                <a:lnTo>
                  <a:pt x="453595" y="1116234"/>
                </a:lnTo>
                <a:lnTo>
                  <a:pt x="452960" y="1151484"/>
                </a:lnTo>
                <a:lnTo>
                  <a:pt x="452642" y="1167997"/>
                </a:lnTo>
                <a:lnTo>
                  <a:pt x="452960" y="1182605"/>
                </a:lnTo>
                <a:lnTo>
                  <a:pt x="1276928" y="1182605"/>
                </a:lnTo>
                <a:lnTo>
                  <a:pt x="1277245" y="1167997"/>
                </a:lnTo>
                <a:lnTo>
                  <a:pt x="1276928" y="1151484"/>
                </a:lnTo>
                <a:lnTo>
                  <a:pt x="1276292" y="1116234"/>
                </a:lnTo>
                <a:lnTo>
                  <a:pt x="1275339" y="1082573"/>
                </a:lnTo>
                <a:lnTo>
                  <a:pt x="1275022" y="1056850"/>
                </a:lnTo>
                <a:lnTo>
                  <a:pt x="1273751" y="1052722"/>
                </a:lnTo>
                <a:lnTo>
                  <a:pt x="1272163" y="1049546"/>
                </a:lnTo>
                <a:lnTo>
                  <a:pt x="1270257" y="1046370"/>
                </a:lnTo>
                <a:lnTo>
                  <a:pt x="1268669" y="1043195"/>
                </a:lnTo>
                <a:lnTo>
                  <a:pt x="1266445" y="1040337"/>
                </a:lnTo>
                <a:lnTo>
                  <a:pt x="1264222" y="1037796"/>
                </a:lnTo>
                <a:lnTo>
                  <a:pt x="1261998" y="1034938"/>
                </a:lnTo>
                <a:lnTo>
                  <a:pt x="1259775" y="1032398"/>
                </a:lnTo>
                <a:lnTo>
                  <a:pt x="1254057" y="1027952"/>
                </a:lnTo>
                <a:lnTo>
                  <a:pt x="1248340" y="1024141"/>
                </a:lnTo>
                <a:lnTo>
                  <a:pt x="1242304" y="1020648"/>
                </a:lnTo>
                <a:lnTo>
                  <a:pt x="1235634" y="1016837"/>
                </a:lnTo>
                <a:lnTo>
                  <a:pt x="1228963" y="1013979"/>
                </a:lnTo>
                <a:lnTo>
                  <a:pt x="1221658" y="1011121"/>
                </a:lnTo>
                <a:lnTo>
                  <a:pt x="1207681" y="1006040"/>
                </a:lnTo>
                <a:lnTo>
                  <a:pt x="1192752" y="1000641"/>
                </a:lnTo>
                <a:lnTo>
                  <a:pt x="1185446" y="998101"/>
                </a:lnTo>
                <a:lnTo>
                  <a:pt x="1178458" y="995243"/>
                </a:lnTo>
                <a:lnTo>
                  <a:pt x="1113659" y="967932"/>
                </a:lnTo>
                <a:lnTo>
                  <a:pt x="1080941" y="953960"/>
                </a:lnTo>
                <a:lnTo>
                  <a:pt x="1049177" y="940622"/>
                </a:lnTo>
                <a:lnTo>
                  <a:pt x="1013601" y="930778"/>
                </a:lnTo>
                <a:lnTo>
                  <a:pt x="1011060" y="928555"/>
                </a:lnTo>
                <a:lnTo>
                  <a:pt x="1008519" y="926014"/>
                </a:lnTo>
                <a:lnTo>
                  <a:pt x="1005977" y="923156"/>
                </a:lnTo>
                <a:lnTo>
                  <a:pt x="1003436" y="919980"/>
                </a:lnTo>
                <a:lnTo>
                  <a:pt x="998036" y="912358"/>
                </a:lnTo>
                <a:lnTo>
                  <a:pt x="993589" y="904102"/>
                </a:lnTo>
                <a:lnTo>
                  <a:pt x="989142" y="895528"/>
                </a:lnTo>
                <a:lnTo>
                  <a:pt x="985013" y="887271"/>
                </a:lnTo>
                <a:lnTo>
                  <a:pt x="978025" y="872663"/>
                </a:lnTo>
                <a:lnTo>
                  <a:pt x="955790" y="869487"/>
                </a:lnTo>
                <a:lnTo>
                  <a:pt x="956107" y="865359"/>
                </a:lnTo>
                <a:lnTo>
                  <a:pt x="956743" y="861231"/>
                </a:lnTo>
                <a:lnTo>
                  <a:pt x="957696" y="857738"/>
                </a:lnTo>
                <a:lnTo>
                  <a:pt x="958649" y="854562"/>
                </a:lnTo>
                <a:lnTo>
                  <a:pt x="960237" y="852021"/>
                </a:lnTo>
                <a:lnTo>
                  <a:pt x="961507" y="849481"/>
                </a:lnTo>
                <a:lnTo>
                  <a:pt x="965319" y="845035"/>
                </a:lnTo>
                <a:lnTo>
                  <a:pt x="968813" y="840272"/>
                </a:lnTo>
                <a:lnTo>
                  <a:pt x="972307" y="835826"/>
                </a:lnTo>
                <a:lnTo>
                  <a:pt x="973895" y="833603"/>
                </a:lnTo>
                <a:lnTo>
                  <a:pt x="975484" y="830745"/>
                </a:lnTo>
                <a:lnTo>
                  <a:pt x="977072" y="827887"/>
                </a:lnTo>
                <a:lnTo>
                  <a:pt x="978025" y="824393"/>
                </a:lnTo>
                <a:lnTo>
                  <a:pt x="978978" y="821218"/>
                </a:lnTo>
                <a:lnTo>
                  <a:pt x="979613" y="818042"/>
                </a:lnTo>
                <a:lnTo>
                  <a:pt x="980566" y="811373"/>
                </a:lnTo>
                <a:lnTo>
                  <a:pt x="981201" y="804069"/>
                </a:lnTo>
                <a:lnTo>
                  <a:pt x="981837" y="797083"/>
                </a:lnTo>
                <a:lnTo>
                  <a:pt x="982154" y="789779"/>
                </a:lnTo>
                <a:lnTo>
                  <a:pt x="983107" y="783110"/>
                </a:lnTo>
                <a:lnTo>
                  <a:pt x="983742" y="779935"/>
                </a:lnTo>
                <a:lnTo>
                  <a:pt x="984695" y="776759"/>
                </a:lnTo>
                <a:lnTo>
                  <a:pt x="985966" y="773266"/>
                </a:lnTo>
                <a:lnTo>
                  <a:pt x="987236" y="770408"/>
                </a:lnTo>
                <a:lnTo>
                  <a:pt x="988507" y="768502"/>
                </a:lnTo>
                <a:lnTo>
                  <a:pt x="989778" y="766915"/>
                </a:lnTo>
                <a:lnTo>
                  <a:pt x="991366" y="765327"/>
                </a:lnTo>
                <a:lnTo>
                  <a:pt x="992636" y="764056"/>
                </a:lnTo>
                <a:lnTo>
                  <a:pt x="996131" y="761834"/>
                </a:lnTo>
                <a:lnTo>
                  <a:pt x="999942" y="759928"/>
                </a:lnTo>
                <a:lnTo>
                  <a:pt x="1003436" y="758023"/>
                </a:lnTo>
                <a:lnTo>
                  <a:pt x="1006930" y="755800"/>
                </a:lnTo>
                <a:lnTo>
                  <a:pt x="1010107" y="753259"/>
                </a:lnTo>
                <a:lnTo>
                  <a:pt x="1011695" y="751989"/>
                </a:lnTo>
                <a:lnTo>
                  <a:pt x="1012966" y="750401"/>
                </a:lnTo>
                <a:lnTo>
                  <a:pt x="1014871" y="746908"/>
                </a:lnTo>
                <a:lnTo>
                  <a:pt x="1017095" y="743097"/>
                </a:lnTo>
                <a:lnTo>
                  <a:pt x="1019001" y="738651"/>
                </a:lnTo>
                <a:lnTo>
                  <a:pt x="1020589" y="734523"/>
                </a:lnTo>
                <a:lnTo>
                  <a:pt x="1023130" y="725631"/>
                </a:lnTo>
                <a:lnTo>
                  <a:pt x="1024718" y="717057"/>
                </a:lnTo>
                <a:lnTo>
                  <a:pt x="1025989" y="709753"/>
                </a:lnTo>
                <a:lnTo>
                  <a:pt x="1026942" y="701814"/>
                </a:lnTo>
                <a:lnTo>
                  <a:pt x="1027895" y="693875"/>
                </a:lnTo>
                <a:lnTo>
                  <a:pt x="1028213" y="685618"/>
                </a:lnTo>
                <a:lnTo>
                  <a:pt x="1027895" y="677362"/>
                </a:lnTo>
                <a:lnTo>
                  <a:pt x="1027577" y="673233"/>
                </a:lnTo>
                <a:lnTo>
                  <a:pt x="1026942" y="669105"/>
                </a:lnTo>
                <a:lnTo>
                  <a:pt x="1025989" y="665294"/>
                </a:lnTo>
                <a:lnTo>
                  <a:pt x="1025036" y="661484"/>
                </a:lnTo>
                <a:lnTo>
                  <a:pt x="1023766" y="657673"/>
                </a:lnTo>
                <a:lnTo>
                  <a:pt x="1022177" y="654180"/>
                </a:lnTo>
                <a:lnTo>
                  <a:pt x="1019001" y="647511"/>
                </a:lnTo>
                <a:lnTo>
                  <a:pt x="1015824" y="642747"/>
                </a:lnTo>
                <a:lnTo>
                  <a:pt x="1014871" y="640207"/>
                </a:lnTo>
                <a:lnTo>
                  <a:pt x="1013919" y="637349"/>
                </a:lnTo>
                <a:lnTo>
                  <a:pt x="1012966" y="633856"/>
                </a:lnTo>
                <a:lnTo>
                  <a:pt x="1012330" y="629410"/>
                </a:lnTo>
                <a:lnTo>
                  <a:pt x="1012013" y="626234"/>
                </a:lnTo>
                <a:lnTo>
                  <a:pt x="1012013" y="622106"/>
                </a:lnTo>
                <a:lnTo>
                  <a:pt x="1012330" y="612261"/>
                </a:lnTo>
                <a:lnTo>
                  <a:pt x="1012966" y="601147"/>
                </a:lnTo>
                <a:lnTo>
                  <a:pt x="1013919" y="588762"/>
                </a:lnTo>
                <a:lnTo>
                  <a:pt x="1016460" y="566215"/>
                </a:lnTo>
                <a:lnTo>
                  <a:pt x="1017095" y="557323"/>
                </a:lnTo>
                <a:lnTo>
                  <a:pt x="1017413" y="551607"/>
                </a:lnTo>
                <a:lnTo>
                  <a:pt x="1017730" y="534141"/>
                </a:lnTo>
                <a:lnTo>
                  <a:pt x="1017413" y="527472"/>
                </a:lnTo>
                <a:lnTo>
                  <a:pt x="1016777" y="521756"/>
                </a:lnTo>
                <a:lnTo>
                  <a:pt x="1015824" y="516040"/>
                </a:lnTo>
                <a:lnTo>
                  <a:pt x="1014236" y="509371"/>
                </a:lnTo>
                <a:lnTo>
                  <a:pt x="1010424" y="492222"/>
                </a:lnTo>
                <a:lnTo>
                  <a:pt x="1008836" y="488412"/>
                </a:lnTo>
                <a:lnTo>
                  <a:pt x="1006930" y="483966"/>
                </a:lnTo>
                <a:lnTo>
                  <a:pt x="1004707" y="478567"/>
                </a:lnTo>
                <a:lnTo>
                  <a:pt x="1001530" y="473169"/>
                </a:lnTo>
                <a:lnTo>
                  <a:pt x="997401" y="467770"/>
                </a:lnTo>
                <a:lnTo>
                  <a:pt x="995495" y="465547"/>
                </a:lnTo>
                <a:lnTo>
                  <a:pt x="993272" y="463324"/>
                </a:lnTo>
                <a:lnTo>
                  <a:pt x="991048" y="460784"/>
                </a:lnTo>
                <a:lnTo>
                  <a:pt x="988825" y="459196"/>
                </a:lnTo>
                <a:lnTo>
                  <a:pt x="962143" y="454750"/>
                </a:lnTo>
                <a:lnTo>
                  <a:pt x="945943" y="439825"/>
                </a:lnTo>
                <a:lnTo>
                  <a:pt x="939908" y="436331"/>
                </a:lnTo>
                <a:lnTo>
                  <a:pt x="933555" y="433156"/>
                </a:lnTo>
                <a:lnTo>
                  <a:pt x="927202" y="430298"/>
                </a:lnTo>
                <a:lnTo>
                  <a:pt x="921167" y="427757"/>
                </a:lnTo>
                <a:lnTo>
                  <a:pt x="915131" y="425534"/>
                </a:lnTo>
                <a:lnTo>
                  <a:pt x="908778" y="423629"/>
                </a:lnTo>
                <a:lnTo>
                  <a:pt x="902426" y="422041"/>
                </a:lnTo>
                <a:lnTo>
                  <a:pt x="896390" y="421088"/>
                </a:lnTo>
                <a:lnTo>
                  <a:pt x="890038" y="420136"/>
                </a:lnTo>
                <a:lnTo>
                  <a:pt x="884002" y="419501"/>
                </a:lnTo>
                <a:lnTo>
                  <a:pt x="878285" y="419183"/>
                </a:lnTo>
                <a:lnTo>
                  <a:pt x="871932" y="418865"/>
                </a:lnTo>
                <a:close/>
                <a:moveTo>
                  <a:pt x="1477962" y="0"/>
                </a:moveTo>
                <a:lnTo>
                  <a:pt x="1622425" y="0"/>
                </a:lnTo>
                <a:lnTo>
                  <a:pt x="1622425" y="366713"/>
                </a:lnTo>
                <a:lnTo>
                  <a:pt x="1477962" y="366713"/>
                </a:lnTo>
                <a:lnTo>
                  <a:pt x="1477962" y="0"/>
                </a:lnTo>
                <a:close/>
                <a:moveTo>
                  <a:pt x="326855" y="0"/>
                </a:moveTo>
                <a:lnTo>
                  <a:pt x="1403350" y="0"/>
                </a:lnTo>
                <a:lnTo>
                  <a:pt x="1403350" y="1601788"/>
                </a:lnTo>
                <a:lnTo>
                  <a:pt x="326855" y="1601788"/>
                </a:lnTo>
                <a:lnTo>
                  <a:pt x="326855" y="0"/>
                </a:lnTo>
                <a:close/>
                <a:moveTo>
                  <a:pt x="90211" y="0"/>
                </a:moveTo>
                <a:lnTo>
                  <a:pt x="94975" y="0"/>
                </a:lnTo>
                <a:lnTo>
                  <a:pt x="212503" y="0"/>
                </a:lnTo>
                <a:lnTo>
                  <a:pt x="212503" y="1601788"/>
                </a:lnTo>
                <a:lnTo>
                  <a:pt x="94975" y="1601788"/>
                </a:lnTo>
                <a:lnTo>
                  <a:pt x="90211" y="1601788"/>
                </a:lnTo>
                <a:lnTo>
                  <a:pt x="85446" y="1601471"/>
                </a:lnTo>
                <a:lnTo>
                  <a:pt x="80681" y="1600835"/>
                </a:lnTo>
                <a:lnTo>
                  <a:pt x="75917" y="1599883"/>
                </a:lnTo>
                <a:lnTo>
                  <a:pt x="71470" y="1598930"/>
                </a:lnTo>
                <a:lnTo>
                  <a:pt x="67023" y="1597660"/>
                </a:lnTo>
                <a:lnTo>
                  <a:pt x="62258" y="1596072"/>
                </a:lnTo>
                <a:lnTo>
                  <a:pt x="58129" y="1594484"/>
                </a:lnTo>
                <a:lnTo>
                  <a:pt x="53999" y="1592261"/>
                </a:lnTo>
                <a:lnTo>
                  <a:pt x="49870" y="1590356"/>
                </a:lnTo>
                <a:lnTo>
                  <a:pt x="45740" y="1587815"/>
                </a:lnTo>
                <a:lnTo>
                  <a:pt x="41929" y="1585592"/>
                </a:lnTo>
                <a:lnTo>
                  <a:pt x="38117" y="1583052"/>
                </a:lnTo>
                <a:lnTo>
                  <a:pt x="34623" y="1580194"/>
                </a:lnTo>
                <a:lnTo>
                  <a:pt x="31446" y="1577336"/>
                </a:lnTo>
                <a:lnTo>
                  <a:pt x="27635" y="1573843"/>
                </a:lnTo>
                <a:lnTo>
                  <a:pt x="24776" y="1570667"/>
                </a:lnTo>
                <a:lnTo>
                  <a:pt x="21917" y="1567174"/>
                </a:lnTo>
                <a:lnTo>
                  <a:pt x="19058" y="1563681"/>
                </a:lnTo>
                <a:lnTo>
                  <a:pt x="16517" y="1559870"/>
                </a:lnTo>
                <a:lnTo>
                  <a:pt x="13976" y="1556059"/>
                </a:lnTo>
                <a:lnTo>
                  <a:pt x="11435" y="1551931"/>
                </a:lnTo>
                <a:lnTo>
                  <a:pt x="9211" y="1548120"/>
                </a:lnTo>
                <a:lnTo>
                  <a:pt x="7306" y="1543992"/>
                </a:lnTo>
                <a:lnTo>
                  <a:pt x="5717" y="1539228"/>
                </a:lnTo>
                <a:lnTo>
                  <a:pt x="4447" y="1535100"/>
                </a:lnTo>
                <a:lnTo>
                  <a:pt x="3176" y="1530654"/>
                </a:lnTo>
                <a:lnTo>
                  <a:pt x="1906" y="1525891"/>
                </a:lnTo>
                <a:lnTo>
                  <a:pt x="1270" y="1521127"/>
                </a:lnTo>
                <a:lnTo>
                  <a:pt x="635" y="1516364"/>
                </a:lnTo>
                <a:lnTo>
                  <a:pt x="317" y="1511600"/>
                </a:lnTo>
                <a:lnTo>
                  <a:pt x="0" y="1506837"/>
                </a:lnTo>
                <a:lnTo>
                  <a:pt x="0" y="94951"/>
                </a:lnTo>
                <a:lnTo>
                  <a:pt x="317" y="90188"/>
                </a:lnTo>
                <a:lnTo>
                  <a:pt x="635" y="85424"/>
                </a:lnTo>
                <a:lnTo>
                  <a:pt x="1270" y="80661"/>
                </a:lnTo>
                <a:lnTo>
                  <a:pt x="1906" y="75580"/>
                </a:lnTo>
                <a:lnTo>
                  <a:pt x="3176" y="71134"/>
                </a:lnTo>
                <a:lnTo>
                  <a:pt x="4447" y="66688"/>
                </a:lnTo>
                <a:lnTo>
                  <a:pt x="5717" y="62560"/>
                </a:lnTo>
                <a:lnTo>
                  <a:pt x="7306" y="57796"/>
                </a:lnTo>
                <a:lnTo>
                  <a:pt x="9211" y="53668"/>
                </a:lnTo>
                <a:lnTo>
                  <a:pt x="11435" y="49857"/>
                </a:lnTo>
                <a:lnTo>
                  <a:pt x="13976" y="45729"/>
                </a:lnTo>
                <a:lnTo>
                  <a:pt x="16517" y="41601"/>
                </a:lnTo>
                <a:lnTo>
                  <a:pt x="19058" y="38107"/>
                </a:lnTo>
                <a:lnTo>
                  <a:pt x="21917" y="34614"/>
                </a:lnTo>
                <a:lnTo>
                  <a:pt x="24776" y="31121"/>
                </a:lnTo>
                <a:lnTo>
                  <a:pt x="27635" y="27945"/>
                </a:lnTo>
                <a:lnTo>
                  <a:pt x="31446" y="24452"/>
                </a:lnTo>
                <a:lnTo>
                  <a:pt x="34623" y="21594"/>
                </a:lnTo>
                <a:lnTo>
                  <a:pt x="38117" y="18736"/>
                </a:lnTo>
                <a:lnTo>
                  <a:pt x="41929" y="16195"/>
                </a:lnTo>
                <a:lnTo>
                  <a:pt x="45740" y="13655"/>
                </a:lnTo>
                <a:lnTo>
                  <a:pt x="49870" y="11432"/>
                </a:lnTo>
                <a:lnTo>
                  <a:pt x="53999" y="9527"/>
                </a:lnTo>
                <a:lnTo>
                  <a:pt x="58129" y="7304"/>
                </a:lnTo>
                <a:lnTo>
                  <a:pt x="62258" y="5716"/>
                </a:lnTo>
                <a:lnTo>
                  <a:pt x="67023" y="4128"/>
                </a:lnTo>
                <a:lnTo>
                  <a:pt x="71470" y="2858"/>
                </a:lnTo>
                <a:lnTo>
                  <a:pt x="75917" y="1905"/>
                </a:lnTo>
                <a:lnTo>
                  <a:pt x="80681" y="952"/>
                </a:lnTo>
                <a:lnTo>
                  <a:pt x="85446" y="317"/>
                </a:lnTo>
                <a:lnTo>
                  <a:pt x="90211" y="0"/>
                </a:lnTo>
                <a:close/>
              </a:path>
            </a:pathLst>
          </a:custGeom>
          <a:solidFill>
            <a:srgbClr val="3D68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第一PPT，www.1ppt.com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2242</TotalTime>
  <Pages>0</Pages>
  <Words>4617</Words>
  <Characters>0</Characters>
  <Application>Microsoft Office PowerPoint</Application>
  <DocSecurity>0</DocSecurity>
  <PresentationFormat>宽屏</PresentationFormat>
  <Lines>0</Lines>
  <Paragraphs>515</Paragraphs>
  <Slides>60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60</vt:i4>
      </vt:variant>
    </vt:vector>
  </HeadingPairs>
  <TitlesOfParts>
    <vt:vector size="76" baseType="lpstr">
      <vt:lpstr>Broadway</vt:lpstr>
      <vt:lpstr>Franklin Gothic Book</vt:lpstr>
      <vt:lpstr>Open Sans</vt:lpstr>
      <vt:lpstr>PingFangSC</vt:lpstr>
      <vt:lpstr>华文隶书</vt:lpstr>
      <vt:lpstr>宋体</vt:lpstr>
      <vt:lpstr>微软雅黑</vt:lpstr>
      <vt:lpstr>Arial</vt:lpstr>
      <vt:lpstr>Calibri</vt:lpstr>
      <vt:lpstr>Calibri Light</vt:lpstr>
      <vt:lpstr>Microsoft New Tai Lue</vt:lpstr>
      <vt:lpstr>Times New Roman</vt:lpstr>
      <vt:lpstr>Wingdings</vt:lpstr>
      <vt:lpstr>Office 主题</vt:lpstr>
      <vt:lpstr>第一PPT，www.1ppt.com</vt:lpstr>
      <vt:lpstr>Axis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软件设计的质量</vt:lpstr>
      <vt:lpstr>软件设计的质量</vt:lpstr>
      <vt:lpstr>软件设计的重要性</vt:lpstr>
      <vt:lpstr>软件设计与软件编码</vt:lpstr>
      <vt:lpstr>PowerPoint 演示文稿</vt:lpstr>
      <vt:lpstr>软件设计的困难性</vt:lpstr>
      <vt:lpstr>软件设计的困难性</vt:lpstr>
      <vt:lpstr>软件设计的困难性</vt:lpstr>
      <vt:lpstr>软件设计的困难性</vt:lpstr>
      <vt:lpstr>软件设计的困难性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GQM模型</vt:lpstr>
      <vt:lpstr>GQM模型</vt:lpstr>
      <vt:lpstr>GQM实例：软件设计进度度量</vt:lpstr>
      <vt:lpstr>GQM实例：软件设计进度度量</vt:lpstr>
      <vt:lpstr>GQM的缺点</vt:lpstr>
      <vt:lpstr>软件过程V&amp;V</vt:lpstr>
      <vt:lpstr>设计评审</vt:lpstr>
      <vt:lpstr>初步设计评审——对应顶层设计</vt:lpstr>
      <vt:lpstr>详尽设计评审——对应详细设计</vt:lpstr>
      <vt:lpstr>设计成熟度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nie</cp:lastModifiedBy>
  <cp:revision>2136</cp:revision>
  <dcterms:created xsi:type="dcterms:W3CDTF">2014-11-18T07:27:00Z</dcterms:created>
  <dcterms:modified xsi:type="dcterms:W3CDTF">2019-10-22T01:08:25Z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