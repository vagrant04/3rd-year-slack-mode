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Lst>
  <p:notesMasterIdLst>
    <p:notesMasterId r:id="rId48"/>
  </p:notesMasterIdLst>
  <p:sldIdLst>
    <p:sldId id="256" r:id="rId6"/>
    <p:sldId id="339" r:id="rId7"/>
    <p:sldId id="340" r:id="rId8"/>
    <p:sldId id="341" r:id="rId9"/>
    <p:sldId id="342" r:id="rId10"/>
    <p:sldId id="343" r:id="rId11"/>
    <p:sldId id="257" r:id="rId12"/>
    <p:sldId id="278" r:id="rId13"/>
    <p:sldId id="289" r:id="rId14"/>
    <p:sldId id="290" r:id="rId15"/>
    <p:sldId id="292" r:id="rId16"/>
    <p:sldId id="294" r:id="rId17"/>
    <p:sldId id="258" r:id="rId18"/>
    <p:sldId id="259" r:id="rId19"/>
    <p:sldId id="260" r:id="rId20"/>
    <p:sldId id="300" r:id="rId21"/>
    <p:sldId id="301" r:id="rId22"/>
    <p:sldId id="302" r:id="rId23"/>
    <p:sldId id="303" r:id="rId24"/>
    <p:sldId id="304" r:id="rId25"/>
    <p:sldId id="295" r:id="rId26"/>
    <p:sldId id="296" r:id="rId27"/>
    <p:sldId id="297" r:id="rId28"/>
    <p:sldId id="298" r:id="rId29"/>
    <p:sldId id="299" r:id="rId30"/>
    <p:sldId id="261" r:id="rId31"/>
    <p:sldId id="262" r:id="rId32"/>
    <p:sldId id="263" r:id="rId33"/>
    <p:sldId id="264" r:id="rId34"/>
    <p:sldId id="265" r:id="rId35"/>
    <p:sldId id="266" r:id="rId36"/>
    <p:sldId id="267" r:id="rId37"/>
    <p:sldId id="268" r:id="rId38"/>
    <p:sldId id="269" r:id="rId39"/>
    <p:sldId id="270" r:id="rId40"/>
    <p:sldId id="271" r:id="rId41"/>
    <p:sldId id="272" r:id="rId42"/>
    <p:sldId id="273" r:id="rId43"/>
    <p:sldId id="274" r:id="rId44"/>
    <p:sldId id="275" r:id="rId45"/>
    <p:sldId id="276" r:id="rId46"/>
    <p:sldId id="279" r:id="rId47"/>
    <p:sldId id="280" r:id="rId49"/>
    <p:sldId id="281" r:id="rId50"/>
    <p:sldId id="282" r:id="rId51"/>
    <p:sldId id="283" r:id="rId52"/>
    <p:sldId id="284" r:id="rId53"/>
    <p:sldId id="285" r:id="rId54"/>
    <p:sldId id="286" r:id="rId55"/>
    <p:sldId id="287" r:id="rId56"/>
    <p:sldId id="288" r:id="rId57"/>
    <p:sldId id="337" r:id="rId58"/>
    <p:sldId id="277"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46"/>
  </p:normalViewPr>
  <p:slideViewPr>
    <p:cSldViewPr snapToGrid="0" snapToObjects="1">
      <p:cViewPr varScale="1">
        <p:scale>
          <a:sx n="64" d="100"/>
          <a:sy n="64" d="100"/>
        </p:scale>
        <p:origin x="90" y="522"/>
      </p:cViewPr>
      <p:guideLst>
        <p:guide orient="horz" pos="2120"/>
        <p:guide pos="384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2" Type="http://schemas.openxmlformats.org/officeDocument/2006/relationships/tableStyles" Target="tableStyles.xml"/><Relationship Id="rId61" Type="http://schemas.openxmlformats.org/officeDocument/2006/relationships/viewProps" Target="viewProps.xml"/><Relationship Id="rId60" Type="http://schemas.openxmlformats.org/officeDocument/2006/relationships/presProps" Target="presProps.xml"/><Relationship Id="rId6" Type="http://schemas.openxmlformats.org/officeDocument/2006/relationships/slide" Target="slides/slide1.xml"/><Relationship Id="rId59" Type="http://schemas.openxmlformats.org/officeDocument/2006/relationships/slide" Target="slides/slide53.xml"/><Relationship Id="rId58" Type="http://schemas.openxmlformats.org/officeDocument/2006/relationships/slide" Target="slides/slide52.xml"/><Relationship Id="rId57" Type="http://schemas.openxmlformats.org/officeDocument/2006/relationships/slide" Target="slides/slide51.xml"/><Relationship Id="rId56" Type="http://schemas.openxmlformats.org/officeDocument/2006/relationships/slide" Target="slides/slide50.xml"/><Relationship Id="rId55" Type="http://schemas.openxmlformats.org/officeDocument/2006/relationships/slide" Target="slides/slide49.xml"/><Relationship Id="rId54" Type="http://schemas.openxmlformats.org/officeDocument/2006/relationships/slide" Target="slides/slide48.xml"/><Relationship Id="rId53" Type="http://schemas.openxmlformats.org/officeDocument/2006/relationships/slide" Target="slides/slide47.xml"/><Relationship Id="rId52" Type="http://schemas.openxmlformats.org/officeDocument/2006/relationships/slide" Target="slides/slide46.xml"/><Relationship Id="rId51" Type="http://schemas.openxmlformats.org/officeDocument/2006/relationships/slide" Target="slides/slide45.xml"/><Relationship Id="rId50" Type="http://schemas.openxmlformats.org/officeDocument/2006/relationships/slide" Target="slides/slide44.xml"/><Relationship Id="rId5" Type="http://schemas.openxmlformats.org/officeDocument/2006/relationships/slideMaster" Target="slideMasters/slideMaster4.xml"/><Relationship Id="rId49" Type="http://schemas.openxmlformats.org/officeDocument/2006/relationships/slide" Target="slides/slide43.xml"/><Relationship Id="rId48" Type="http://schemas.openxmlformats.org/officeDocument/2006/relationships/notesMaster" Target="notesMasters/notesMaster1.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预测值</c:v>
                </c:pt>
              </c:strCache>
            </c:strRef>
          </c:tx>
          <c:spPr>
            <a:ln w="28575" cap="rnd">
              <a:solidFill>
                <a:schemeClr val="accent1"/>
              </a:solidFill>
              <a:round/>
            </a:ln>
            <a:effectLst/>
          </c:spPr>
          <c:marker>
            <c:symbol val="none"/>
          </c:marker>
          <c:dLbls>
            <c:delete val="1"/>
          </c:dLbls>
          <c:cat>
            <c:strRef>
              <c:f>Sheet1!$A$2:$A$5</c:f>
              <c:strCache>
                <c:ptCount val="4"/>
                <c:pt idx="0">
                  <c:v>t1</c:v>
                </c:pt>
                <c:pt idx="1">
                  <c:v>t2</c:v>
                </c:pt>
                <c:pt idx="2">
                  <c:v>t3</c:v>
                </c:pt>
                <c:pt idx="3">
                  <c:v>t4</c:v>
                </c:pt>
              </c:strCache>
            </c:strRef>
          </c:cat>
          <c:val>
            <c:numRef>
              <c:f>Sheet1!$B$2:$B$5</c:f>
              <c:numCache>
                <c:formatCode>General</c:formatCode>
                <c:ptCount val="4"/>
                <c:pt idx="0">
                  <c:v>1.5</c:v>
                </c:pt>
                <c:pt idx="1">
                  <c:v>3</c:v>
                </c:pt>
                <c:pt idx="2">
                  <c:v>4.5</c:v>
                </c:pt>
                <c:pt idx="3">
                  <c:v>6</c:v>
                </c:pt>
              </c:numCache>
            </c:numRef>
          </c:val>
          <c:smooth val="0"/>
        </c:ser>
        <c:ser>
          <c:idx val="1"/>
          <c:order val="1"/>
          <c:tx>
            <c:strRef>
              <c:f>Sheet1!$C$1</c:f>
              <c:strCache>
                <c:ptCount val="1"/>
                <c:pt idx="0">
                  <c:v>实际值</c:v>
                </c:pt>
              </c:strCache>
            </c:strRef>
          </c:tx>
          <c:spPr>
            <a:ln w="28575" cap="rnd">
              <a:solidFill>
                <a:schemeClr val="accent2"/>
              </a:solidFill>
              <a:round/>
            </a:ln>
            <a:effectLst/>
          </c:spPr>
          <c:marker>
            <c:symbol val="none"/>
          </c:marker>
          <c:dPt>
            <c:idx val="1"/>
            <c:marker>
              <c:symbol val="none"/>
            </c:marker>
            <c:bubble3D val="0"/>
            <c:spPr>
              <a:ln w="28575" cap="rnd">
                <a:solidFill>
                  <a:srgbClr val="00B0F0"/>
                </a:solidFill>
                <a:round/>
              </a:ln>
              <a:effectLst/>
            </c:spPr>
          </c:dPt>
          <c:dPt>
            <c:idx val="2"/>
            <c:marker>
              <c:symbol val="none"/>
            </c:marker>
            <c:bubble3D val="0"/>
            <c:spPr>
              <a:ln w="28575" cap="rnd">
                <a:solidFill>
                  <a:srgbClr val="00B0F0"/>
                </a:solidFill>
                <a:round/>
              </a:ln>
              <a:effectLst/>
            </c:spPr>
          </c:dPt>
          <c:dPt>
            <c:idx val="3"/>
            <c:marker>
              <c:symbol val="none"/>
            </c:marker>
            <c:bubble3D val="0"/>
            <c:spPr>
              <a:ln w="28575" cap="rnd">
                <a:solidFill>
                  <a:srgbClr val="00B0F0"/>
                </a:solidFill>
                <a:round/>
              </a:ln>
              <a:effectLst/>
            </c:spPr>
          </c:dPt>
          <c:dLbls>
            <c:delete val="1"/>
          </c:dLbls>
          <c:cat>
            <c:strRef>
              <c:f>Sheet1!$A$2:$A$5</c:f>
              <c:strCache>
                <c:ptCount val="4"/>
                <c:pt idx="0">
                  <c:v>t1</c:v>
                </c:pt>
                <c:pt idx="1">
                  <c:v>t2</c:v>
                </c:pt>
                <c:pt idx="2">
                  <c:v>t3</c:v>
                </c:pt>
                <c:pt idx="3">
                  <c:v>t4</c:v>
                </c:pt>
              </c:strCache>
            </c:strRef>
          </c:cat>
          <c:val>
            <c:numRef>
              <c:f>Sheet1!$C$2:$C$5</c:f>
              <c:numCache>
                <c:formatCode>General</c:formatCode>
                <c:ptCount val="4"/>
                <c:pt idx="0">
                  <c:v>2.4</c:v>
                </c:pt>
                <c:pt idx="1">
                  <c:v>4.4</c:v>
                </c:pt>
                <c:pt idx="2">
                  <c:v>1.8</c:v>
                </c:pt>
                <c:pt idx="3">
                  <c:v>2.8</c:v>
                </c:pt>
              </c:numCache>
            </c:numRef>
          </c:val>
          <c:smooth val="0"/>
        </c:ser>
        <c:dLbls>
          <c:showLegendKey val="0"/>
          <c:showVal val="0"/>
          <c:showCatName val="0"/>
          <c:showSerName val="0"/>
          <c:showPercent val="0"/>
          <c:showBubbleSize val="0"/>
        </c:dLbls>
        <c:marker val="0"/>
        <c:smooth val="0"/>
        <c:axId val="1546504688"/>
        <c:axId val="1546506368"/>
      </c:lineChart>
      <c:catAx>
        <c:axId val="15465046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solidFill>
                <a:latin typeface="+mn-lt"/>
                <a:ea typeface="+mn-ea"/>
                <a:cs typeface="+mn-cs"/>
              </a:defRPr>
            </a:pPr>
          </a:p>
        </c:txPr>
        <c:crossAx val="1546506368"/>
        <c:crosses val="autoZero"/>
        <c:auto val="1"/>
        <c:lblAlgn val="ctr"/>
        <c:lblOffset val="100"/>
        <c:noMultiLvlLbl val="0"/>
      </c:catAx>
      <c:valAx>
        <c:axId val="15465063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solidFill>
                <a:latin typeface="+mn-lt"/>
                <a:ea typeface="+mn-ea"/>
                <a:cs typeface="+mn-cs"/>
              </a:defRPr>
            </a:pPr>
          </a:p>
        </c:txPr>
        <c:crossAx val="1546504688"/>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zh-CN" sz="1195" b="0" i="0" u="none" strike="noStrike" kern="1200" baseline="0">
              <a:solidFill>
                <a:schemeClr val="tx1"/>
              </a:solidFill>
              <a:latin typeface="+mn-lt"/>
              <a:ea typeface="+mn-ea"/>
              <a:cs typeface="+mn-cs"/>
            </a:defRPr>
          </a:pPr>
        </a:p>
      </c:txPr>
    </c:legend>
    <c:plotVisOnly val="1"/>
    <c:dispBlanksAs val="gap"/>
    <c:showDLblsOverMax val="0"/>
  </c:chart>
  <c:spPr>
    <a:noFill/>
    <a:ln>
      <a:noFill/>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cs:fontRef>
    <cs:defRPr sz="1330" kern="1200"/>
  </cs:axisTitle>
  <cs:categoryAxis>
    <cs:lnRef idx="0"/>
    <cs:fillRef idx="0"/>
    <cs:effectRef idx="0"/>
    <cs:fontRef idx="minor">
      <a:schemeClr val="tx1"/>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cs:fontRef>
    <cs:defRPr sz="1195" kern="1200"/>
  </cs:dataLabel>
  <cs:dataLabelCallout>
    <cs:lnRef idx="0"/>
    <cs:fillRef idx="0"/>
    <cs:effectRef idx="0"/>
    <cs:fontRef idx="minor">
      <a:schemeClr val="dk1"/>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cs:fontRef>
    <cs:defRPr sz="1195"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FE8BD7-7721-44F7-A650-9295A6B8828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835A52-861F-48CE-AE62-343006F63A44}"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xml.rels><?xml version="1.0" encoding="UTF-8" standalone="yes"?>
<Relationships xmlns="http://schemas.openxmlformats.org/package/2006/relationships"><Relationship Id="rId4" Type="http://schemas.openxmlformats.org/officeDocument/2006/relationships/hyperlink" Target="https://baike.baidu.com/item/%E4%B8%8D%E5%90%88%E6%A0%BC%E5%93%81" TargetMode="External"/><Relationship Id="rId3" Type="http://schemas.openxmlformats.org/officeDocument/2006/relationships/hyperlink" Target="https://baike.baidu.com/item/%E6%8E%92%E9%99%A4/10717699" TargetMode="External"/><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171450" indent="-171450">
              <a:buFont typeface="Arial" panose="020B0604020202020204" pitchFamily="34" charset="0"/>
              <a:buChar char="•"/>
            </a:pPr>
            <a:r>
              <a:rPr lang="en-US" altLang="zh-CN" dirty="0" smtClean="0"/>
              <a:t>Yielding</a:t>
            </a:r>
            <a:r>
              <a:rPr lang="en-US" altLang="zh-CN" baseline="0" dirty="0" smtClean="0"/>
              <a:t> the same: </a:t>
            </a:r>
            <a:endParaRPr lang="en-US" altLang="zh-CN" dirty="0" smtClean="0"/>
          </a:p>
          <a:p>
            <a:pPr marL="171450" indent="-171450">
              <a:buFont typeface="Arial" panose="020B0604020202020204" pitchFamily="34" charset="0"/>
              <a:buChar char="•"/>
            </a:pPr>
            <a:r>
              <a:rPr lang="zh-CN" altLang="en-US" dirty="0" smtClean="0"/>
              <a:t>据统计</a:t>
            </a:r>
            <a:r>
              <a:rPr lang="en-US" altLang="zh-CN" dirty="0" smtClean="0"/>
              <a:t>2014</a:t>
            </a:r>
            <a:r>
              <a:rPr lang="zh-CN" altLang="en-US" dirty="0" smtClean="0"/>
              <a:t>年全世界有</a:t>
            </a:r>
            <a:r>
              <a:rPr lang="en-US" altLang="zh-CN" dirty="0" smtClean="0"/>
              <a:t>60</a:t>
            </a:r>
            <a:r>
              <a:rPr lang="zh-CN" altLang="en-US" dirty="0" smtClean="0"/>
              <a:t>万植入了心脏起搏器的病人，如果监控软件的可靠性只有</a:t>
            </a:r>
            <a:r>
              <a:rPr lang="en-US" altLang="zh-CN" dirty="0" smtClean="0"/>
              <a:t>45%</a:t>
            </a:r>
            <a:r>
              <a:rPr lang="zh-CN" altLang="en-US" dirty="0" smtClean="0"/>
              <a:t>的话，意味着病人的存活率只有</a:t>
            </a:r>
            <a:r>
              <a:rPr lang="en-US" altLang="zh-CN" dirty="0" smtClean="0"/>
              <a:t>45%</a:t>
            </a:r>
            <a:r>
              <a:rPr lang="zh-CN" altLang="en-US" dirty="0" smtClean="0"/>
              <a:t>，因为软件一旦出错医生将不能及时收到讯息，所以可以看出软件可靠性非常重要</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6473F681-7291-41D2-A146-1FB28A7F620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171450" indent="-171450">
              <a:buFont typeface="Arial" panose="020B0604020202020204" pitchFamily="34" charset="0"/>
              <a:buChar char="•"/>
            </a:pPr>
            <a:r>
              <a:rPr lang="zh-CN" altLang="en-US" dirty="0" smtClean="0"/>
              <a:t>软件可靠性严重影响整个系统的可靠性</a:t>
            </a:r>
            <a:endParaRPr lang="en-US" altLang="zh-CN" dirty="0" smtClean="0"/>
          </a:p>
          <a:p>
            <a:pPr marL="171450" indent="-171450">
              <a:buFont typeface="Arial" panose="020B0604020202020204" pitchFamily="34" charset="0"/>
              <a:buChar char="•"/>
            </a:pPr>
            <a:r>
              <a:rPr lang="zh-CN" altLang="en-US" sz="1200" b="0" i="0" kern="1200" dirty="0" smtClean="0">
                <a:solidFill>
                  <a:schemeClr val="tx1"/>
                </a:solidFill>
                <a:effectLst/>
                <a:latin typeface="+mn-lt"/>
                <a:ea typeface="+mn-ea"/>
                <a:cs typeface="+mn-cs"/>
              </a:rPr>
              <a:t>电子产品的寿命一般都符合浴盆曲线，可分为三个阶段：</a:t>
            </a:r>
            <a:endParaRPr lang="zh-CN" altLang="en-US" sz="1200" b="0" i="0" kern="1200" dirty="0" smtClean="0">
              <a:solidFill>
                <a:schemeClr val="tx1"/>
              </a:solidFill>
              <a:effectLst/>
              <a:latin typeface="+mn-lt"/>
              <a:ea typeface="+mn-ea"/>
              <a:cs typeface="+mn-cs"/>
            </a:endParaRPr>
          </a:p>
          <a:p>
            <a:pPr marL="628650" lvl="1" indent="-171450">
              <a:buFont typeface="Arial" panose="020B0604020202020204" pitchFamily="34" charset="0"/>
              <a:buChar char="•"/>
            </a:pPr>
            <a:r>
              <a:rPr lang="zh-CN" altLang="en-US" sz="1200" b="0" i="0" kern="1200" dirty="0" smtClean="0">
                <a:solidFill>
                  <a:schemeClr val="tx1"/>
                </a:solidFill>
                <a:effectLst/>
                <a:latin typeface="+mn-lt"/>
                <a:ea typeface="+mn-ea"/>
                <a:cs typeface="+mn-cs"/>
              </a:rPr>
              <a:t>早夭期：由于设计，原材料，生产等可能出现的原因而导致一个较高失效率的阶段，也称失效率递减阶段，可通过环境应力筛选加以剔除，保证产品的可靠性。</a:t>
            </a:r>
            <a:endParaRPr lang="en-US" altLang="zh-CN" sz="1200" b="0" i="0" kern="1200" dirty="0" smtClean="0">
              <a:solidFill>
                <a:schemeClr val="tx1"/>
              </a:solidFill>
              <a:effectLst/>
              <a:latin typeface="+mn-lt"/>
              <a:ea typeface="+mn-ea"/>
              <a:cs typeface="+mn-cs"/>
            </a:endParaRPr>
          </a:p>
          <a:p>
            <a:pPr marL="1085850" lvl="2" indent="-171450">
              <a:buFont typeface="Arial" panose="020B0604020202020204" pitchFamily="34" charset="0"/>
              <a:buChar char="•"/>
            </a:pPr>
            <a:r>
              <a:rPr lang="zh-CN" altLang="en-US" sz="1200" b="0" i="0" kern="1200" dirty="0" smtClean="0">
                <a:solidFill>
                  <a:schemeClr val="tx1"/>
                </a:solidFill>
                <a:effectLst/>
                <a:latin typeface="+mn-lt"/>
                <a:ea typeface="+mn-ea"/>
                <a:cs typeface="+mn-cs"/>
              </a:rPr>
              <a:t>试运转：以便及早发现、修正和</a:t>
            </a:r>
            <a:r>
              <a:rPr lang="zh-CN" altLang="en-US" sz="1200" b="0" i="0" kern="1200" dirty="0" smtClean="0">
                <a:solidFill>
                  <a:schemeClr val="tx1"/>
                </a:solidFill>
                <a:effectLst/>
                <a:latin typeface="+mn-lt"/>
                <a:ea typeface="+mn-ea"/>
                <a:cs typeface="+mn-cs"/>
                <a:hlinkClick r:id="rId3"/>
              </a:rPr>
              <a:t>排除</a:t>
            </a:r>
            <a:r>
              <a:rPr lang="zh-CN" altLang="en-US" sz="1200" b="0" i="0" kern="1200" dirty="0" smtClean="0">
                <a:solidFill>
                  <a:schemeClr val="tx1"/>
                </a:solidFill>
                <a:effectLst/>
                <a:latin typeface="+mn-lt"/>
                <a:ea typeface="+mn-ea"/>
                <a:cs typeface="+mn-cs"/>
              </a:rPr>
              <a:t>故障；或通过试验进行筛选，剔除</a:t>
            </a:r>
            <a:r>
              <a:rPr lang="zh-CN" altLang="en-US" sz="1200" b="0" i="0" kern="1200" dirty="0" smtClean="0">
                <a:solidFill>
                  <a:schemeClr val="tx1"/>
                </a:solidFill>
                <a:effectLst/>
                <a:latin typeface="+mn-lt"/>
                <a:ea typeface="+mn-ea"/>
                <a:cs typeface="+mn-cs"/>
                <a:hlinkClick r:id="rId4"/>
              </a:rPr>
              <a:t>不合格品</a:t>
            </a:r>
            <a:endParaRPr lang="zh-CN" altLang="en-US" sz="1200" b="0" i="0" kern="1200" dirty="0" smtClean="0">
              <a:solidFill>
                <a:schemeClr val="tx1"/>
              </a:solidFill>
              <a:effectLst/>
              <a:latin typeface="+mn-lt"/>
              <a:ea typeface="+mn-ea"/>
              <a:cs typeface="+mn-cs"/>
            </a:endParaRPr>
          </a:p>
          <a:p>
            <a:pPr marL="628650" lvl="1" indent="-171450">
              <a:buFont typeface="Arial" panose="020B0604020202020204" pitchFamily="34" charset="0"/>
              <a:buChar char="•"/>
            </a:pPr>
            <a:r>
              <a:rPr lang="zh-CN" altLang="en-US" sz="1200" b="0" i="0" kern="1200" dirty="0" smtClean="0">
                <a:solidFill>
                  <a:schemeClr val="tx1"/>
                </a:solidFill>
                <a:effectLst/>
                <a:latin typeface="+mn-lt"/>
                <a:ea typeface="+mn-ea"/>
                <a:cs typeface="+mn-cs"/>
              </a:rPr>
              <a:t>稳定期：这一阶段产品失效率近似一个常数，只有随机失效产生</a:t>
            </a:r>
            <a:endParaRPr lang="en-US" altLang="zh-CN" sz="1200" b="0" i="0" kern="1200" dirty="0" smtClean="0">
              <a:solidFill>
                <a:schemeClr val="tx1"/>
              </a:solidFill>
              <a:effectLst/>
              <a:latin typeface="+mn-lt"/>
              <a:ea typeface="+mn-ea"/>
              <a:cs typeface="+mn-cs"/>
            </a:endParaRPr>
          </a:p>
          <a:p>
            <a:pPr marL="628650" lvl="1" indent="-171450">
              <a:buFont typeface="Arial" panose="020B0604020202020204" pitchFamily="34" charset="0"/>
              <a:buChar char="•"/>
            </a:pPr>
            <a:r>
              <a:rPr lang="zh-CN" altLang="en-US" sz="1200" b="0" i="0" kern="1200" dirty="0" smtClean="0">
                <a:solidFill>
                  <a:schemeClr val="tx1"/>
                </a:solidFill>
                <a:effectLst/>
                <a:latin typeface="+mn-lt"/>
                <a:ea typeface="+mn-ea"/>
                <a:cs typeface="+mn-cs"/>
              </a:rPr>
              <a:t>耗损期：硬件故障期，产品这时已达到设计寿命，进入报废阶段。</a:t>
            </a:r>
            <a:endParaRPr lang="zh-CN" altLang="en-US" sz="1200" b="0" i="0" kern="1200" dirty="0" smtClean="0">
              <a:solidFill>
                <a:schemeClr val="tx1"/>
              </a:solidFill>
              <a:effectLst/>
              <a:latin typeface="+mn-lt"/>
              <a:ea typeface="+mn-ea"/>
              <a:cs typeface="+mn-cs"/>
            </a:endParaRPr>
          </a:p>
          <a:p>
            <a:pPr marL="171450" indent="-171450">
              <a:buFont typeface="Arial" panose="020B0604020202020204" pitchFamily="34" charset="0"/>
              <a:buChar char="•"/>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6473F681-7291-41D2-A146-1FB28A7F620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171450" indent="-171450">
              <a:buFont typeface="Arial" panose="020B0604020202020204" pitchFamily="34" charset="0"/>
              <a:buChar char="•"/>
            </a:pPr>
            <a:r>
              <a:rPr lang="zh-CN" altLang="en-US" sz="1600" dirty="0" smtClean="0"/>
              <a:t>稳定期：发现错误、修改提升</a:t>
            </a:r>
            <a:endParaRPr lang="en-US" altLang="zh-CN" sz="1600" dirty="0" smtClean="0"/>
          </a:p>
          <a:p>
            <a:pPr marL="171450" indent="-171450">
              <a:buFont typeface="Arial" panose="020B0604020202020204" pitchFamily="34" charset="0"/>
              <a:buChar char="•"/>
            </a:pPr>
            <a:r>
              <a:rPr lang="zh-CN" altLang="en-US" dirty="0" smtClean="0"/>
              <a:t>过时阶段：失去改进提升的动力，失败率不再起伏</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6473F681-7291-41D2-A146-1FB28A7F620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6473F681-7291-41D2-A146-1FB28A7F620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smtClean="0"/>
              <a:t>人们提出了很多模型去理解软件出错的性质，没有一个模型是通用的</a:t>
            </a:r>
            <a:endParaRPr lang="en-US" altLang="zh-CN" dirty="0" smtClean="0"/>
          </a:p>
          <a:p>
            <a:pPr marL="171450" indent="-171450">
              <a:buFont typeface="Arial" panose="020B0604020202020204" pitchFamily="34" charset="0"/>
              <a:buChar char="•"/>
            </a:pPr>
            <a:r>
              <a:rPr lang="en-US" altLang="zh-CN" dirty="0" smtClean="0"/>
              <a:t>TBF</a:t>
            </a:r>
            <a:r>
              <a:rPr lang="zh-CN" altLang="en-US" dirty="0" smtClean="0"/>
              <a:t>：假设错误间隔时间是一个随机变量</a:t>
            </a:r>
            <a:endParaRPr lang="en-US" altLang="zh-CN" dirty="0" smtClean="0"/>
          </a:p>
          <a:p>
            <a:pPr marL="171450" indent="-171450">
              <a:buFont typeface="Arial" panose="020B0604020202020204" pitchFamily="34" charset="0"/>
              <a:buChar char="•"/>
            </a:pPr>
            <a:r>
              <a:rPr lang="en-US" altLang="zh-CN" dirty="0" smtClean="0"/>
              <a:t>FCM</a:t>
            </a:r>
            <a:r>
              <a:rPr lang="zh-CN" altLang="en-US" dirty="0" smtClean="0"/>
              <a:t>：假设错误数是一个随机变量，通过统计上的分布建模</a:t>
            </a:r>
            <a:endParaRPr lang="en-US" altLang="zh-CN" dirty="0" smtClean="0"/>
          </a:p>
          <a:p>
            <a:pPr marL="171450" indent="-171450">
              <a:buFont typeface="Arial" panose="020B0604020202020204" pitchFamily="34" charset="0"/>
              <a:buChar char="•"/>
            </a:pPr>
            <a:r>
              <a:rPr lang="zh-CN" altLang="en-US" dirty="0" smtClean="0"/>
              <a:t>错误播种：人工插入</a:t>
            </a:r>
            <a:r>
              <a:rPr lang="en-US" altLang="zh-CN" dirty="0" smtClean="0"/>
              <a:t>bug</a:t>
            </a:r>
            <a:r>
              <a:rPr lang="zh-CN" altLang="en-US" dirty="0" smtClean="0"/>
              <a:t>，估计真实</a:t>
            </a:r>
            <a:r>
              <a:rPr lang="en-US" altLang="zh-CN" dirty="0" smtClean="0"/>
              <a:t>bug</a:t>
            </a:r>
            <a:r>
              <a:rPr lang="zh-CN" altLang="en-US" dirty="0" smtClean="0"/>
              <a:t>数</a:t>
            </a:r>
            <a:endParaRPr lang="en-US" altLang="zh-CN" dirty="0" smtClean="0"/>
          </a:p>
          <a:p>
            <a:pPr marL="171450" indent="-171450">
              <a:buFont typeface="Arial" panose="020B0604020202020204" pitchFamily="34" charset="0"/>
              <a:buChar char="•"/>
            </a:pPr>
            <a:r>
              <a:rPr lang="zh-CN" altLang="en-US" dirty="0" smtClean="0"/>
              <a:t>输入域划分，来进行一些估计</a:t>
            </a:r>
            <a:endParaRPr lang="en-US" altLang="zh-CN" dirty="0" smtClean="0"/>
          </a:p>
          <a:p>
            <a:r>
              <a:rPr lang="zh-CN" altLang="en-US" dirty="0" smtClean="0"/>
              <a:t>仍难解决</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6473F681-7291-41D2-A146-1FB28A7F620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0" i="0" kern="1200" dirty="0" smtClean="0">
                <a:solidFill>
                  <a:schemeClr val="tx1"/>
                </a:solidFill>
                <a:effectLst/>
                <a:latin typeface="+mn-lt"/>
                <a:ea typeface="+mn-ea"/>
                <a:cs typeface="+mn-cs"/>
              </a:rPr>
              <a:t>软件可靠性不能直接测量，因此，考虑其他相关因素以估计软件可靠性。软件可靠性测量的当前分为四类</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6473F681-7291-41D2-A146-1FB28A7F620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smtClean="0"/>
              <a:t>度量错误和失败的发生频率</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6473F681-7291-41D2-A146-1FB28A7F620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6473F681-7291-41D2-A146-1FB28A7F620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6473F681-7291-41D2-A146-1FB28A7F620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6473F681-7291-41D2-A146-1FB28A7F620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5" Type="http://schemas.microsoft.com/office/2007/relationships/hdphoto" Target="../media/image4.wdp"/><Relationship Id="rId4" Type="http://schemas.openxmlformats.org/officeDocument/2006/relationships/image" Target="../media/image3.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5" Type="http://schemas.microsoft.com/office/2007/relationships/hdphoto" Target="../media/image4.wdp"/><Relationship Id="rId4" Type="http://schemas.openxmlformats.org/officeDocument/2006/relationships/image" Target="../media/image3.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5" Type="http://schemas.microsoft.com/office/2007/relationships/hdphoto" Target="../media/image4.wdp"/><Relationship Id="rId4" Type="http://schemas.openxmlformats.org/officeDocument/2006/relationships/image" Target="../media/image5.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5" Type="http://schemas.microsoft.com/office/2007/relationships/hdphoto" Target="../media/image4.wdp"/><Relationship Id="rId4" Type="http://schemas.openxmlformats.org/officeDocument/2006/relationships/image" Target="../media/image5.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7" Type="http://schemas.openxmlformats.org/officeDocument/2006/relationships/tags" Target="../tags/tag11.xml"/><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
第二级
第三级
第四级
第五级</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
第二级
第三级
第四级
第五级</a:t>
            </a:r>
            <a:endParaRPr lang="en-US"/>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smtClean="0"/>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smtClean="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zh-CN" altLang="en-US"/>
              <a:t>编辑母版文本样式
第二级
第三级
第四级
第五级</a:t>
            </a:r>
            <a:endParaRPr lang="en-US" dirty="0"/>
          </a:p>
        </p:txBody>
      </p:sp>
      <p:sp>
        <p:nvSpPr>
          <p:cNvPr id="4" name="Content Placeholder 3"/>
          <p:cNvSpPr>
            <a:spLocks noGrp="1"/>
          </p:cNvSpPr>
          <p:nvPr>
            <p:ph sz="half" idx="2" hasCustomPrompt="1"/>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zh-CN" altLang="en-US"/>
              <a:t>编辑母版文本样式
第二级
第三级
第四级
第五级</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
第二级
第三级
第四级
第五级</a:t>
            </a:r>
            <a:endParaRPr lang="en-US"/>
          </a:p>
        </p:txBody>
      </p:sp>
      <p:sp>
        <p:nvSpPr>
          <p:cNvPr id="4" name="Content Placeholder 3"/>
          <p:cNvSpPr>
            <a:spLocks noGrp="1"/>
          </p:cNvSpPr>
          <p:nvPr>
            <p:ph sz="half" idx="2" hasCustomPrompt="1"/>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a:t>编辑母版文本样式
第二级
第三级
第四级
第五级</a:t>
            </a:r>
            <a:endParaRPr lang="en-US" dirty="0"/>
          </a:p>
        </p:txBody>
      </p:sp>
      <p:sp>
        <p:nvSpPr>
          <p:cNvPr id="5" name="Text Placeholder 4"/>
          <p:cNvSpPr>
            <a:spLocks noGrp="1"/>
          </p:cNvSpPr>
          <p:nvPr>
            <p:ph type="body" sz="quarter" idx="3" hasCustomPrompt="1"/>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
第二级
第三级
第四级
第五级</a:t>
            </a:r>
            <a:endParaRPr lang="en-US"/>
          </a:p>
        </p:txBody>
      </p:sp>
      <p:sp>
        <p:nvSpPr>
          <p:cNvPr id="6" name="Content Placeholder 5"/>
          <p:cNvSpPr>
            <a:spLocks noGrp="1"/>
          </p:cNvSpPr>
          <p:nvPr>
            <p:ph sz="quarter" idx="4" hasCustomPrompt="1"/>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a:t>编辑母版文本样式
第二级
第三级
第四级
第五级</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smtClean="0"/>
            </a:fld>
            <a:endParaRPr lang="en-US"/>
          </a:p>
        </p:txBody>
      </p:sp>
      <p:sp>
        <p:nvSpPr>
          <p:cNvPr id="10" name="Title 9"/>
          <p:cNvSpPr>
            <a:spLocks noGrp="1"/>
          </p:cNvSpPr>
          <p:nvPr>
            <p:ph type="title"/>
          </p:nvPr>
        </p:nvSpPr>
        <p:spPr/>
        <p:txBody>
          <a:bodyPr/>
          <a:lstStyle/>
          <a:p>
            <a:r>
              <a:rPr lang="zh-CN" altLang="en-US"/>
              <a:t>单击此处编辑母版标题样式</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677919A6-33EB-49BD-A62F-1FA56B9F9712}"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smtClean="0"/>
            </a:fld>
            <a:endParaRPr lang="en-US"/>
          </a:p>
        </p:txBody>
      </p:sp>
      <p:sp>
        <p:nvSpPr>
          <p:cNvPr id="6" name="Title 5"/>
          <p:cNvSpPr>
            <a:spLocks noGrp="1"/>
          </p:cNvSpPr>
          <p:nvPr>
            <p:ph type="title"/>
          </p:nvPr>
        </p:nvSpPr>
        <p:spPr/>
        <p:txBody>
          <a:bodyPr/>
          <a:lstStyle/>
          <a:p>
            <a:r>
              <a:rPr lang="zh-CN" altLang="en-US"/>
              <a:t>单击此处编辑母版标题样式</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zh-CN" altLang="en-US"/>
              <a:t>编辑母版文本样式
第二级
第三级
第四级
第五级</a:t>
            </a:r>
            <a:endParaRPr lang="en-US" dirty="0"/>
          </a:p>
        </p:txBody>
      </p:sp>
      <p:sp>
        <p:nvSpPr>
          <p:cNvPr id="4" name="Text Placeholder 3"/>
          <p:cNvSpPr>
            <a:spLocks noGrp="1"/>
          </p:cNvSpPr>
          <p:nvPr>
            <p:ph type="body" sz="half" idx="2" hasCustomPrompt="1"/>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
第二级
第三级
第四级
第五级</a:t>
            </a:r>
            <a:endParaRPr lang="en-US"/>
          </a:p>
        </p:txBody>
      </p:sp>
      <p:sp>
        <p:nvSpPr>
          <p:cNvPr id="5" name="Date Placeholder 4"/>
          <p:cNvSpPr>
            <a:spLocks noGrp="1"/>
          </p:cNvSpPr>
          <p:nvPr>
            <p:ph type="dt" sz="half" idx="10"/>
          </p:nvPr>
        </p:nvSpPr>
        <p:spPr/>
        <p:txBody>
          <a:bodyPr/>
          <a:lstStyle/>
          <a:p>
            <a:fld id="{DA16AA21-1863-4931-97CB-99D0A168701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brightnessContrast bright="-40000" contrast="20000"/>
                        </a14:imgEffect>
                        <a14:imgEffect>
                          <a14:saturation sat="95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zh-CN" altLang="en-US"/>
              <a:t>单击此处编辑母版标题样式</a:t>
            </a:r>
            <a:endParaRPr lang="en-US" dirty="0"/>
          </a:p>
        </p:txBody>
      </p:sp>
      <p:sp>
        <p:nvSpPr>
          <p:cNvPr id="3" name="Picture Placeholder 2"/>
          <p:cNvSpPr>
            <a:spLocks noGrp="1"/>
          </p:cNvSpPr>
          <p:nvPr>
            <p:ph type="pic" idx="1"/>
          </p:nvPr>
        </p:nvSpPr>
        <p:spPr>
          <a:xfrm>
            <a:off x="0" y="0"/>
            <a:ext cx="8303740"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
第二级
第三级
第四级
第五级</a:t>
            </a:r>
            <a:endParaRPr lang="en-US"/>
          </a:p>
        </p:txBody>
      </p:sp>
      <p:sp>
        <p:nvSpPr>
          <p:cNvPr id="5" name="Date Placeholder 4"/>
          <p:cNvSpPr>
            <a:spLocks noGrp="1"/>
          </p:cNvSpPr>
          <p:nvPr>
            <p:ph type="dt" sz="half" idx="10"/>
          </p:nvPr>
        </p:nvSpPr>
        <p:spPr/>
        <p:txBody>
          <a:bodyPr/>
          <a:lstStyle/>
          <a:p>
            <a:fld id="{3772C379-9A7C-4C87-A116-CBE9F58B04C5}" type="datetimeFigureOut">
              <a:rPr lang="en-US" smtClean="0"/>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brightnessContrast bright="-40000" contrast="20000"/>
                        </a14:imgEffect>
                        <a14:imgEffect>
                          <a14:saturation sat="95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
第二级
第三级
第四级
第五级</a:t>
            </a:r>
            <a:endParaRPr lang="en-US"/>
          </a:p>
        </p:txBody>
      </p:sp>
      <p:sp>
        <p:nvSpPr>
          <p:cNvPr id="4" name="Date Placeholder 3"/>
          <p:cNvSpPr>
            <a:spLocks noGrp="1"/>
          </p:cNvSpPr>
          <p:nvPr>
            <p:ph type="dt" sz="half" idx="10"/>
          </p:nvPr>
        </p:nvSpPr>
        <p:spPr/>
        <p:txBody>
          <a:bodyPr/>
          <a:lstStyle/>
          <a:p>
            <a:fld id="{87157CC2-0FC8-4686-B024-99790E0F516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1066800" y="533400"/>
            <a:ext cx="7505700" cy="5638800"/>
          </a:xfrm>
        </p:spPr>
        <p:txBody>
          <a:bodyPr vert="eaVert"/>
          <a:lstStyle/>
          <a:p>
            <a:pPr lvl="0"/>
            <a:r>
              <a:rPr lang="zh-CN" altLang="en-US"/>
              <a:t>编辑母版文本样式
第二级
第三级
第四级
第五级</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4" name="Oval 6"/>
          <p:cNvSpPr>
            <a:spLocks noChangeArrowheads="1"/>
          </p:cNvSpPr>
          <p:nvPr/>
        </p:nvSpPr>
        <p:spPr bwMode="auto">
          <a:xfrm>
            <a:off x="304800" y="1635125"/>
            <a:ext cx="3352800" cy="2514600"/>
          </a:xfrm>
          <a:prstGeom prst="ellipse">
            <a:avLst/>
          </a:prstGeom>
          <a:noFill/>
          <a:ln w="12700">
            <a:solidFill>
              <a:schemeClr val="accent1"/>
            </a:solidFill>
            <a:round/>
          </a:ln>
        </p:spPr>
        <p:txBody>
          <a:bodyPr wrap="none" anchor="ctr"/>
          <a:lstStyle/>
          <a:p>
            <a:endParaRPr lang="zh-CN" altLang="en-US" sz="1800">
              <a:latin typeface="Arial" panose="020B0604020202020204" pitchFamily="34" charset="0"/>
            </a:endParaRPr>
          </a:p>
        </p:txBody>
      </p:sp>
      <p:sp>
        <p:nvSpPr>
          <p:cNvPr id="5" name="Rectangle 7"/>
          <p:cNvSpPr>
            <a:spLocks noChangeArrowheads="1"/>
          </p:cNvSpPr>
          <p:nvPr/>
        </p:nvSpPr>
        <p:spPr bwMode="hidden">
          <a:xfrm>
            <a:off x="0" y="2397125"/>
            <a:ext cx="6299200" cy="1143000"/>
          </a:xfrm>
          <a:prstGeom prst="rect">
            <a:avLst/>
          </a:prstGeom>
          <a:solidFill>
            <a:schemeClr val="accent2"/>
          </a:solidFill>
          <a:ln>
            <a:noFill/>
          </a:ln>
        </p:spPr>
        <p:txBody>
          <a:bodyPr wrap="none" anchor="ctr"/>
          <a:lstStyle/>
          <a:p>
            <a:endParaRPr lang="zh-CN" altLang="en-US" sz="2400"/>
          </a:p>
        </p:txBody>
      </p:sp>
      <p:sp>
        <p:nvSpPr>
          <p:cNvPr id="6" name="Rectangle 8"/>
          <p:cNvSpPr>
            <a:spLocks noChangeArrowheads="1"/>
          </p:cNvSpPr>
          <p:nvPr/>
        </p:nvSpPr>
        <p:spPr bwMode="hidden">
          <a:xfrm>
            <a:off x="5283200" y="2397125"/>
            <a:ext cx="6299200" cy="1143000"/>
          </a:xfrm>
          <a:prstGeom prst="rect">
            <a:avLst/>
          </a:prstGeom>
          <a:gradFill rotWithShape="0">
            <a:gsLst>
              <a:gs pos="0">
                <a:schemeClr val="accent2"/>
              </a:gs>
              <a:gs pos="100000">
                <a:schemeClr val="bg1"/>
              </a:gs>
            </a:gsLst>
            <a:lin ang="0" scaled="1"/>
          </a:gradFill>
          <a:ln>
            <a:noFill/>
          </a:ln>
        </p:spPr>
        <p:txBody>
          <a:bodyPr wrap="none" anchor="ctr"/>
          <a:lstStyle/>
          <a:p>
            <a:endParaRPr lang="zh-CN" altLang="en-US" sz="2400"/>
          </a:p>
        </p:txBody>
      </p:sp>
      <p:pic>
        <p:nvPicPr>
          <p:cNvPr id="7" name="Picture 10" descr="tow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22785" y="188914"/>
            <a:ext cx="2654300" cy="1095375"/>
          </a:xfrm>
          <a:prstGeom prst="rect">
            <a:avLst/>
          </a:prstGeom>
          <a:noFill/>
          <a:ln>
            <a:noFill/>
          </a:ln>
        </p:spPr>
      </p:pic>
      <p:pic>
        <p:nvPicPr>
          <p:cNvPr id="8" name="Picture 11" descr="NJU2"/>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36551" y="260351"/>
            <a:ext cx="3071283" cy="904875"/>
          </a:xfrm>
          <a:prstGeom prst="rect">
            <a:avLst/>
          </a:prstGeom>
          <a:noFill/>
          <a:ln>
            <a:noFill/>
          </a:ln>
        </p:spPr>
      </p:pic>
      <p:pic>
        <p:nvPicPr>
          <p:cNvPr id="9"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1" y="6092826"/>
            <a:ext cx="12156016" cy="28575"/>
          </a:xfrm>
          <a:prstGeom prst="rect">
            <a:avLst/>
          </a:prstGeom>
          <a:noFill/>
          <a:ln>
            <a:noFill/>
          </a:ln>
        </p:spPr>
      </p:pic>
      <p:pic>
        <p:nvPicPr>
          <p:cNvPr id="10"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1268414"/>
            <a:ext cx="12156017" cy="28575"/>
          </a:xfrm>
          <a:prstGeom prst="rect">
            <a:avLst/>
          </a:prstGeom>
          <a:noFill/>
          <a:ln>
            <a:noFill/>
          </a:ln>
        </p:spPr>
      </p:pic>
      <p:sp>
        <p:nvSpPr>
          <p:cNvPr id="189442" name="Rectangle 2"/>
          <p:cNvSpPr>
            <a:spLocks noGrp="1" noChangeArrowheads="1"/>
          </p:cNvSpPr>
          <p:nvPr>
            <p:ph type="subTitle" idx="1"/>
          </p:nvPr>
        </p:nvSpPr>
        <p:spPr>
          <a:xfrm>
            <a:off x="4078818" y="4149726"/>
            <a:ext cx="6913033" cy="1336675"/>
          </a:xfrm>
        </p:spPr>
        <p:txBody>
          <a:bodyPr/>
          <a:lstStyle>
            <a:lvl1pPr marL="0" indent="0">
              <a:buFont typeface="Wingdings" panose="05000000000000000000" pitchFamily="2" charset="2"/>
              <a:buNone/>
              <a:defRPr/>
            </a:lvl1pPr>
          </a:lstStyle>
          <a:p>
            <a:r>
              <a:rPr lang="zh-CN" altLang="en-US"/>
              <a:t>单击此处编辑母版副标题样式</a:t>
            </a:r>
            <a:endParaRPr lang="zh-CN" altLang="en-US"/>
          </a:p>
        </p:txBody>
      </p:sp>
      <p:sp>
        <p:nvSpPr>
          <p:cNvPr id="189449" name="Rectangle 9"/>
          <p:cNvSpPr>
            <a:spLocks noGrp="1" noChangeArrowheads="1"/>
          </p:cNvSpPr>
          <p:nvPr>
            <p:ph type="ctrTitle"/>
          </p:nvPr>
        </p:nvSpPr>
        <p:spPr>
          <a:xfrm>
            <a:off x="1117600" y="2163763"/>
            <a:ext cx="9874251" cy="1600200"/>
          </a:xfrm>
        </p:spPr>
        <p:txBody>
          <a:bodyPr anchor="ctr"/>
          <a:lstStyle>
            <a:lvl1pPr>
              <a:defRPr/>
            </a:lvl1pPr>
          </a:lstStyle>
          <a:p>
            <a:r>
              <a:rPr lang="zh-CN" altLang="en-US"/>
              <a:t>单击此处编辑母版标题样式</a:t>
            </a:r>
            <a:endParaRPr lang="zh-CN" altLang="en-US"/>
          </a:p>
        </p:txBody>
      </p:sp>
      <p:sp>
        <p:nvSpPr>
          <p:cNvPr id="11" name="Rectangle 3"/>
          <p:cNvSpPr>
            <a:spLocks noGrp="1" noChangeArrowheads="1"/>
          </p:cNvSpPr>
          <p:nvPr>
            <p:ph type="dt" sz="half" idx="10"/>
          </p:nvPr>
        </p:nvSpPr>
        <p:spPr>
          <a:xfrm>
            <a:off x="914401" y="6284913"/>
            <a:ext cx="1725084" cy="457200"/>
          </a:xfrm>
        </p:spPr>
        <p:txBody>
          <a:bodyPr/>
          <a:lstStyle>
            <a:lvl1pPr>
              <a:defRPr/>
            </a:lvl1pPr>
          </a:lstStyle>
          <a:p>
            <a:pPr>
              <a:defRPr/>
            </a:pPr>
            <a:fld id="{0D6A5A5D-C0AB-9240-955F-F620E950634B}" type="datetime1">
              <a:rPr lang="zh-CN" altLang="en-US"/>
            </a:fld>
            <a:endParaRPr lang="en-US" altLang="zh-CN"/>
          </a:p>
        </p:txBody>
      </p:sp>
      <p:sp>
        <p:nvSpPr>
          <p:cNvPr id="12" name="Rectangle 4"/>
          <p:cNvSpPr>
            <a:spLocks noGrp="1" noChangeArrowheads="1"/>
          </p:cNvSpPr>
          <p:nvPr>
            <p:ph type="ftr" sz="quarter" idx="11"/>
          </p:nvPr>
        </p:nvSpPr>
        <p:spPr>
          <a:xfrm>
            <a:off x="2927351" y="6202363"/>
            <a:ext cx="6817783" cy="539750"/>
          </a:xfrm>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13" name="Rectangle 5"/>
          <p:cNvSpPr>
            <a:spLocks noGrp="1" noChangeArrowheads="1"/>
          </p:cNvSpPr>
          <p:nvPr>
            <p:ph type="sldNum" sz="quarter" idx="12"/>
          </p:nvPr>
        </p:nvSpPr>
        <p:spPr/>
        <p:txBody>
          <a:bodyPr/>
          <a:lstStyle>
            <a:lvl1pPr>
              <a:defRPr/>
            </a:lvl1pPr>
          </a:lstStyle>
          <a:p>
            <a:pPr>
              <a:defRPr/>
            </a:pPr>
            <a:fld id="{FF2D067A-F845-9D47-B75C-B79758830B91}" type="slidenum">
              <a:rPr lang="en-US" altLang="zh-CN"/>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7"/>
          <p:cNvSpPr>
            <a:spLocks noGrp="1" noChangeArrowheads="1"/>
          </p:cNvSpPr>
          <p:nvPr>
            <p:ph type="dt" sz="half" idx="10"/>
          </p:nvPr>
        </p:nvSpPr>
        <p:spPr/>
        <p:txBody>
          <a:bodyPr/>
          <a:lstStyle>
            <a:lvl1pPr>
              <a:defRPr/>
            </a:lvl1pPr>
          </a:lstStyle>
          <a:p>
            <a:pPr>
              <a:defRPr/>
            </a:pPr>
            <a:fld id="{077F30FB-1D90-1E40-92FD-7816B07D6DDC}" type="datetime1">
              <a:rPr lang="zh-CN" altLang="en-US"/>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6" name="Rectangle 9"/>
          <p:cNvSpPr>
            <a:spLocks noGrp="1" noChangeArrowheads="1"/>
          </p:cNvSpPr>
          <p:nvPr>
            <p:ph type="sldNum" sz="quarter" idx="12"/>
          </p:nvPr>
        </p:nvSpPr>
        <p:spPr/>
        <p:txBody>
          <a:bodyPr/>
          <a:lstStyle>
            <a:lvl1pPr>
              <a:defRPr/>
            </a:lvl1pPr>
          </a:lstStyle>
          <a:p>
            <a:pPr>
              <a:defRPr/>
            </a:pPr>
            <a:fld id="{50AC0454-A414-F04C-824A-79602E160F30}" type="slidenum">
              <a:rPr lang="en-US" altLang="zh-CN"/>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7"/>
          <p:cNvSpPr>
            <a:spLocks noGrp="1" noChangeArrowheads="1"/>
          </p:cNvSpPr>
          <p:nvPr>
            <p:ph type="dt" sz="half" idx="10"/>
          </p:nvPr>
        </p:nvSpPr>
        <p:spPr/>
        <p:txBody>
          <a:bodyPr/>
          <a:lstStyle>
            <a:lvl1pPr>
              <a:defRPr/>
            </a:lvl1pPr>
          </a:lstStyle>
          <a:p>
            <a:pPr>
              <a:defRPr/>
            </a:pPr>
            <a:fld id="{4C4D4937-3AAC-2F43-8620-ACFE49DEF568}" type="datetime1">
              <a:rPr lang="zh-CN" altLang="en-US"/>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6" name="Rectangle 9"/>
          <p:cNvSpPr>
            <a:spLocks noGrp="1" noChangeArrowheads="1"/>
          </p:cNvSpPr>
          <p:nvPr>
            <p:ph type="sldNum" sz="quarter" idx="12"/>
          </p:nvPr>
        </p:nvSpPr>
        <p:spPr/>
        <p:txBody>
          <a:bodyPr/>
          <a:lstStyle>
            <a:lvl1pPr>
              <a:defRPr/>
            </a:lvl1pPr>
          </a:lstStyle>
          <a:p>
            <a:pPr>
              <a:defRPr/>
            </a:pPr>
            <a:fld id="{66269295-C29F-3149-9360-87688FDF403F}" type="slidenum">
              <a:rPr lang="en-US" altLang="zh-CN"/>
            </a:fld>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4418" y="1484313"/>
            <a:ext cx="5325533"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53152" y="1484313"/>
            <a:ext cx="5327649"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7"/>
          <p:cNvSpPr>
            <a:spLocks noGrp="1" noChangeArrowheads="1"/>
          </p:cNvSpPr>
          <p:nvPr>
            <p:ph type="dt" sz="half" idx="10"/>
          </p:nvPr>
        </p:nvSpPr>
        <p:spPr/>
        <p:txBody>
          <a:bodyPr/>
          <a:lstStyle>
            <a:lvl1pPr>
              <a:defRPr/>
            </a:lvl1pPr>
          </a:lstStyle>
          <a:p>
            <a:pPr>
              <a:defRPr/>
            </a:pPr>
            <a:fld id="{283EEF00-B08F-3B4D-A7CE-56D6CC17061A}" type="datetime1">
              <a:rPr lang="zh-CN" altLang="en-US"/>
            </a:fld>
            <a:endParaRPr lang="en-US" altLang="zh-CN"/>
          </a:p>
        </p:txBody>
      </p:sp>
      <p:sp>
        <p:nvSpPr>
          <p:cNvPr id="6"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7" name="Rectangle 9"/>
          <p:cNvSpPr>
            <a:spLocks noGrp="1" noChangeArrowheads="1"/>
          </p:cNvSpPr>
          <p:nvPr>
            <p:ph type="sldNum" sz="quarter" idx="12"/>
          </p:nvPr>
        </p:nvSpPr>
        <p:spPr/>
        <p:txBody>
          <a:bodyPr/>
          <a:lstStyle>
            <a:lvl1pPr>
              <a:defRPr/>
            </a:lvl1pPr>
          </a:lstStyle>
          <a:p>
            <a:pPr>
              <a:defRPr/>
            </a:pPr>
            <a:fld id="{E63DF638-F973-D149-899D-B82E6CEBC740}" type="slidenum">
              <a:rPr lang="en-US" altLang="zh-CN"/>
            </a:fld>
            <a:endParaRPr lang="en-US"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7"/>
          <p:cNvSpPr>
            <a:spLocks noGrp="1" noChangeArrowheads="1"/>
          </p:cNvSpPr>
          <p:nvPr>
            <p:ph type="dt" sz="half" idx="10"/>
          </p:nvPr>
        </p:nvSpPr>
        <p:spPr/>
        <p:txBody>
          <a:bodyPr/>
          <a:lstStyle>
            <a:lvl1pPr>
              <a:defRPr/>
            </a:lvl1pPr>
          </a:lstStyle>
          <a:p>
            <a:pPr>
              <a:defRPr/>
            </a:pPr>
            <a:fld id="{695508D3-CDD3-E542-BE08-6C1FCC6D6164}" type="datetime1">
              <a:rPr lang="zh-CN" altLang="en-US"/>
            </a:fld>
            <a:endParaRPr lang="en-US" altLang="zh-CN"/>
          </a:p>
        </p:txBody>
      </p:sp>
      <p:sp>
        <p:nvSpPr>
          <p:cNvPr id="8"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9" name="Rectangle 9"/>
          <p:cNvSpPr>
            <a:spLocks noGrp="1" noChangeArrowheads="1"/>
          </p:cNvSpPr>
          <p:nvPr>
            <p:ph type="sldNum" sz="quarter" idx="12"/>
          </p:nvPr>
        </p:nvSpPr>
        <p:spPr/>
        <p:txBody>
          <a:bodyPr/>
          <a:lstStyle>
            <a:lvl1pPr>
              <a:defRPr/>
            </a:lvl1pPr>
          </a:lstStyle>
          <a:p>
            <a:pPr>
              <a:defRPr/>
            </a:pPr>
            <a:fld id="{2C9172C2-BDF7-0E44-B517-1E11CE0887B6}" type="slidenum">
              <a:rPr lang="en-US" altLang="zh-CN"/>
            </a:fld>
            <a:endParaRPr lang="en-US" alt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7"/>
          <p:cNvSpPr>
            <a:spLocks noGrp="1" noChangeArrowheads="1"/>
          </p:cNvSpPr>
          <p:nvPr>
            <p:ph type="dt" sz="half" idx="10"/>
          </p:nvPr>
        </p:nvSpPr>
        <p:spPr/>
        <p:txBody>
          <a:bodyPr/>
          <a:lstStyle>
            <a:lvl1pPr>
              <a:defRPr/>
            </a:lvl1pPr>
          </a:lstStyle>
          <a:p>
            <a:pPr>
              <a:defRPr/>
            </a:pPr>
            <a:fld id="{6A3C62C2-65F9-4A4E-ACC0-2EE28D40ECC3}" type="datetime1">
              <a:rPr lang="zh-CN" altLang="en-US"/>
            </a:fld>
            <a:endParaRPr lang="en-US" altLang="zh-CN"/>
          </a:p>
        </p:txBody>
      </p:sp>
      <p:sp>
        <p:nvSpPr>
          <p:cNvPr id="4"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5" name="Rectangle 9"/>
          <p:cNvSpPr>
            <a:spLocks noGrp="1" noChangeArrowheads="1"/>
          </p:cNvSpPr>
          <p:nvPr>
            <p:ph type="sldNum" sz="quarter" idx="12"/>
          </p:nvPr>
        </p:nvSpPr>
        <p:spPr/>
        <p:txBody>
          <a:bodyPr/>
          <a:lstStyle>
            <a:lvl1pPr>
              <a:defRPr/>
            </a:lvl1pPr>
          </a:lstStyle>
          <a:p>
            <a:pPr>
              <a:defRPr/>
            </a:pPr>
            <a:fld id="{3E440166-6CE3-F044-BBAE-2F06EF89DFF3}" type="slidenum">
              <a:rPr lang="en-US" altLang="zh-CN"/>
            </a:fld>
            <a:endParaRPr lang="en-US" alt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7"/>
          <p:cNvSpPr>
            <a:spLocks noGrp="1" noChangeArrowheads="1"/>
          </p:cNvSpPr>
          <p:nvPr>
            <p:ph type="dt" sz="half" idx="10"/>
          </p:nvPr>
        </p:nvSpPr>
        <p:spPr/>
        <p:txBody>
          <a:bodyPr/>
          <a:lstStyle>
            <a:lvl1pPr>
              <a:defRPr/>
            </a:lvl1pPr>
          </a:lstStyle>
          <a:p>
            <a:pPr>
              <a:defRPr/>
            </a:pPr>
            <a:fld id="{E0C7EA1E-2C4C-2645-A209-C97C0E2EC17C}" type="datetime1">
              <a:rPr lang="zh-CN" altLang="en-US"/>
            </a:fld>
            <a:endParaRPr lang="en-US" altLang="zh-CN"/>
          </a:p>
        </p:txBody>
      </p:sp>
      <p:sp>
        <p:nvSpPr>
          <p:cNvPr id="3"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4" name="Rectangle 9"/>
          <p:cNvSpPr>
            <a:spLocks noGrp="1" noChangeArrowheads="1"/>
          </p:cNvSpPr>
          <p:nvPr>
            <p:ph type="sldNum" sz="quarter" idx="12"/>
          </p:nvPr>
        </p:nvSpPr>
        <p:spPr/>
        <p:txBody>
          <a:bodyPr/>
          <a:lstStyle>
            <a:lvl1pPr>
              <a:defRPr/>
            </a:lvl1pPr>
          </a:lstStyle>
          <a:p>
            <a:pPr>
              <a:defRPr/>
            </a:pPr>
            <a:fld id="{CDB26990-C4F0-764F-9A2D-023468D73A56}" type="slidenum">
              <a:rPr lang="en-US" altLang="zh-CN"/>
            </a:fld>
            <a:endParaRPr lang="en-US" altLang="zh-C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7"/>
          <p:cNvSpPr>
            <a:spLocks noGrp="1" noChangeArrowheads="1"/>
          </p:cNvSpPr>
          <p:nvPr>
            <p:ph type="dt" sz="half" idx="10"/>
          </p:nvPr>
        </p:nvSpPr>
        <p:spPr/>
        <p:txBody>
          <a:bodyPr/>
          <a:lstStyle>
            <a:lvl1pPr>
              <a:defRPr/>
            </a:lvl1pPr>
          </a:lstStyle>
          <a:p>
            <a:pPr>
              <a:defRPr/>
            </a:pPr>
            <a:fld id="{A5AC86A3-CDD1-2747-AC1B-4C53F4BBAEEB}" type="datetime1">
              <a:rPr lang="zh-CN" altLang="en-US"/>
            </a:fld>
            <a:endParaRPr lang="en-US" altLang="zh-CN"/>
          </a:p>
        </p:txBody>
      </p:sp>
      <p:sp>
        <p:nvSpPr>
          <p:cNvPr id="6"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7" name="Rectangle 9"/>
          <p:cNvSpPr>
            <a:spLocks noGrp="1" noChangeArrowheads="1"/>
          </p:cNvSpPr>
          <p:nvPr>
            <p:ph type="sldNum" sz="quarter" idx="12"/>
          </p:nvPr>
        </p:nvSpPr>
        <p:spPr/>
        <p:txBody>
          <a:bodyPr/>
          <a:lstStyle>
            <a:lvl1pPr>
              <a:defRPr/>
            </a:lvl1pPr>
          </a:lstStyle>
          <a:p>
            <a:pPr>
              <a:defRPr/>
            </a:pPr>
            <a:fld id="{1563E623-5935-2245-A7E5-583BD36AF976}" type="slidenum">
              <a:rPr lang="en-US" altLang="zh-CN"/>
            </a:fld>
            <a:endParaRPr lang="en-US" altLang="zh-C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7"/>
          <p:cNvSpPr>
            <a:spLocks noGrp="1" noChangeArrowheads="1"/>
          </p:cNvSpPr>
          <p:nvPr>
            <p:ph type="dt" sz="half" idx="10"/>
          </p:nvPr>
        </p:nvSpPr>
        <p:spPr/>
        <p:txBody>
          <a:bodyPr/>
          <a:lstStyle>
            <a:lvl1pPr>
              <a:defRPr/>
            </a:lvl1pPr>
          </a:lstStyle>
          <a:p>
            <a:pPr>
              <a:defRPr/>
            </a:pPr>
            <a:fld id="{7912DB9A-73EB-2948-9683-158113B6707A}" type="datetime1">
              <a:rPr lang="zh-CN" altLang="en-US"/>
            </a:fld>
            <a:endParaRPr lang="en-US" altLang="zh-CN"/>
          </a:p>
        </p:txBody>
      </p:sp>
      <p:sp>
        <p:nvSpPr>
          <p:cNvPr id="6"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7" name="Rectangle 9"/>
          <p:cNvSpPr>
            <a:spLocks noGrp="1" noChangeArrowheads="1"/>
          </p:cNvSpPr>
          <p:nvPr>
            <p:ph type="sldNum" sz="quarter" idx="12"/>
          </p:nvPr>
        </p:nvSpPr>
        <p:spPr/>
        <p:txBody>
          <a:bodyPr/>
          <a:lstStyle>
            <a:lvl1pPr>
              <a:defRPr/>
            </a:lvl1pPr>
          </a:lstStyle>
          <a:p>
            <a:pPr>
              <a:defRPr/>
            </a:pPr>
            <a:fld id="{28D912F3-F979-3D4B-8A3A-5A312B3AEED3}" type="slidenum">
              <a:rPr lang="en-US" altLang="zh-CN"/>
            </a:fld>
            <a:endParaRPr lang="en-US" altLang="zh-C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7"/>
          <p:cNvSpPr>
            <a:spLocks noGrp="1" noChangeArrowheads="1"/>
          </p:cNvSpPr>
          <p:nvPr>
            <p:ph type="dt" sz="half" idx="10"/>
          </p:nvPr>
        </p:nvSpPr>
        <p:spPr/>
        <p:txBody>
          <a:bodyPr/>
          <a:lstStyle>
            <a:lvl1pPr>
              <a:defRPr/>
            </a:lvl1pPr>
          </a:lstStyle>
          <a:p>
            <a:pPr>
              <a:defRPr/>
            </a:pPr>
            <a:fld id="{DE212855-A84D-8640-AF7F-74B205D91AAA}" type="datetime1">
              <a:rPr lang="zh-CN" altLang="en-US"/>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6" name="Rectangle 9"/>
          <p:cNvSpPr>
            <a:spLocks noGrp="1" noChangeArrowheads="1"/>
          </p:cNvSpPr>
          <p:nvPr>
            <p:ph type="sldNum" sz="quarter" idx="12"/>
          </p:nvPr>
        </p:nvSpPr>
        <p:spPr/>
        <p:txBody>
          <a:bodyPr/>
          <a:lstStyle>
            <a:lvl1pPr>
              <a:defRPr/>
            </a:lvl1pPr>
          </a:lstStyle>
          <a:p>
            <a:pPr>
              <a:defRPr/>
            </a:pPr>
            <a:fld id="{1DBA8F70-1237-3346-A9ED-CCB248B552AD}" type="slidenum">
              <a:rPr lang="en-US" altLang="zh-CN"/>
            </a:fld>
            <a:endParaRPr lang="en-US" altLang="zh-C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67234" y="404813"/>
            <a:ext cx="2713567" cy="547211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4417" y="404813"/>
            <a:ext cx="7939616" cy="5472112"/>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7"/>
          <p:cNvSpPr>
            <a:spLocks noGrp="1" noChangeArrowheads="1"/>
          </p:cNvSpPr>
          <p:nvPr>
            <p:ph type="dt" sz="half" idx="10"/>
          </p:nvPr>
        </p:nvSpPr>
        <p:spPr/>
        <p:txBody>
          <a:bodyPr/>
          <a:lstStyle>
            <a:lvl1pPr>
              <a:defRPr/>
            </a:lvl1pPr>
          </a:lstStyle>
          <a:p>
            <a:pPr>
              <a:defRPr/>
            </a:pPr>
            <a:fld id="{EC215E04-8BE3-CD41-8C4D-B3B1467F6703}" type="datetime1">
              <a:rPr lang="zh-CN" altLang="en-US"/>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6" name="Rectangle 9"/>
          <p:cNvSpPr>
            <a:spLocks noGrp="1" noChangeArrowheads="1"/>
          </p:cNvSpPr>
          <p:nvPr>
            <p:ph type="sldNum" sz="quarter" idx="12"/>
          </p:nvPr>
        </p:nvSpPr>
        <p:spPr/>
        <p:txBody>
          <a:bodyPr/>
          <a:lstStyle>
            <a:lvl1pPr>
              <a:defRPr/>
            </a:lvl1pPr>
          </a:lstStyle>
          <a:p>
            <a:pPr>
              <a:defRPr/>
            </a:pPr>
            <a:fld id="{2C0DC5BE-D905-9B4A-A5F8-C3A933EEDA72}" type="slidenum">
              <a:rPr lang="en-US" altLang="zh-CN"/>
            </a:fld>
            <a:endParaRPr lang="en-US" altLang="zh-C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8"/>
            <a:ext cx="103632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1DB74335-89C9-49F2-8124-700680962353}"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ransition spd="slow">
    <p:push dir="u"/>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ACB4F000-8FCC-445B-9A55-DA261D5B0282}"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ransition spd="slow">
    <p:push dir="u"/>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5" y="4406903"/>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5"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3E95729-511A-4EEC-A691-EA8CA1C737BE}"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ransition spd="slow">
    <p:push dir="u"/>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1"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0FF98F98-63F8-4BD5-A2DD-66B61113ED0D}"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ransition spd="slow">
    <p:push dir="u"/>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F565E064-3B66-4C36-AF0A-AEF558BBBD83}" type="datetime1">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ransition spd="slow">
    <p:push dir="u"/>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477C3D79-7074-4035-9A63-53F26DBD1EE3}" type="datetime1">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ransition spd="slow">
    <p:push dir="u"/>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C113E6D-8C52-4375-BB7B-929365393565}" type="datetime1">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ransition spd="slow">
    <p:push dir="u"/>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1"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EAA628FB-969A-476B-B38C-641717E6BA2B}"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ransition spd="slow">
    <p:push dir="u"/>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ACD00D7A-EE25-4D6C-8A99-F23D0D6D50F9}"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ransition spd="slow">
    <p:push dir="u"/>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1DF2793C-C536-4A01-B957-716FE5DC1250}"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ransition spd="slow">
    <p:push dir="u"/>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1"/>
            <a:ext cx="27432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1" y="274641"/>
            <a:ext cx="80264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F7A0DCF6-DBAC-4952-9BCA-1D523A3ECA96}"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ransition spd="slow">
    <p:push dir="u"/>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bg bwMode="auto">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4865367" y="1850124"/>
            <a:ext cx="7101417" cy="1500188"/>
          </a:xfrm>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170" tIns="46990" rIns="90170" bIns="46990" anchor="b">
            <a:normAutofit/>
          </a:bodyPr>
          <a:lstStyle>
            <a:lvl1pPr eaLnBrk="1" hangingPunct="1">
              <a:buFont typeface="Arial" panose="020B0604020202020204" pitchFamily="34" charset="0"/>
              <a:buNone/>
              <a:defRPr sz="4100" b="0">
                <a:solidFill>
                  <a:schemeClr val="bg1"/>
                </a:solidFill>
              </a:defRPr>
            </a:lvl1pPr>
          </a:lstStyle>
          <a:p>
            <a:pPr lvl="0"/>
            <a:r>
              <a:rPr lang="zh-CN" noProof="0" dirty="0" smtClean="0">
                <a:sym typeface="Arial" panose="020B0604020202020204" pitchFamily="34" charset="0"/>
              </a:rPr>
              <a:t>单击此处编辑母版标题样式</a:t>
            </a:r>
            <a:endParaRPr lang="zh-CN" noProof="0" dirty="0" smtClean="0">
              <a:sym typeface="Arial" panose="020B0604020202020204" pitchFamily="34" charset="0"/>
            </a:endParaRPr>
          </a:p>
        </p:txBody>
      </p:sp>
      <p:sp>
        <p:nvSpPr>
          <p:cNvPr id="2051" name="Rectangle 3"/>
          <p:cNvSpPr>
            <a:spLocks noGrp="1" noChangeArrowheads="1"/>
          </p:cNvSpPr>
          <p:nvPr>
            <p:ph type="subTitle" idx="1"/>
          </p:nvPr>
        </p:nvSpPr>
        <p:spPr>
          <a:xfrm>
            <a:off x="4865367" y="3481164"/>
            <a:ext cx="7105651" cy="754059"/>
          </a:xfrm>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ormAutofit/>
          </a:bodyPr>
          <a:lstStyle>
            <a:lvl1pPr marL="0" indent="0" eaLnBrk="1" hangingPunct="1">
              <a:spcBef>
                <a:spcPct val="0"/>
              </a:spcBef>
              <a:buFont typeface="Arial" panose="020B0604020202020204" pitchFamily="34" charset="0"/>
              <a:buNone/>
              <a:defRPr>
                <a:solidFill>
                  <a:schemeClr val="bg1"/>
                </a:solidFill>
                <a:sym typeface="Arial" panose="020B0604020202020204" pitchFamily="34" charset="0"/>
              </a:defRPr>
            </a:lvl1pPr>
          </a:lstStyle>
          <a:p>
            <a:pPr lvl="0"/>
            <a:r>
              <a:rPr lang="zh-CN" noProof="0" dirty="0" smtClean="0">
                <a:sym typeface="Arial" panose="020B0604020202020204" pitchFamily="34" charset="0"/>
              </a:rPr>
              <a:t>单击此处编辑母版副标题样式</a:t>
            </a:r>
            <a:endParaRPr lang="zh-CN" noProof="0" dirty="0" smtClean="0">
              <a:sym typeface="Arial" panose="020B0604020202020204" pitchFamily="34" charset="0"/>
            </a:endParaRPr>
          </a:p>
        </p:txBody>
      </p:sp>
      <p:sp>
        <p:nvSpPr>
          <p:cNvPr id="2" name="日期占位符 1"/>
          <p:cNvSpPr>
            <a:spLocks noGrp="1"/>
          </p:cNvSpPr>
          <p:nvPr>
            <p:ph type="dt" sz="half" idx="10"/>
          </p:nvPr>
        </p:nvSpPr>
        <p:spPr/>
        <p:txBody>
          <a:bodyPr/>
          <a:lstStyle/>
          <a:p>
            <a:fld id="{C89FBBF0-28F5-4B05-A601-20D3A8846351}"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E93DACB-969B-4306-8368-F8F409B3F231}" type="slidenum">
              <a:rPr lang="zh-CN" altLang="en-US" smtClean="0"/>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160000" y="406800"/>
            <a:ext cx="9216000" cy="864000"/>
          </a:xfrm>
        </p:spPr>
        <p:txBody>
          <a:bodyPr>
            <a:normAutofit/>
          </a:bodyPr>
          <a:lstStyle>
            <a:lvl1pPr>
              <a:defRPr sz="40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912000" y="1699200"/>
            <a:ext cx="10464000" cy="4356000"/>
          </a:xfrm>
        </p:spPr>
        <p:txBody>
          <a:bodyPr>
            <a:normAutofit/>
          </a:bodyPr>
          <a:lstStyle>
            <a:lvl1pPr marL="285750" indent="-285750">
              <a:buFont typeface="Arial" panose="020B0604020202020204" pitchFamily="34" charset="0"/>
              <a:buChar char="•"/>
              <a:defRPr sz="2400"/>
            </a:lvl1pPr>
            <a:lvl2pPr marL="742950" indent="-285750">
              <a:buFont typeface="Arial" panose="020B0604020202020204" pitchFamily="34" charset="0"/>
              <a:buChar char="•"/>
              <a:defRPr sz="2000"/>
            </a:lvl2pPr>
            <a:lvl3pPr marL="1200150" indent="-285750">
              <a:buFont typeface="Arial" panose="020B0604020202020204" pitchFamily="34" charset="0"/>
              <a:buChar char="•"/>
              <a:defRPr sz="1800"/>
            </a:lvl3pPr>
            <a:lvl4pPr marL="1657350" indent="-285750">
              <a:buFont typeface="Arial" panose="020B0604020202020204" pitchFamily="34" charset="0"/>
              <a:buChar char="•"/>
              <a:defRPr sz="1800"/>
            </a:lvl4pPr>
            <a:lvl5pPr marL="2114550" indent="-285750">
              <a:buFont typeface="Arial" panose="020B0604020202020204" pitchFamily="34" charset="0"/>
              <a:buChar char="•"/>
              <a:defRPr sz="18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p>
            <a:fld id="{C89FBBF0-28F5-4B05-A601-20D3A884635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E93DACB-969B-4306-8368-F8F409B3F231}" type="slidenum">
              <a:rPr lang="zh-CN" altLang="en-US" smtClean="0"/>
            </a:fld>
            <a:endParaRPr lang="zh-CN" altLang="en-US"/>
          </a:p>
        </p:txBody>
      </p:sp>
      <p:grpSp>
        <p:nvGrpSpPr>
          <p:cNvPr id="10" name="组合 9"/>
          <p:cNvGrpSpPr/>
          <p:nvPr/>
        </p:nvGrpSpPr>
        <p:grpSpPr>
          <a:xfrm>
            <a:off x="1069465" y="406400"/>
            <a:ext cx="702605" cy="754482"/>
            <a:chOff x="539553" y="393837"/>
            <a:chExt cx="702605" cy="754482"/>
          </a:xfrm>
        </p:grpSpPr>
        <p:sp>
          <p:nvSpPr>
            <p:cNvPr id="11" name="等腰三角形 10"/>
            <p:cNvSpPr/>
            <p:nvPr/>
          </p:nvSpPr>
          <p:spPr bwMode="auto">
            <a:xfrm rot="10800000">
              <a:off x="539553" y="500319"/>
              <a:ext cx="685130" cy="648000"/>
            </a:xfrm>
            <a:prstGeom prst="triangle">
              <a:avLst/>
            </a:prstGeom>
            <a:noFill/>
            <a:ln w="9525" cap="flat" cmpd="sng" algn="ctr">
              <a:solidFill>
                <a:schemeClr val="tx2"/>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2" name="等腰三角形 11"/>
            <p:cNvSpPr/>
            <p:nvPr/>
          </p:nvSpPr>
          <p:spPr bwMode="auto">
            <a:xfrm>
              <a:off x="594086" y="393837"/>
              <a:ext cx="648072" cy="574328"/>
            </a:xfrm>
            <a:prstGeom prst="triangle">
              <a:avLst/>
            </a:prstGeom>
            <a:solidFill>
              <a:schemeClr val="tx2"/>
            </a:solidFill>
            <a:ln w="2857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5968363" y="2296800"/>
            <a:ext cx="5995200" cy="752400"/>
          </a:xfrm>
        </p:spPr>
        <p:txBody>
          <a:bodyPr anchor="b">
            <a:normAutofit/>
          </a:bodyPr>
          <a:lstStyle>
            <a:lvl1pPr>
              <a:defRPr sz="3600" b="1"/>
            </a:lvl1pPr>
          </a:lstStyle>
          <a:p>
            <a:r>
              <a:rPr lang="zh-CN" altLang="en-US" dirty="0" smtClean="0"/>
              <a:t>编辑标题</a:t>
            </a:r>
            <a:endParaRPr lang="zh-CN" altLang="en-US" dirty="0"/>
          </a:p>
        </p:txBody>
      </p:sp>
      <p:sp>
        <p:nvSpPr>
          <p:cNvPr id="3" name="文本占位符 2"/>
          <p:cNvSpPr>
            <a:spLocks noGrp="1"/>
          </p:cNvSpPr>
          <p:nvPr>
            <p:ph type="body" idx="1"/>
          </p:nvPr>
        </p:nvSpPr>
        <p:spPr>
          <a:xfrm>
            <a:off x="5968363" y="3078000"/>
            <a:ext cx="5160000" cy="486000"/>
          </a:xfrm>
        </p:spPr>
        <p:txBody>
          <a:bodyPr>
            <a:normAutofit/>
          </a:bodyPr>
          <a:lstStyle>
            <a:lvl1pPr marL="0" indent="0">
              <a:buNone/>
              <a:defRPr sz="1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C89FBBF0-28F5-4B05-A601-20D3A884635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E93DACB-969B-4306-8368-F8F409B3F231}" type="slidenum">
              <a:rPr lang="zh-CN" altLang="en-US" smtClean="0"/>
            </a:fld>
            <a:endParaRPr lang="zh-CN" altLang="en-US"/>
          </a:p>
        </p:txBody>
      </p:sp>
      <p:sp>
        <p:nvSpPr>
          <p:cNvPr id="22" name="文本占位符 7" descr="#wm#_18_07_*Z"/>
          <p:cNvSpPr/>
          <p:nvPr>
            <p:custDataLst>
              <p:tags r:id="rId2"/>
            </p:custDataLst>
          </p:nvPr>
        </p:nvSpPr>
        <p:spPr bwMode="auto">
          <a:xfrm>
            <a:off x="4341831" y="2105026"/>
            <a:ext cx="1471612" cy="1471612"/>
          </a:xfrm>
          <a:prstGeom prst="ellipse">
            <a:avLst/>
          </a:prstGeom>
          <a:noFill/>
          <a:ln w="38100" cmpd="sng">
            <a:solidFill>
              <a:srgbClr val="333399"/>
            </a:solidFill>
            <a:round/>
          </a:ln>
          <a:extLst>
            <a:ext uri="{909E8E84-426E-40DD-AFC4-6F175D3DCCD1}">
              <a14:hiddenFill xmlns:a14="http://schemas.microsoft.com/office/drawing/2010/main">
                <a:solidFill>
                  <a:srgbClr val="FFFFFF"/>
                </a:solidFill>
              </a14:hiddenFill>
            </a:ext>
          </a:extLst>
        </p:spPr>
        <p:txBody>
          <a:bodyPr lIns="0" tIns="0" rIns="0" bIns="0" anchor="ctr"/>
          <a:lstStyle>
            <a:lvl1pPr>
              <a:defRPr>
                <a:solidFill>
                  <a:schemeClr val="bg2"/>
                </a:solidFill>
                <a:latin typeface="Arial" panose="020B0604020202020204" pitchFamily="34" charset="0"/>
                <a:ea typeface="黑体" panose="02010609060101010101" pitchFamily="49" charset="-122"/>
                <a:sym typeface="Arial" panose="020B0604020202020204" pitchFamily="34" charset="0"/>
              </a:defRPr>
            </a:lvl1pPr>
            <a:lvl2pPr marL="685800" indent="-228600">
              <a:defRPr>
                <a:solidFill>
                  <a:schemeClr val="bg2"/>
                </a:solidFill>
                <a:latin typeface="Arial" panose="020B0604020202020204" pitchFamily="34" charset="0"/>
                <a:ea typeface="黑体" panose="02010609060101010101" pitchFamily="49" charset="-122"/>
                <a:sym typeface="Arial" panose="020B0604020202020204" pitchFamily="34" charset="0"/>
              </a:defRPr>
            </a:lvl2pPr>
            <a:lvl3pPr marL="1143000" indent="-228600">
              <a:defRPr>
                <a:solidFill>
                  <a:schemeClr val="bg2"/>
                </a:solidFill>
                <a:latin typeface="Arial" panose="020B0604020202020204" pitchFamily="34" charset="0"/>
                <a:ea typeface="黑体" panose="02010609060101010101" pitchFamily="49" charset="-122"/>
                <a:sym typeface="Arial" panose="020B0604020202020204" pitchFamily="34" charset="0"/>
              </a:defRPr>
            </a:lvl3pPr>
            <a:lvl4pPr marL="1600200" indent="-228600">
              <a:defRPr>
                <a:solidFill>
                  <a:schemeClr val="bg2"/>
                </a:solidFill>
                <a:latin typeface="Arial" panose="020B0604020202020204" pitchFamily="34" charset="0"/>
                <a:ea typeface="黑体" panose="02010609060101010101" pitchFamily="49" charset="-122"/>
                <a:sym typeface="Arial" panose="020B0604020202020204" pitchFamily="34" charset="0"/>
              </a:defRPr>
            </a:lvl4pPr>
            <a:lvl5pPr marL="2057400" indent="-228600">
              <a:defRPr>
                <a:solidFill>
                  <a:schemeClr val="bg2"/>
                </a:solidFill>
                <a:latin typeface="Arial" panose="020B0604020202020204" pitchFamily="34" charset="0"/>
                <a:ea typeface="黑体" panose="02010609060101010101" pitchFamily="49" charset="-122"/>
                <a:sym typeface="Arial" panose="020B0604020202020204" pitchFamily="34" charset="0"/>
              </a:defRPr>
            </a:lvl5pPr>
            <a:lvl6pPr marL="2514600" indent="-228600" fontAlgn="base">
              <a:spcBef>
                <a:spcPct val="0"/>
              </a:spcBef>
              <a:spcAft>
                <a:spcPct val="0"/>
              </a:spcAft>
              <a:buFont typeface="Arial" panose="020B0604020202020204" pitchFamily="34" charset="0"/>
              <a:defRPr>
                <a:solidFill>
                  <a:schemeClr val="bg2"/>
                </a:solidFill>
                <a:latin typeface="Arial" panose="020B0604020202020204" pitchFamily="34" charset="0"/>
                <a:ea typeface="黑体" panose="02010609060101010101" pitchFamily="49" charset="-122"/>
                <a:sym typeface="Arial" panose="020B0604020202020204" pitchFamily="34" charset="0"/>
              </a:defRPr>
            </a:lvl6pPr>
            <a:lvl7pPr marL="2971800" indent="-228600" fontAlgn="base">
              <a:spcBef>
                <a:spcPct val="0"/>
              </a:spcBef>
              <a:spcAft>
                <a:spcPct val="0"/>
              </a:spcAft>
              <a:buFont typeface="Arial" panose="020B0604020202020204" pitchFamily="34" charset="0"/>
              <a:defRPr>
                <a:solidFill>
                  <a:schemeClr val="bg2"/>
                </a:solidFill>
                <a:latin typeface="Arial" panose="020B0604020202020204" pitchFamily="34" charset="0"/>
                <a:ea typeface="黑体" panose="02010609060101010101" pitchFamily="49" charset="-122"/>
                <a:sym typeface="Arial" panose="020B0604020202020204" pitchFamily="34" charset="0"/>
              </a:defRPr>
            </a:lvl7pPr>
            <a:lvl8pPr marL="3429000" indent="-228600" fontAlgn="base">
              <a:spcBef>
                <a:spcPct val="0"/>
              </a:spcBef>
              <a:spcAft>
                <a:spcPct val="0"/>
              </a:spcAft>
              <a:buFont typeface="Arial" panose="020B0604020202020204" pitchFamily="34" charset="0"/>
              <a:defRPr>
                <a:solidFill>
                  <a:schemeClr val="bg2"/>
                </a:solidFill>
                <a:latin typeface="Arial" panose="020B0604020202020204" pitchFamily="34" charset="0"/>
                <a:ea typeface="黑体" panose="02010609060101010101" pitchFamily="49" charset="-122"/>
                <a:sym typeface="Arial" panose="020B0604020202020204" pitchFamily="34" charset="0"/>
              </a:defRPr>
            </a:lvl8pPr>
            <a:lvl9pPr marL="3886200" indent="-228600" fontAlgn="base">
              <a:spcBef>
                <a:spcPct val="0"/>
              </a:spcBef>
              <a:spcAft>
                <a:spcPct val="0"/>
              </a:spcAft>
              <a:buFont typeface="Arial" panose="020B0604020202020204" pitchFamily="34" charset="0"/>
              <a:defRPr>
                <a:solidFill>
                  <a:schemeClr val="bg2"/>
                </a:solidFill>
                <a:latin typeface="Arial" panose="020B0604020202020204" pitchFamily="34" charset="0"/>
                <a:ea typeface="黑体" panose="02010609060101010101" pitchFamily="49" charset="-122"/>
                <a:sym typeface="Arial" panose="020B0604020202020204" pitchFamily="34" charset="0"/>
              </a:defRPr>
            </a:lvl9pPr>
          </a:lstStyle>
          <a:p>
            <a:pPr eaLnBrk="1" hangingPunct="1">
              <a:spcBef>
                <a:spcPts val="1000"/>
              </a:spcBef>
            </a:pPr>
            <a:endParaRPr lang="en-US" sz="7200" dirty="0">
              <a:solidFill>
                <a:schemeClr val="tx2"/>
              </a:solidFill>
            </a:endParaRPr>
          </a:p>
        </p:txBody>
      </p:sp>
      <p:cxnSp>
        <p:nvCxnSpPr>
          <p:cNvPr id="23" name="直接连接符 2" descr="#wm#_18_07_*Z"/>
          <p:cNvCxnSpPr>
            <a:cxnSpLocks noChangeShapeType="1"/>
          </p:cNvCxnSpPr>
          <p:nvPr>
            <p:custDataLst>
              <p:tags r:id="rId3"/>
            </p:custDataLst>
          </p:nvPr>
        </p:nvCxnSpPr>
        <p:spPr bwMode="auto">
          <a:xfrm>
            <a:off x="5956318" y="3054351"/>
            <a:ext cx="3946525" cy="0"/>
          </a:xfrm>
          <a:prstGeom prst="line">
            <a:avLst/>
          </a:prstGeom>
          <a:noFill/>
          <a:ln w="19050" cmpd="sng">
            <a:solidFill>
              <a:srgbClr val="333399"/>
            </a:solidFill>
            <a:round/>
          </a:ln>
          <a:extLst>
            <a:ext uri="{909E8E84-426E-40DD-AFC4-6F175D3DCCD1}">
              <a14:hiddenFill xmlns:a14="http://schemas.microsoft.com/office/drawing/2010/main">
                <a:noFill/>
              </a14:hiddenFill>
            </a:ext>
          </a:extLst>
        </p:spPr>
      </p:cxnSp>
      <p:sp>
        <p:nvSpPr>
          <p:cNvPr id="24" name="文本占位符 22" descr="#wm#_18_07_*Z"/>
          <p:cNvSpPr>
            <a:spLocks noChangeArrowheads="1"/>
          </p:cNvSpPr>
          <p:nvPr>
            <p:custDataLst>
              <p:tags r:id="rId4"/>
            </p:custDataLst>
          </p:nvPr>
        </p:nvSpPr>
        <p:spPr bwMode="auto">
          <a:xfrm>
            <a:off x="3984643" y="1916113"/>
            <a:ext cx="765175" cy="766763"/>
          </a:xfrm>
          <a:prstGeom prst="ellipse">
            <a:avLst/>
          </a:prstGeom>
          <a:solidFill>
            <a:srgbClr val="333399">
              <a:alpha val="70000"/>
            </a:srgbClr>
          </a:solidFill>
          <a:ln>
            <a:noFill/>
          </a:ln>
          <a:extLst>
            <a:ext uri="{91240B29-F687-4F45-9708-019B960494DF}">
              <a14:hiddenLine xmlns:a14="http://schemas.microsoft.com/office/drawing/2010/main" w="9525">
                <a:solidFill>
                  <a:srgbClr val="000000"/>
                </a:solidFill>
                <a:round/>
              </a14:hiddenLine>
            </a:ext>
          </a:extLst>
        </p:spPr>
        <p:txBody>
          <a:bodyPr lIns="0" tIns="0" rIns="0" bIns="0" anchor="ctr"/>
          <a:lstStyle>
            <a:lvl1pPr>
              <a:defRPr>
                <a:solidFill>
                  <a:schemeClr val="bg2"/>
                </a:solidFill>
                <a:latin typeface="Arial" panose="020B0604020202020204" pitchFamily="34" charset="0"/>
                <a:ea typeface="黑体" panose="02010609060101010101" pitchFamily="49" charset="-122"/>
                <a:sym typeface="Arial" panose="020B0604020202020204" pitchFamily="34" charset="0"/>
              </a:defRPr>
            </a:lvl1pPr>
            <a:lvl2pPr marL="685800" indent="-228600">
              <a:defRPr>
                <a:solidFill>
                  <a:schemeClr val="bg2"/>
                </a:solidFill>
                <a:latin typeface="Arial" panose="020B0604020202020204" pitchFamily="34" charset="0"/>
                <a:ea typeface="黑体" panose="02010609060101010101" pitchFamily="49" charset="-122"/>
                <a:sym typeface="Arial" panose="020B0604020202020204" pitchFamily="34" charset="0"/>
              </a:defRPr>
            </a:lvl2pPr>
            <a:lvl3pPr marL="1143000" indent="-228600">
              <a:defRPr>
                <a:solidFill>
                  <a:schemeClr val="bg2"/>
                </a:solidFill>
                <a:latin typeface="Arial" panose="020B0604020202020204" pitchFamily="34" charset="0"/>
                <a:ea typeface="黑体" panose="02010609060101010101" pitchFamily="49" charset="-122"/>
                <a:sym typeface="Arial" panose="020B0604020202020204" pitchFamily="34" charset="0"/>
              </a:defRPr>
            </a:lvl3pPr>
            <a:lvl4pPr marL="1600200" indent="-228600">
              <a:defRPr>
                <a:solidFill>
                  <a:schemeClr val="bg2"/>
                </a:solidFill>
                <a:latin typeface="Arial" panose="020B0604020202020204" pitchFamily="34" charset="0"/>
                <a:ea typeface="黑体" panose="02010609060101010101" pitchFamily="49" charset="-122"/>
                <a:sym typeface="Arial" panose="020B0604020202020204" pitchFamily="34" charset="0"/>
              </a:defRPr>
            </a:lvl4pPr>
            <a:lvl5pPr marL="2057400" indent="-228600">
              <a:defRPr>
                <a:solidFill>
                  <a:schemeClr val="bg2"/>
                </a:solidFill>
                <a:latin typeface="Arial" panose="020B0604020202020204" pitchFamily="34" charset="0"/>
                <a:ea typeface="黑体" panose="02010609060101010101" pitchFamily="49" charset="-122"/>
                <a:sym typeface="Arial" panose="020B0604020202020204" pitchFamily="34" charset="0"/>
              </a:defRPr>
            </a:lvl5pPr>
            <a:lvl6pPr marL="2514600" indent="-228600" fontAlgn="base">
              <a:spcBef>
                <a:spcPct val="0"/>
              </a:spcBef>
              <a:spcAft>
                <a:spcPct val="0"/>
              </a:spcAft>
              <a:buFont typeface="Arial" panose="020B0604020202020204" pitchFamily="34" charset="0"/>
              <a:defRPr>
                <a:solidFill>
                  <a:schemeClr val="bg2"/>
                </a:solidFill>
                <a:latin typeface="Arial" panose="020B0604020202020204" pitchFamily="34" charset="0"/>
                <a:ea typeface="黑体" panose="02010609060101010101" pitchFamily="49" charset="-122"/>
                <a:sym typeface="Arial" panose="020B0604020202020204" pitchFamily="34" charset="0"/>
              </a:defRPr>
            </a:lvl6pPr>
            <a:lvl7pPr marL="2971800" indent="-228600" fontAlgn="base">
              <a:spcBef>
                <a:spcPct val="0"/>
              </a:spcBef>
              <a:spcAft>
                <a:spcPct val="0"/>
              </a:spcAft>
              <a:buFont typeface="Arial" panose="020B0604020202020204" pitchFamily="34" charset="0"/>
              <a:defRPr>
                <a:solidFill>
                  <a:schemeClr val="bg2"/>
                </a:solidFill>
                <a:latin typeface="Arial" panose="020B0604020202020204" pitchFamily="34" charset="0"/>
                <a:ea typeface="黑体" panose="02010609060101010101" pitchFamily="49" charset="-122"/>
                <a:sym typeface="Arial" panose="020B0604020202020204" pitchFamily="34" charset="0"/>
              </a:defRPr>
            </a:lvl7pPr>
            <a:lvl8pPr marL="3429000" indent="-228600" fontAlgn="base">
              <a:spcBef>
                <a:spcPct val="0"/>
              </a:spcBef>
              <a:spcAft>
                <a:spcPct val="0"/>
              </a:spcAft>
              <a:buFont typeface="Arial" panose="020B0604020202020204" pitchFamily="34" charset="0"/>
              <a:defRPr>
                <a:solidFill>
                  <a:schemeClr val="bg2"/>
                </a:solidFill>
                <a:latin typeface="Arial" panose="020B0604020202020204" pitchFamily="34" charset="0"/>
                <a:ea typeface="黑体" panose="02010609060101010101" pitchFamily="49" charset="-122"/>
                <a:sym typeface="Arial" panose="020B0604020202020204" pitchFamily="34" charset="0"/>
              </a:defRPr>
            </a:lvl8pPr>
            <a:lvl9pPr marL="3886200" indent="-228600" fontAlgn="base">
              <a:spcBef>
                <a:spcPct val="0"/>
              </a:spcBef>
              <a:spcAft>
                <a:spcPct val="0"/>
              </a:spcAft>
              <a:buFont typeface="Arial" panose="020B0604020202020204" pitchFamily="34" charset="0"/>
              <a:defRPr>
                <a:solidFill>
                  <a:schemeClr val="bg2"/>
                </a:solidFill>
                <a:latin typeface="Arial" panose="020B0604020202020204" pitchFamily="34" charset="0"/>
                <a:ea typeface="黑体" panose="02010609060101010101" pitchFamily="49" charset="-122"/>
                <a:sym typeface="Arial" panose="020B0604020202020204" pitchFamily="34" charset="0"/>
              </a:defRPr>
            </a:lvl9pPr>
          </a:lstStyle>
          <a:p>
            <a:pPr algn="ctr" eaLnBrk="1" hangingPunct="1">
              <a:spcBef>
                <a:spcPts val="1000"/>
              </a:spcBef>
            </a:pPr>
            <a:endParaRPr lang="en-US" dirty="0">
              <a:solidFill>
                <a:schemeClr val="bg1"/>
              </a:solidFill>
            </a:endParaRPr>
          </a:p>
        </p:txBody>
      </p:sp>
      <p:sp>
        <p:nvSpPr>
          <p:cNvPr id="25" name="任意多边形 4" descr="#wm#_18_07_*Z"/>
          <p:cNvSpPr/>
          <p:nvPr>
            <p:custDataLst>
              <p:tags r:id="rId5"/>
            </p:custDataLst>
          </p:nvPr>
        </p:nvSpPr>
        <p:spPr bwMode="auto">
          <a:xfrm>
            <a:off x="4184668" y="3062288"/>
            <a:ext cx="1765300" cy="677863"/>
          </a:xfrm>
          <a:custGeom>
            <a:avLst/>
            <a:gdLst>
              <a:gd name="T0" fmla="*/ 1807014 w 1807014"/>
              <a:gd name="T1" fmla="*/ 0 h 693278"/>
              <a:gd name="T2" fmla="*/ 1770122 w 1807014"/>
              <a:gd name="T3" fmla="*/ 118847 h 693278"/>
              <a:gd name="T4" fmla="*/ 903507 w 1807014"/>
              <a:gd name="T5" fmla="*/ 693278 h 693278"/>
              <a:gd name="T6" fmla="*/ 36892 w 1807014"/>
              <a:gd name="T7" fmla="*/ 118847 h 693278"/>
              <a:gd name="T8" fmla="*/ 0 w 1807014"/>
              <a:gd name="T9" fmla="*/ 0 h 693278"/>
            </a:gdLst>
            <a:ahLst/>
            <a:cxnLst>
              <a:cxn ang="0">
                <a:pos x="T0" y="T1"/>
              </a:cxn>
              <a:cxn ang="0">
                <a:pos x="T2" y="T3"/>
              </a:cxn>
              <a:cxn ang="0">
                <a:pos x="T4" y="T5"/>
              </a:cxn>
              <a:cxn ang="0">
                <a:pos x="T6" y="T7"/>
              </a:cxn>
              <a:cxn ang="0">
                <a:pos x="T8" y="T9"/>
              </a:cxn>
            </a:cxnLst>
            <a:rect l="0" t="0" r="r" b="b"/>
            <a:pathLst>
              <a:path w="1807014" h="693278">
                <a:moveTo>
                  <a:pt x="1807014" y="0"/>
                </a:moveTo>
                <a:lnTo>
                  <a:pt x="1770122" y="118847"/>
                </a:lnTo>
                <a:cubicBezTo>
                  <a:pt x="1627342" y="456416"/>
                  <a:pt x="1293086" y="693278"/>
                  <a:pt x="903507" y="693278"/>
                </a:cubicBezTo>
                <a:cubicBezTo>
                  <a:pt x="513929" y="693278"/>
                  <a:pt x="179672" y="456416"/>
                  <a:pt x="36892" y="118847"/>
                </a:cubicBezTo>
                <a:lnTo>
                  <a:pt x="0" y="0"/>
                </a:lnTo>
              </a:path>
            </a:pathLst>
          </a:custGeom>
          <a:noFill/>
          <a:ln w="19050" cap="flat" cmpd="sng">
            <a:solidFill>
              <a:srgbClr val="333399"/>
            </a:solidFill>
            <a:round/>
          </a:ln>
          <a:extLst>
            <a:ext uri="{909E8E84-426E-40DD-AFC4-6F175D3DCCD1}">
              <a14:hiddenFill xmlns:a14="http://schemas.microsoft.com/office/drawing/2010/main">
                <a:solidFill>
                  <a:srgbClr val="FFFFFF"/>
                </a:solidFill>
              </a14:hiddenFill>
            </a:ext>
          </a:extLst>
        </p:spPr>
        <p:txBody>
          <a:bodyPr anchor="ctr"/>
          <a:lstStyle/>
          <a:p>
            <a:endParaRPr lang="zh-CN" altLang="en-US"/>
          </a:p>
        </p:txBody>
      </p:sp>
      <p:cxnSp>
        <p:nvCxnSpPr>
          <p:cNvPr id="26" name="直接连接符 5" descr="#wm#_18_07_*Z"/>
          <p:cNvCxnSpPr>
            <a:cxnSpLocks noChangeShapeType="1"/>
            <a:endCxn id="25" idx="4"/>
          </p:cNvCxnSpPr>
          <p:nvPr>
            <p:custDataLst>
              <p:tags r:id="rId6"/>
            </p:custDataLst>
          </p:nvPr>
        </p:nvCxnSpPr>
        <p:spPr bwMode="auto">
          <a:xfrm>
            <a:off x="0" y="3062288"/>
            <a:ext cx="4184668" cy="0"/>
          </a:xfrm>
          <a:prstGeom prst="line">
            <a:avLst/>
          </a:prstGeom>
          <a:noFill/>
          <a:ln w="19050" cmpd="sng">
            <a:solidFill>
              <a:srgbClr val="333399"/>
            </a:solidFill>
            <a:round/>
          </a:ln>
          <a:extLst>
            <a:ext uri="{909E8E84-426E-40DD-AFC4-6F175D3DCCD1}">
              <a14:hiddenFill xmlns:a14="http://schemas.microsoft.com/office/drawing/2010/main">
                <a:noFill/>
              </a14:hiddenFill>
            </a:ext>
          </a:extLst>
        </p:spPr>
      </p:cxn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1826604" y="406800"/>
            <a:ext cx="9554196" cy="864000"/>
          </a:xfrm>
        </p:spPr>
        <p:txBody>
          <a:bodyPr>
            <a:normAutofit/>
          </a:bodyPr>
          <a:lstStyle>
            <a:lvl1pPr>
              <a:defRPr sz="4000"/>
            </a:lvl1p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912000" y="1602000"/>
            <a:ext cx="5083200" cy="4525200"/>
          </a:xfrm>
        </p:spPr>
        <p:txBody>
          <a:bodyPr>
            <a:normAutofit/>
          </a:bodyPr>
          <a:lstStyle>
            <a:lvl1pPr>
              <a:defRPr sz="2400"/>
            </a:lvl1pPr>
            <a:lvl2pPr>
              <a:defRPr sz="2000"/>
            </a:lvl2pPr>
            <a:lvl3pPr>
              <a:defRPr sz="1800"/>
            </a:lvl3pPr>
            <a:lvl4pPr>
              <a:defRPr sz="1800"/>
            </a:lvl4pPr>
            <a:lvl5pPr>
              <a:defRPr sz="18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内容占位符 3"/>
          <p:cNvSpPr>
            <a:spLocks noGrp="1"/>
          </p:cNvSpPr>
          <p:nvPr>
            <p:ph sz="half" idx="2"/>
          </p:nvPr>
        </p:nvSpPr>
        <p:spPr>
          <a:xfrm>
            <a:off x="6292800" y="1602000"/>
            <a:ext cx="5083200" cy="4525200"/>
          </a:xfrm>
        </p:spPr>
        <p:txBody>
          <a:bodyPr>
            <a:normAutofit/>
          </a:bodyPr>
          <a:lstStyle>
            <a:lvl1pPr>
              <a:defRPr sz="2400"/>
            </a:lvl1pPr>
            <a:lvl2pPr>
              <a:defRPr sz="2000"/>
            </a:lvl2pPr>
            <a:lvl3pPr>
              <a:defRPr sz="1800"/>
            </a:lvl3pPr>
            <a:lvl4pPr>
              <a:defRPr sz="1800"/>
            </a:lvl4pPr>
            <a:lvl5pPr>
              <a:defRPr sz="18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5" name="日期占位符 4"/>
          <p:cNvSpPr>
            <a:spLocks noGrp="1"/>
          </p:cNvSpPr>
          <p:nvPr>
            <p:ph type="dt" sz="half" idx="10"/>
          </p:nvPr>
        </p:nvSpPr>
        <p:spPr/>
        <p:txBody>
          <a:bodyPr/>
          <a:lstStyle/>
          <a:p>
            <a:fld id="{C89FBBF0-28F5-4B05-A601-20D3A884635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E93DACB-969B-4306-8368-F8F409B3F231}" type="slidenum">
              <a:rPr lang="zh-CN" altLang="en-US" smtClean="0"/>
            </a:fld>
            <a:endParaRPr lang="zh-CN" altLang="en-US"/>
          </a:p>
        </p:txBody>
      </p:sp>
      <p:grpSp>
        <p:nvGrpSpPr>
          <p:cNvPr id="11" name="组合 10"/>
          <p:cNvGrpSpPr/>
          <p:nvPr/>
        </p:nvGrpSpPr>
        <p:grpSpPr>
          <a:xfrm>
            <a:off x="1069465" y="406400"/>
            <a:ext cx="702605" cy="754482"/>
            <a:chOff x="539553" y="393837"/>
            <a:chExt cx="702605" cy="754482"/>
          </a:xfrm>
        </p:grpSpPr>
        <p:sp>
          <p:nvSpPr>
            <p:cNvPr id="12" name="等腰三角形 11"/>
            <p:cNvSpPr/>
            <p:nvPr/>
          </p:nvSpPr>
          <p:spPr bwMode="auto">
            <a:xfrm rot="10800000">
              <a:off x="539553" y="500319"/>
              <a:ext cx="685130" cy="648000"/>
            </a:xfrm>
            <a:prstGeom prst="triangle">
              <a:avLst/>
            </a:prstGeom>
            <a:noFill/>
            <a:ln w="9525" cap="flat" cmpd="sng" algn="ctr">
              <a:solidFill>
                <a:schemeClr val="tx2"/>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3" name="等腰三角形 12"/>
            <p:cNvSpPr/>
            <p:nvPr/>
          </p:nvSpPr>
          <p:spPr bwMode="auto">
            <a:xfrm>
              <a:off x="594086" y="393837"/>
              <a:ext cx="648072" cy="574328"/>
            </a:xfrm>
            <a:prstGeom prst="triangle">
              <a:avLst/>
            </a:prstGeom>
            <a:solidFill>
              <a:schemeClr val="tx2"/>
            </a:solidFill>
            <a:ln w="2857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40317" y="365126"/>
            <a:ext cx="10515600" cy="1325563"/>
          </a:xfrm>
        </p:spPr>
        <p:txBody>
          <a:body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40318" y="2505075"/>
            <a:ext cx="5158316"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71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C89FBBF0-28F5-4B05-A601-20D3A8846351}"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E93DACB-969B-4306-8368-F8F409B3F231}" type="slidenum">
              <a:rPr lang="zh-CN" altLang="en-US" smtClean="0"/>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5968360" y="2296800"/>
            <a:ext cx="5995200" cy="752400"/>
          </a:xfrm>
        </p:spPr>
        <p:txBody>
          <a:bodyPr anchor="b" anchorCtr="0"/>
          <a:lstStyle>
            <a:lvl1pPr>
              <a:defRPr>
                <a:solidFill>
                  <a:srgbClr val="595959"/>
                </a:solidFill>
              </a:defRPr>
            </a:lvl1pPr>
          </a:lstStyle>
          <a:p>
            <a:r>
              <a:rPr lang="zh-CN" altLang="en-US" dirty="0" smtClean="0"/>
              <a:t>编辑标题</a:t>
            </a:r>
            <a:endParaRPr lang="zh-CN" altLang="en-US" dirty="0"/>
          </a:p>
        </p:txBody>
      </p:sp>
      <p:sp>
        <p:nvSpPr>
          <p:cNvPr id="8" name="文本占位符 22"/>
          <p:cNvSpPr>
            <a:spLocks noChangeArrowheads="1"/>
          </p:cNvSpPr>
          <p:nvPr>
            <p:custDataLst>
              <p:tags r:id="rId2"/>
            </p:custDataLst>
          </p:nvPr>
        </p:nvSpPr>
        <p:spPr bwMode="auto">
          <a:xfrm>
            <a:off x="4733667" y="2489594"/>
            <a:ext cx="753029" cy="752400"/>
          </a:xfrm>
          <a:prstGeom prst="ellipse">
            <a:avLst/>
          </a:prstGeom>
          <a:solidFill>
            <a:srgbClr val="333399">
              <a:alpha val="70000"/>
            </a:srgbClr>
          </a:solidFill>
          <a:ln>
            <a:noFill/>
          </a:ln>
          <a:extLst>
            <a:ext uri="{91240B29-F687-4F45-9708-019B960494DF}">
              <a14:hiddenLine xmlns:a14="http://schemas.microsoft.com/office/drawing/2010/main" w="9525">
                <a:solidFill>
                  <a:srgbClr val="000000"/>
                </a:solidFill>
                <a:round/>
              </a14:hiddenLine>
            </a:ext>
          </a:extLst>
        </p:spPr>
        <p:txBody>
          <a:bodyPr lIns="0" tIns="0" rIns="0" bIns="0" anchor="ctr"/>
          <a:lstStyle>
            <a:lvl1pPr>
              <a:defRPr>
                <a:solidFill>
                  <a:schemeClr val="bg2"/>
                </a:solidFill>
                <a:latin typeface="Arial" panose="020B0604020202020204" pitchFamily="34" charset="0"/>
                <a:ea typeface="黑体" panose="02010609060101010101" pitchFamily="49" charset="-122"/>
                <a:sym typeface="Arial" panose="020B0604020202020204" pitchFamily="34" charset="0"/>
              </a:defRPr>
            </a:lvl1pPr>
            <a:lvl2pPr marL="685800" indent="-228600">
              <a:defRPr>
                <a:solidFill>
                  <a:schemeClr val="bg2"/>
                </a:solidFill>
                <a:latin typeface="Arial" panose="020B0604020202020204" pitchFamily="34" charset="0"/>
                <a:ea typeface="黑体" panose="02010609060101010101" pitchFamily="49" charset="-122"/>
                <a:sym typeface="Arial" panose="020B0604020202020204" pitchFamily="34" charset="0"/>
              </a:defRPr>
            </a:lvl2pPr>
            <a:lvl3pPr marL="1143000" indent="-228600">
              <a:defRPr>
                <a:solidFill>
                  <a:schemeClr val="bg2"/>
                </a:solidFill>
                <a:latin typeface="Arial" panose="020B0604020202020204" pitchFamily="34" charset="0"/>
                <a:ea typeface="黑体" panose="02010609060101010101" pitchFamily="49" charset="-122"/>
                <a:sym typeface="Arial" panose="020B0604020202020204" pitchFamily="34" charset="0"/>
              </a:defRPr>
            </a:lvl3pPr>
            <a:lvl4pPr marL="1600200" indent="-228600">
              <a:defRPr>
                <a:solidFill>
                  <a:schemeClr val="bg2"/>
                </a:solidFill>
                <a:latin typeface="Arial" panose="020B0604020202020204" pitchFamily="34" charset="0"/>
                <a:ea typeface="黑体" panose="02010609060101010101" pitchFamily="49" charset="-122"/>
                <a:sym typeface="Arial" panose="020B0604020202020204" pitchFamily="34" charset="0"/>
              </a:defRPr>
            </a:lvl4pPr>
            <a:lvl5pPr marL="2057400" indent="-228600">
              <a:defRPr>
                <a:solidFill>
                  <a:schemeClr val="bg2"/>
                </a:solidFill>
                <a:latin typeface="Arial" panose="020B0604020202020204" pitchFamily="34" charset="0"/>
                <a:ea typeface="黑体" panose="02010609060101010101" pitchFamily="49" charset="-122"/>
                <a:sym typeface="Arial" panose="020B0604020202020204" pitchFamily="34" charset="0"/>
              </a:defRPr>
            </a:lvl5pPr>
            <a:lvl6pPr marL="2514600" indent="-228600" fontAlgn="base">
              <a:spcBef>
                <a:spcPct val="0"/>
              </a:spcBef>
              <a:spcAft>
                <a:spcPct val="0"/>
              </a:spcAft>
              <a:buFont typeface="Arial" panose="020B0604020202020204" pitchFamily="34" charset="0"/>
              <a:defRPr>
                <a:solidFill>
                  <a:schemeClr val="bg2"/>
                </a:solidFill>
                <a:latin typeface="Arial" panose="020B0604020202020204" pitchFamily="34" charset="0"/>
                <a:ea typeface="黑体" panose="02010609060101010101" pitchFamily="49" charset="-122"/>
                <a:sym typeface="Arial" panose="020B0604020202020204" pitchFamily="34" charset="0"/>
              </a:defRPr>
            </a:lvl6pPr>
            <a:lvl7pPr marL="2971800" indent="-228600" fontAlgn="base">
              <a:spcBef>
                <a:spcPct val="0"/>
              </a:spcBef>
              <a:spcAft>
                <a:spcPct val="0"/>
              </a:spcAft>
              <a:buFont typeface="Arial" panose="020B0604020202020204" pitchFamily="34" charset="0"/>
              <a:defRPr>
                <a:solidFill>
                  <a:schemeClr val="bg2"/>
                </a:solidFill>
                <a:latin typeface="Arial" panose="020B0604020202020204" pitchFamily="34" charset="0"/>
                <a:ea typeface="黑体" panose="02010609060101010101" pitchFamily="49" charset="-122"/>
                <a:sym typeface="Arial" panose="020B0604020202020204" pitchFamily="34" charset="0"/>
              </a:defRPr>
            </a:lvl7pPr>
            <a:lvl8pPr marL="3429000" indent="-228600" fontAlgn="base">
              <a:spcBef>
                <a:spcPct val="0"/>
              </a:spcBef>
              <a:spcAft>
                <a:spcPct val="0"/>
              </a:spcAft>
              <a:buFont typeface="Arial" panose="020B0604020202020204" pitchFamily="34" charset="0"/>
              <a:defRPr>
                <a:solidFill>
                  <a:schemeClr val="bg2"/>
                </a:solidFill>
                <a:latin typeface="Arial" panose="020B0604020202020204" pitchFamily="34" charset="0"/>
                <a:ea typeface="黑体" panose="02010609060101010101" pitchFamily="49" charset="-122"/>
                <a:sym typeface="Arial" panose="020B0604020202020204" pitchFamily="34" charset="0"/>
              </a:defRPr>
            </a:lvl8pPr>
            <a:lvl9pPr marL="3886200" indent="-228600" fontAlgn="base">
              <a:spcBef>
                <a:spcPct val="0"/>
              </a:spcBef>
              <a:spcAft>
                <a:spcPct val="0"/>
              </a:spcAft>
              <a:buFont typeface="Arial" panose="020B0604020202020204" pitchFamily="34" charset="0"/>
              <a:defRPr>
                <a:solidFill>
                  <a:schemeClr val="bg2"/>
                </a:solidFill>
                <a:latin typeface="Arial" panose="020B0604020202020204" pitchFamily="34" charset="0"/>
                <a:ea typeface="黑体" panose="02010609060101010101" pitchFamily="49" charset="-122"/>
                <a:sym typeface="Arial" panose="020B0604020202020204" pitchFamily="34" charset="0"/>
              </a:defRPr>
            </a:lvl9pPr>
          </a:lstStyle>
          <a:p>
            <a:pPr algn="ctr" eaLnBrk="1" hangingPunct="1">
              <a:spcBef>
                <a:spcPts val="1000"/>
              </a:spcBef>
            </a:pPr>
            <a:endParaRPr lang="en-US" sz="1800" dirty="0">
              <a:solidFill>
                <a:schemeClr val="bg1"/>
              </a:solidFill>
            </a:endParaRPr>
          </a:p>
        </p:txBody>
      </p:sp>
      <p:sp>
        <p:nvSpPr>
          <p:cNvPr id="10" name="文本占位符 9"/>
          <p:cNvSpPr>
            <a:spLocks noGrp="1"/>
          </p:cNvSpPr>
          <p:nvPr>
            <p:ph type="body" sz="quarter" idx="10"/>
          </p:nvPr>
        </p:nvSpPr>
        <p:spPr>
          <a:xfrm>
            <a:off x="5969011" y="3078000"/>
            <a:ext cx="5160000" cy="48600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smtClean="0"/>
              <a:t>单击此处编辑母版文本样式</a:t>
            </a:r>
            <a:endParaRPr lang="zh-CN" altLang="en-US" dirty="0" smtClean="0"/>
          </a:p>
        </p:txBody>
      </p:sp>
      <p:sp>
        <p:nvSpPr>
          <p:cNvPr id="9" name="日期占位符 8"/>
          <p:cNvSpPr>
            <a:spLocks noGrp="1"/>
          </p:cNvSpPr>
          <p:nvPr>
            <p:ph type="dt" sz="half" idx="11"/>
          </p:nvPr>
        </p:nvSpPr>
        <p:spPr/>
        <p:txBody>
          <a:bodyPr/>
          <a:lstStyle/>
          <a:p>
            <a:fld id="{C89FBBF0-28F5-4B05-A601-20D3A8846351}" type="datetimeFigureOut">
              <a:rPr lang="zh-CN" altLang="en-US" smtClean="0"/>
            </a:fld>
            <a:endParaRPr lang="zh-CN" altLang="en-US"/>
          </a:p>
        </p:txBody>
      </p:sp>
      <p:sp>
        <p:nvSpPr>
          <p:cNvPr id="11" name="页脚占位符 10"/>
          <p:cNvSpPr>
            <a:spLocks noGrp="1"/>
          </p:cNvSpPr>
          <p:nvPr>
            <p:ph type="ftr" sz="quarter" idx="12"/>
          </p:nvPr>
        </p:nvSpPr>
        <p:spPr/>
        <p:txBody>
          <a:bodyPr/>
          <a:lstStyle/>
          <a:p>
            <a:endParaRPr lang="zh-CN" altLang="en-US"/>
          </a:p>
        </p:txBody>
      </p:sp>
      <p:sp>
        <p:nvSpPr>
          <p:cNvPr id="12" name="灯片编号占位符 11"/>
          <p:cNvSpPr>
            <a:spLocks noGrp="1"/>
          </p:cNvSpPr>
          <p:nvPr>
            <p:ph type="sldNum" sz="quarter" idx="13"/>
          </p:nvPr>
        </p:nvSpPr>
        <p:spPr/>
        <p:txBody>
          <a:bodyPr/>
          <a:lstStyle/>
          <a:p>
            <a:fld id="{0E93DACB-969B-4306-8368-F8F409B3F231}" type="slidenum">
              <a:rPr lang="zh-CN" altLang="en-US" smtClean="0"/>
            </a:fld>
            <a:endParaRPr lang="zh-CN" altLang="en-US"/>
          </a:p>
        </p:txBody>
      </p:sp>
      <p:sp>
        <p:nvSpPr>
          <p:cNvPr id="13" name="文本占位符 7" descr="#wm#_18_07_*Z"/>
          <p:cNvSpPr/>
          <p:nvPr>
            <p:custDataLst>
              <p:tags r:id="rId3"/>
            </p:custDataLst>
          </p:nvPr>
        </p:nvSpPr>
        <p:spPr bwMode="auto">
          <a:xfrm>
            <a:off x="4341831" y="2105026"/>
            <a:ext cx="1471612" cy="1471612"/>
          </a:xfrm>
          <a:prstGeom prst="ellipse">
            <a:avLst/>
          </a:prstGeom>
          <a:noFill/>
          <a:ln w="38100" cmpd="sng">
            <a:solidFill>
              <a:srgbClr val="333399"/>
            </a:solidFill>
            <a:round/>
          </a:ln>
          <a:extLst>
            <a:ext uri="{909E8E84-426E-40DD-AFC4-6F175D3DCCD1}">
              <a14:hiddenFill xmlns:a14="http://schemas.microsoft.com/office/drawing/2010/main">
                <a:solidFill>
                  <a:srgbClr val="FFFFFF"/>
                </a:solidFill>
              </a14:hiddenFill>
            </a:ext>
          </a:extLst>
        </p:spPr>
        <p:txBody>
          <a:bodyPr lIns="0" tIns="0" rIns="0" bIns="0" anchor="ctr"/>
          <a:lstStyle>
            <a:lvl1pPr>
              <a:defRPr>
                <a:solidFill>
                  <a:schemeClr val="bg2"/>
                </a:solidFill>
                <a:latin typeface="Arial" panose="020B0604020202020204" pitchFamily="34" charset="0"/>
                <a:ea typeface="黑体" panose="02010609060101010101" pitchFamily="49" charset="-122"/>
                <a:sym typeface="Arial" panose="020B0604020202020204" pitchFamily="34" charset="0"/>
              </a:defRPr>
            </a:lvl1pPr>
            <a:lvl2pPr marL="685800" indent="-228600">
              <a:defRPr>
                <a:solidFill>
                  <a:schemeClr val="bg2"/>
                </a:solidFill>
                <a:latin typeface="Arial" panose="020B0604020202020204" pitchFamily="34" charset="0"/>
                <a:ea typeface="黑体" panose="02010609060101010101" pitchFamily="49" charset="-122"/>
                <a:sym typeface="Arial" panose="020B0604020202020204" pitchFamily="34" charset="0"/>
              </a:defRPr>
            </a:lvl2pPr>
            <a:lvl3pPr marL="1143000" indent="-228600">
              <a:defRPr>
                <a:solidFill>
                  <a:schemeClr val="bg2"/>
                </a:solidFill>
                <a:latin typeface="Arial" panose="020B0604020202020204" pitchFamily="34" charset="0"/>
                <a:ea typeface="黑体" panose="02010609060101010101" pitchFamily="49" charset="-122"/>
                <a:sym typeface="Arial" panose="020B0604020202020204" pitchFamily="34" charset="0"/>
              </a:defRPr>
            </a:lvl3pPr>
            <a:lvl4pPr marL="1600200" indent="-228600">
              <a:defRPr>
                <a:solidFill>
                  <a:schemeClr val="bg2"/>
                </a:solidFill>
                <a:latin typeface="Arial" panose="020B0604020202020204" pitchFamily="34" charset="0"/>
                <a:ea typeface="黑体" panose="02010609060101010101" pitchFamily="49" charset="-122"/>
                <a:sym typeface="Arial" panose="020B0604020202020204" pitchFamily="34" charset="0"/>
              </a:defRPr>
            </a:lvl4pPr>
            <a:lvl5pPr marL="2057400" indent="-228600">
              <a:defRPr>
                <a:solidFill>
                  <a:schemeClr val="bg2"/>
                </a:solidFill>
                <a:latin typeface="Arial" panose="020B0604020202020204" pitchFamily="34" charset="0"/>
                <a:ea typeface="黑体" panose="02010609060101010101" pitchFamily="49" charset="-122"/>
                <a:sym typeface="Arial" panose="020B0604020202020204" pitchFamily="34" charset="0"/>
              </a:defRPr>
            </a:lvl5pPr>
            <a:lvl6pPr marL="2514600" indent="-228600" fontAlgn="base">
              <a:spcBef>
                <a:spcPct val="0"/>
              </a:spcBef>
              <a:spcAft>
                <a:spcPct val="0"/>
              </a:spcAft>
              <a:buFont typeface="Arial" panose="020B0604020202020204" pitchFamily="34" charset="0"/>
              <a:defRPr>
                <a:solidFill>
                  <a:schemeClr val="bg2"/>
                </a:solidFill>
                <a:latin typeface="Arial" panose="020B0604020202020204" pitchFamily="34" charset="0"/>
                <a:ea typeface="黑体" panose="02010609060101010101" pitchFamily="49" charset="-122"/>
                <a:sym typeface="Arial" panose="020B0604020202020204" pitchFamily="34" charset="0"/>
              </a:defRPr>
            </a:lvl6pPr>
            <a:lvl7pPr marL="2971800" indent="-228600" fontAlgn="base">
              <a:spcBef>
                <a:spcPct val="0"/>
              </a:spcBef>
              <a:spcAft>
                <a:spcPct val="0"/>
              </a:spcAft>
              <a:buFont typeface="Arial" panose="020B0604020202020204" pitchFamily="34" charset="0"/>
              <a:defRPr>
                <a:solidFill>
                  <a:schemeClr val="bg2"/>
                </a:solidFill>
                <a:latin typeface="Arial" panose="020B0604020202020204" pitchFamily="34" charset="0"/>
                <a:ea typeface="黑体" panose="02010609060101010101" pitchFamily="49" charset="-122"/>
                <a:sym typeface="Arial" panose="020B0604020202020204" pitchFamily="34" charset="0"/>
              </a:defRPr>
            </a:lvl7pPr>
            <a:lvl8pPr marL="3429000" indent="-228600" fontAlgn="base">
              <a:spcBef>
                <a:spcPct val="0"/>
              </a:spcBef>
              <a:spcAft>
                <a:spcPct val="0"/>
              </a:spcAft>
              <a:buFont typeface="Arial" panose="020B0604020202020204" pitchFamily="34" charset="0"/>
              <a:defRPr>
                <a:solidFill>
                  <a:schemeClr val="bg2"/>
                </a:solidFill>
                <a:latin typeface="Arial" panose="020B0604020202020204" pitchFamily="34" charset="0"/>
                <a:ea typeface="黑体" panose="02010609060101010101" pitchFamily="49" charset="-122"/>
                <a:sym typeface="Arial" panose="020B0604020202020204" pitchFamily="34" charset="0"/>
              </a:defRPr>
            </a:lvl8pPr>
            <a:lvl9pPr marL="3886200" indent="-228600" fontAlgn="base">
              <a:spcBef>
                <a:spcPct val="0"/>
              </a:spcBef>
              <a:spcAft>
                <a:spcPct val="0"/>
              </a:spcAft>
              <a:buFont typeface="Arial" panose="020B0604020202020204" pitchFamily="34" charset="0"/>
              <a:defRPr>
                <a:solidFill>
                  <a:schemeClr val="bg2"/>
                </a:solidFill>
                <a:latin typeface="Arial" panose="020B0604020202020204" pitchFamily="34" charset="0"/>
                <a:ea typeface="黑体" panose="02010609060101010101" pitchFamily="49" charset="-122"/>
                <a:sym typeface="Arial" panose="020B0604020202020204" pitchFamily="34" charset="0"/>
              </a:defRPr>
            </a:lvl9pPr>
          </a:lstStyle>
          <a:p>
            <a:pPr eaLnBrk="1" hangingPunct="1">
              <a:spcBef>
                <a:spcPts val="1000"/>
              </a:spcBef>
            </a:pPr>
            <a:endParaRPr lang="en-US" sz="7200" dirty="0">
              <a:solidFill>
                <a:schemeClr val="tx2"/>
              </a:solidFill>
            </a:endParaRPr>
          </a:p>
        </p:txBody>
      </p:sp>
      <p:cxnSp>
        <p:nvCxnSpPr>
          <p:cNvPr id="14" name="直接连接符 2" descr="#wm#_18_07_*Z"/>
          <p:cNvCxnSpPr>
            <a:cxnSpLocks noChangeShapeType="1"/>
          </p:cNvCxnSpPr>
          <p:nvPr>
            <p:custDataLst>
              <p:tags r:id="rId4"/>
            </p:custDataLst>
          </p:nvPr>
        </p:nvCxnSpPr>
        <p:spPr bwMode="auto">
          <a:xfrm>
            <a:off x="5956318" y="3054351"/>
            <a:ext cx="3946525" cy="0"/>
          </a:xfrm>
          <a:prstGeom prst="line">
            <a:avLst/>
          </a:prstGeom>
          <a:noFill/>
          <a:ln w="19050" cmpd="sng">
            <a:solidFill>
              <a:srgbClr val="333399"/>
            </a:solidFill>
            <a:round/>
          </a:ln>
          <a:extLst>
            <a:ext uri="{909E8E84-426E-40DD-AFC4-6F175D3DCCD1}">
              <a14:hiddenFill xmlns:a14="http://schemas.microsoft.com/office/drawing/2010/main">
                <a:noFill/>
              </a14:hiddenFill>
            </a:ext>
          </a:extLst>
        </p:spPr>
      </p:cxnSp>
      <p:sp>
        <p:nvSpPr>
          <p:cNvPr id="15" name="文本占位符 22" descr="#wm#_18_07_*Z"/>
          <p:cNvSpPr>
            <a:spLocks noChangeArrowheads="1"/>
          </p:cNvSpPr>
          <p:nvPr>
            <p:custDataLst>
              <p:tags r:id="rId5"/>
            </p:custDataLst>
          </p:nvPr>
        </p:nvSpPr>
        <p:spPr bwMode="auto">
          <a:xfrm>
            <a:off x="3984643" y="1916113"/>
            <a:ext cx="765175" cy="766763"/>
          </a:xfrm>
          <a:prstGeom prst="ellipse">
            <a:avLst/>
          </a:prstGeom>
          <a:solidFill>
            <a:srgbClr val="333399">
              <a:alpha val="70000"/>
            </a:srgbClr>
          </a:solidFill>
          <a:ln>
            <a:noFill/>
          </a:ln>
          <a:extLst>
            <a:ext uri="{91240B29-F687-4F45-9708-019B960494DF}">
              <a14:hiddenLine xmlns:a14="http://schemas.microsoft.com/office/drawing/2010/main" w="9525">
                <a:solidFill>
                  <a:srgbClr val="000000"/>
                </a:solidFill>
                <a:round/>
              </a14:hiddenLine>
            </a:ext>
          </a:extLst>
        </p:spPr>
        <p:txBody>
          <a:bodyPr lIns="0" tIns="0" rIns="0" bIns="0" anchor="ctr"/>
          <a:lstStyle>
            <a:lvl1pPr>
              <a:defRPr>
                <a:solidFill>
                  <a:schemeClr val="bg2"/>
                </a:solidFill>
                <a:latin typeface="Arial" panose="020B0604020202020204" pitchFamily="34" charset="0"/>
                <a:ea typeface="黑体" panose="02010609060101010101" pitchFamily="49" charset="-122"/>
                <a:sym typeface="Arial" panose="020B0604020202020204" pitchFamily="34" charset="0"/>
              </a:defRPr>
            </a:lvl1pPr>
            <a:lvl2pPr marL="685800" indent="-228600">
              <a:defRPr>
                <a:solidFill>
                  <a:schemeClr val="bg2"/>
                </a:solidFill>
                <a:latin typeface="Arial" panose="020B0604020202020204" pitchFamily="34" charset="0"/>
                <a:ea typeface="黑体" panose="02010609060101010101" pitchFamily="49" charset="-122"/>
                <a:sym typeface="Arial" panose="020B0604020202020204" pitchFamily="34" charset="0"/>
              </a:defRPr>
            </a:lvl2pPr>
            <a:lvl3pPr marL="1143000" indent="-228600">
              <a:defRPr>
                <a:solidFill>
                  <a:schemeClr val="bg2"/>
                </a:solidFill>
                <a:latin typeface="Arial" panose="020B0604020202020204" pitchFamily="34" charset="0"/>
                <a:ea typeface="黑体" panose="02010609060101010101" pitchFamily="49" charset="-122"/>
                <a:sym typeface="Arial" panose="020B0604020202020204" pitchFamily="34" charset="0"/>
              </a:defRPr>
            </a:lvl3pPr>
            <a:lvl4pPr marL="1600200" indent="-228600">
              <a:defRPr>
                <a:solidFill>
                  <a:schemeClr val="bg2"/>
                </a:solidFill>
                <a:latin typeface="Arial" panose="020B0604020202020204" pitchFamily="34" charset="0"/>
                <a:ea typeface="黑体" panose="02010609060101010101" pitchFamily="49" charset="-122"/>
                <a:sym typeface="Arial" panose="020B0604020202020204" pitchFamily="34" charset="0"/>
              </a:defRPr>
            </a:lvl4pPr>
            <a:lvl5pPr marL="2057400" indent="-228600">
              <a:defRPr>
                <a:solidFill>
                  <a:schemeClr val="bg2"/>
                </a:solidFill>
                <a:latin typeface="Arial" panose="020B0604020202020204" pitchFamily="34" charset="0"/>
                <a:ea typeface="黑体" panose="02010609060101010101" pitchFamily="49" charset="-122"/>
                <a:sym typeface="Arial" panose="020B0604020202020204" pitchFamily="34" charset="0"/>
              </a:defRPr>
            </a:lvl5pPr>
            <a:lvl6pPr marL="2514600" indent="-228600" fontAlgn="base">
              <a:spcBef>
                <a:spcPct val="0"/>
              </a:spcBef>
              <a:spcAft>
                <a:spcPct val="0"/>
              </a:spcAft>
              <a:buFont typeface="Arial" panose="020B0604020202020204" pitchFamily="34" charset="0"/>
              <a:defRPr>
                <a:solidFill>
                  <a:schemeClr val="bg2"/>
                </a:solidFill>
                <a:latin typeface="Arial" panose="020B0604020202020204" pitchFamily="34" charset="0"/>
                <a:ea typeface="黑体" panose="02010609060101010101" pitchFamily="49" charset="-122"/>
                <a:sym typeface="Arial" panose="020B0604020202020204" pitchFamily="34" charset="0"/>
              </a:defRPr>
            </a:lvl6pPr>
            <a:lvl7pPr marL="2971800" indent="-228600" fontAlgn="base">
              <a:spcBef>
                <a:spcPct val="0"/>
              </a:spcBef>
              <a:spcAft>
                <a:spcPct val="0"/>
              </a:spcAft>
              <a:buFont typeface="Arial" panose="020B0604020202020204" pitchFamily="34" charset="0"/>
              <a:defRPr>
                <a:solidFill>
                  <a:schemeClr val="bg2"/>
                </a:solidFill>
                <a:latin typeface="Arial" panose="020B0604020202020204" pitchFamily="34" charset="0"/>
                <a:ea typeface="黑体" panose="02010609060101010101" pitchFamily="49" charset="-122"/>
                <a:sym typeface="Arial" panose="020B0604020202020204" pitchFamily="34" charset="0"/>
              </a:defRPr>
            </a:lvl7pPr>
            <a:lvl8pPr marL="3429000" indent="-228600" fontAlgn="base">
              <a:spcBef>
                <a:spcPct val="0"/>
              </a:spcBef>
              <a:spcAft>
                <a:spcPct val="0"/>
              </a:spcAft>
              <a:buFont typeface="Arial" panose="020B0604020202020204" pitchFamily="34" charset="0"/>
              <a:defRPr>
                <a:solidFill>
                  <a:schemeClr val="bg2"/>
                </a:solidFill>
                <a:latin typeface="Arial" panose="020B0604020202020204" pitchFamily="34" charset="0"/>
                <a:ea typeface="黑体" panose="02010609060101010101" pitchFamily="49" charset="-122"/>
                <a:sym typeface="Arial" panose="020B0604020202020204" pitchFamily="34" charset="0"/>
              </a:defRPr>
            </a:lvl8pPr>
            <a:lvl9pPr marL="3886200" indent="-228600" fontAlgn="base">
              <a:spcBef>
                <a:spcPct val="0"/>
              </a:spcBef>
              <a:spcAft>
                <a:spcPct val="0"/>
              </a:spcAft>
              <a:buFont typeface="Arial" panose="020B0604020202020204" pitchFamily="34" charset="0"/>
              <a:defRPr>
                <a:solidFill>
                  <a:schemeClr val="bg2"/>
                </a:solidFill>
                <a:latin typeface="Arial" panose="020B0604020202020204" pitchFamily="34" charset="0"/>
                <a:ea typeface="黑体" panose="02010609060101010101" pitchFamily="49" charset="-122"/>
                <a:sym typeface="Arial" panose="020B0604020202020204" pitchFamily="34" charset="0"/>
              </a:defRPr>
            </a:lvl9pPr>
          </a:lstStyle>
          <a:p>
            <a:pPr algn="ctr" eaLnBrk="1" hangingPunct="1">
              <a:spcBef>
                <a:spcPts val="1000"/>
              </a:spcBef>
            </a:pPr>
            <a:endParaRPr lang="en-US" dirty="0">
              <a:solidFill>
                <a:schemeClr val="bg1"/>
              </a:solidFill>
            </a:endParaRPr>
          </a:p>
        </p:txBody>
      </p:sp>
      <p:sp>
        <p:nvSpPr>
          <p:cNvPr id="16" name="任意多边形 4" descr="#wm#_18_07_*Z"/>
          <p:cNvSpPr/>
          <p:nvPr>
            <p:custDataLst>
              <p:tags r:id="rId6"/>
            </p:custDataLst>
          </p:nvPr>
        </p:nvSpPr>
        <p:spPr bwMode="auto">
          <a:xfrm>
            <a:off x="4184668" y="3062288"/>
            <a:ext cx="1765300" cy="677863"/>
          </a:xfrm>
          <a:custGeom>
            <a:avLst/>
            <a:gdLst>
              <a:gd name="T0" fmla="*/ 1807014 w 1807014"/>
              <a:gd name="T1" fmla="*/ 0 h 693278"/>
              <a:gd name="T2" fmla="*/ 1770122 w 1807014"/>
              <a:gd name="T3" fmla="*/ 118847 h 693278"/>
              <a:gd name="T4" fmla="*/ 903507 w 1807014"/>
              <a:gd name="T5" fmla="*/ 693278 h 693278"/>
              <a:gd name="T6" fmla="*/ 36892 w 1807014"/>
              <a:gd name="T7" fmla="*/ 118847 h 693278"/>
              <a:gd name="T8" fmla="*/ 0 w 1807014"/>
              <a:gd name="T9" fmla="*/ 0 h 693278"/>
            </a:gdLst>
            <a:ahLst/>
            <a:cxnLst>
              <a:cxn ang="0">
                <a:pos x="T0" y="T1"/>
              </a:cxn>
              <a:cxn ang="0">
                <a:pos x="T2" y="T3"/>
              </a:cxn>
              <a:cxn ang="0">
                <a:pos x="T4" y="T5"/>
              </a:cxn>
              <a:cxn ang="0">
                <a:pos x="T6" y="T7"/>
              </a:cxn>
              <a:cxn ang="0">
                <a:pos x="T8" y="T9"/>
              </a:cxn>
            </a:cxnLst>
            <a:rect l="0" t="0" r="r" b="b"/>
            <a:pathLst>
              <a:path w="1807014" h="693278">
                <a:moveTo>
                  <a:pt x="1807014" y="0"/>
                </a:moveTo>
                <a:lnTo>
                  <a:pt x="1770122" y="118847"/>
                </a:lnTo>
                <a:cubicBezTo>
                  <a:pt x="1627342" y="456416"/>
                  <a:pt x="1293086" y="693278"/>
                  <a:pt x="903507" y="693278"/>
                </a:cubicBezTo>
                <a:cubicBezTo>
                  <a:pt x="513929" y="693278"/>
                  <a:pt x="179672" y="456416"/>
                  <a:pt x="36892" y="118847"/>
                </a:cubicBezTo>
                <a:lnTo>
                  <a:pt x="0" y="0"/>
                </a:lnTo>
              </a:path>
            </a:pathLst>
          </a:custGeom>
          <a:noFill/>
          <a:ln w="19050" cap="flat" cmpd="sng">
            <a:solidFill>
              <a:srgbClr val="333399"/>
            </a:solidFill>
            <a:round/>
          </a:ln>
          <a:extLst>
            <a:ext uri="{909E8E84-426E-40DD-AFC4-6F175D3DCCD1}">
              <a14:hiddenFill xmlns:a14="http://schemas.microsoft.com/office/drawing/2010/main">
                <a:solidFill>
                  <a:srgbClr val="FFFFFF"/>
                </a:solidFill>
              </a14:hiddenFill>
            </a:ext>
          </a:extLst>
        </p:spPr>
        <p:txBody>
          <a:bodyPr anchor="ctr"/>
          <a:lstStyle/>
          <a:p>
            <a:endParaRPr lang="zh-CN" altLang="en-US"/>
          </a:p>
        </p:txBody>
      </p:sp>
      <p:cxnSp>
        <p:nvCxnSpPr>
          <p:cNvPr id="17" name="直接连接符 5" descr="#wm#_18_07_*Z"/>
          <p:cNvCxnSpPr>
            <a:cxnSpLocks noChangeShapeType="1"/>
            <a:endCxn id="16" idx="4"/>
          </p:cNvCxnSpPr>
          <p:nvPr>
            <p:custDataLst>
              <p:tags r:id="rId7"/>
            </p:custDataLst>
          </p:nvPr>
        </p:nvCxnSpPr>
        <p:spPr bwMode="auto">
          <a:xfrm>
            <a:off x="0" y="3062288"/>
            <a:ext cx="4184668" cy="0"/>
          </a:xfrm>
          <a:prstGeom prst="line">
            <a:avLst/>
          </a:prstGeom>
          <a:noFill/>
          <a:ln w="19050" cmpd="sng">
            <a:solidFill>
              <a:srgbClr val="333399"/>
            </a:solidFill>
            <a:round/>
          </a:ln>
          <a:extLst>
            <a:ext uri="{909E8E84-426E-40DD-AFC4-6F175D3DCCD1}">
              <a14:hiddenFill xmlns:a14="http://schemas.microsoft.com/office/drawing/2010/main">
                <a:noFill/>
              </a14:hiddenFill>
            </a:ext>
          </a:extLst>
        </p:spPr>
      </p:cxn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89FBBF0-28F5-4B05-A601-20D3A8846351}"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E93DACB-969B-4306-8368-F8F409B3F231}" type="slidenum">
              <a:rPr lang="zh-CN" altLang="en-US" smtClean="0"/>
            </a:fld>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7" y="457200"/>
            <a:ext cx="4165200"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717" y="464400"/>
            <a:ext cx="6172200" cy="54036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40318" y="2057400"/>
            <a:ext cx="4165199" cy="3811588"/>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C89FBBF0-28F5-4B05-A601-20D3A884635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E93DACB-969B-4306-8368-F8F409B3F231}" type="slidenum">
              <a:rPr lang="zh-CN" altLang="en-US" smtClean="0"/>
            </a:fld>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729787" y="406401"/>
            <a:ext cx="1624013" cy="5719763"/>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406401"/>
            <a:ext cx="8662988" cy="5719763"/>
          </a:xfrm>
        </p:spPr>
        <p:txBody>
          <a:bodyPr vert="eaVert"/>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p>
            <a:fld id="{C89FBBF0-28F5-4B05-A601-20D3A884635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E93DACB-969B-4306-8368-F8F409B3F231}" type="slidenum">
              <a:rPr lang="zh-CN" altLang="en-US" smtClean="0"/>
            </a:fld>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C89FBBF0-28F5-4B05-A601-20D3A8846351}"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E93DACB-969B-4306-8368-F8F409B3F231}" type="slidenum">
              <a:rPr lang="zh-CN" altLang="en-US" smtClean="0"/>
            </a:fld>
            <a:endParaRPr lang="zh-CN" altLang="en-US"/>
          </a:p>
        </p:txBody>
      </p:sp>
      <p:sp>
        <p:nvSpPr>
          <p:cNvPr id="6" name="内容占位符 6"/>
          <p:cNvSpPr>
            <a:spLocks noGrp="1"/>
          </p:cNvSpPr>
          <p:nvPr>
            <p:ph sz="quarter" idx="13"/>
          </p:nvPr>
        </p:nvSpPr>
        <p:spPr>
          <a:xfrm>
            <a:off x="838200" y="412955"/>
            <a:ext cx="10515600" cy="5575095"/>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3.png"/><Relationship Id="rId13" Type="http://schemas.microsoft.com/office/2007/relationships/hdphoto" Target="../media/image4.wdp"/><Relationship Id="rId12" Type="http://schemas.openxmlformats.org/officeDocument/2006/relationships/image" Target="../media/image5.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5" Type="http://schemas.openxmlformats.org/officeDocument/2006/relationships/theme" Target="../theme/theme2.xml"/><Relationship Id="rId14" Type="http://schemas.openxmlformats.org/officeDocument/2006/relationships/image" Target="../media/image10.png"/><Relationship Id="rId13" Type="http://schemas.openxmlformats.org/officeDocument/2006/relationships/image" Target="../media/image9.png"/><Relationship Id="rId12" Type="http://schemas.openxmlformats.org/officeDocument/2006/relationships/image" Target="../media/image7.jpe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2" Type="http://schemas.openxmlformats.org/officeDocument/2006/relationships/theme" Target="../theme/theme3.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1" Type="http://schemas.openxmlformats.org/officeDocument/2006/relationships/theme" Target="../theme/theme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zh-CN" altLang="en-US"/>
              <a:t>编辑母版文本样式
第二级
第三级
第四级
第五级</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smtClean="0"/>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2">
                <a:duotone>
                  <a:schemeClr val="accent1">
                    <a:shade val="45000"/>
                    <a:satMod val="135000"/>
                  </a:schemeClr>
                  <a:prstClr val="white"/>
                </a:duotone>
                <a:extLst>
                  <a:ext uri="{BEBA8EAE-BF5A-486C-A8C5-ECC9F3942E4B}">
                    <a14:imgProps xmlns:a14="http://schemas.microsoft.com/office/drawing/2010/main">
                      <a14:imgLayer r:embed="rId13">
                        <a14:imgEffect>
                          <a14:brightnessContrast bright="-40000" contrast="20000"/>
                        </a14:imgEffect>
                        <a14:imgEffect>
                          <a14:saturation sat="95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5400" kern="1200" cap="all" baseline="0">
          <a:blipFill>
            <a:blip r:embed="rId14">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1125538"/>
            <a:ext cx="2844800" cy="101600"/>
          </a:xfrm>
          <a:prstGeom prst="rect">
            <a:avLst/>
          </a:prstGeom>
          <a:solidFill>
            <a:schemeClr val="accent2"/>
          </a:solidFill>
          <a:ln>
            <a:noFill/>
          </a:ln>
        </p:spPr>
        <p:txBody>
          <a:bodyPr wrap="none" anchor="ctr"/>
          <a:lstStyle/>
          <a:p>
            <a:endParaRPr lang="zh-CN" altLang="en-US" sz="2400"/>
          </a:p>
        </p:txBody>
      </p:sp>
      <p:sp>
        <p:nvSpPr>
          <p:cNvPr id="1027" name="Rectangle 3"/>
          <p:cNvSpPr>
            <a:spLocks noChangeArrowheads="1"/>
          </p:cNvSpPr>
          <p:nvPr/>
        </p:nvSpPr>
        <p:spPr bwMode="auto">
          <a:xfrm>
            <a:off x="1930400" y="1125538"/>
            <a:ext cx="9652000" cy="101600"/>
          </a:xfrm>
          <a:prstGeom prst="rect">
            <a:avLst/>
          </a:prstGeom>
          <a:gradFill rotWithShape="0">
            <a:gsLst>
              <a:gs pos="0">
                <a:schemeClr val="accent2"/>
              </a:gs>
              <a:gs pos="100000">
                <a:schemeClr val="bg1"/>
              </a:gs>
            </a:gsLst>
            <a:lin ang="0" scaled="1"/>
          </a:gradFill>
          <a:ln>
            <a:noFill/>
          </a:ln>
        </p:spPr>
        <p:txBody>
          <a:bodyPr wrap="none" anchor="ctr"/>
          <a:lstStyle/>
          <a:p>
            <a:endParaRPr lang="zh-CN" altLang="en-US" sz="2400"/>
          </a:p>
        </p:txBody>
      </p:sp>
      <p:sp>
        <p:nvSpPr>
          <p:cNvPr id="1028" name="Rectangle 4"/>
          <p:cNvSpPr>
            <a:spLocks noGrp="1" noChangeArrowheads="1"/>
          </p:cNvSpPr>
          <p:nvPr>
            <p:ph type="title"/>
          </p:nvPr>
        </p:nvSpPr>
        <p:spPr bwMode="auto">
          <a:xfrm>
            <a:off x="1390651" y="404813"/>
            <a:ext cx="7488767" cy="576262"/>
          </a:xfrm>
          <a:prstGeom prst="rect">
            <a:avLst/>
          </a:prstGeom>
          <a:noFill/>
          <a:ln>
            <a:noFill/>
          </a:ln>
        </p:spPr>
        <p:txBody>
          <a:bodyPr vert="horz" wrap="square" lIns="91440" tIns="45720" rIns="91440" bIns="45720" numCol="1" anchor="b" anchorCtr="0" compatLnSpc="1"/>
          <a:lstStyle/>
          <a:p>
            <a:pPr lvl="0"/>
            <a:r>
              <a:rPr lang="zh-CN" altLang="en-US"/>
              <a:t>单击此处编辑母版标题样式</a:t>
            </a:r>
            <a:endParaRPr lang="zh-CN" altLang="en-US"/>
          </a:p>
        </p:txBody>
      </p:sp>
      <p:sp>
        <p:nvSpPr>
          <p:cNvPr id="1029" name="Rectangle 5"/>
          <p:cNvSpPr>
            <a:spLocks noGrp="1" noChangeArrowheads="1"/>
          </p:cNvSpPr>
          <p:nvPr>
            <p:ph type="body" idx="1"/>
          </p:nvPr>
        </p:nvSpPr>
        <p:spPr bwMode="auto">
          <a:xfrm>
            <a:off x="624418" y="1484313"/>
            <a:ext cx="10856383" cy="4392612"/>
          </a:xfrm>
          <a:prstGeom prst="rect">
            <a:avLst/>
          </a:prstGeom>
          <a:noFill/>
          <a:ln>
            <a:noFill/>
          </a:ln>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pic>
        <p:nvPicPr>
          <p:cNvPr id="1030" name="Picture 6" descr="towe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722785" y="188914"/>
            <a:ext cx="2654300" cy="1095375"/>
          </a:xfrm>
          <a:prstGeom prst="rect">
            <a:avLst/>
          </a:prstGeom>
          <a:noFill/>
          <a:ln>
            <a:noFill/>
          </a:ln>
        </p:spPr>
      </p:pic>
      <p:sp>
        <p:nvSpPr>
          <p:cNvPr id="188423" name="Rectangle 7"/>
          <p:cNvSpPr>
            <a:spLocks noGrp="1" noChangeArrowheads="1"/>
          </p:cNvSpPr>
          <p:nvPr>
            <p:ph type="dt" sz="half" idx="2"/>
          </p:nvPr>
        </p:nvSpPr>
        <p:spPr bwMode="auto">
          <a:xfrm>
            <a:off x="814917" y="6284913"/>
            <a:ext cx="1725083" cy="457200"/>
          </a:xfrm>
          <a:prstGeom prst="rect">
            <a:avLst/>
          </a:prstGeom>
          <a:noFill/>
          <a:ln w="9525">
            <a:noFill/>
            <a:miter lim="800000"/>
          </a:ln>
          <a:effectLst/>
        </p:spPr>
        <p:txBody>
          <a:bodyPr vert="horz" wrap="square" lIns="91440" tIns="45720" rIns="91440" bIns="45720" numCol="1" anchor="t" anchorCtr="0" compatLnSpc="1"/>
          <a:lstStyle>
            <a:lvl1pPr algn="l">
              <a:defRPr sz="1600">
                <a:latin typeface="Arial" panose="020B0604020202020204" pitchFamily="34" charset="0"/>
              </a:defRPr>
            </a:lvl1pPr>
          </a:lstStyle>
          <a:p>
            <a:pPr>
              <a:defRPr/>
            </a:pPr>
            <a:fld id="{96A7C1D7-DA4D-0D47-8A9D-20C501704407}" type="datetime1">
              <a:rPr lang="zh-CN" altLang="en-US"/>
            </a:fld>
            <a:endParaRPr lang="en-US" altLang="zh-CN"/>
          </a:p>
        </p:txBody>
      </p:sp>
      <p:sp>
        <p:nvSpPr>
          <p:cNvPr id="188424" name="Rectangle 8"/>
          <p:cNvSpPr>
            <a:spLocks noGrp="1" noChangeArrowheads="1"/>
          </p:cNvSpPr>
          <p:nvPr>
            <p:ph type="ftr" sz="quarter" idx="3"/>
          </p:nvPr>
        </p:nvSpPr>
        <p:spPr bwMode="auto">
          <a:xfrm>
            <a:off x="2734733" y="6202363"/>
            <a:ext cx="7010400" cy="539750"/>
          </a:xfrm>
          <a:prstGeom prst="rect">
            <a:avLst/>
          </a:prstGeom>
          <a:noFill/>
          <a:ln w="9525">
            <a:noFill/>
            <a:miter lim="800000"/>
          </a:ln>
          <a:effectLst/>
        </p:spPr>
        <p:txBody>
          <a:bodyPr vert="horz" wrap="square" lIns="91440" tIns="45720" rIns="91440" bIns="45720" numCol="1" anchor="t" anchorCtr="0" compatLnSpc="1"/>
          <a:lstStyle>
            <a:lvl1pPr>
              <a:defRPr sz="1600">
                <a:latin typeface="+mn-lt"/>
                <a:ea typeface="宋体" panose="02010600030101010101" pitchFamily="2" charset="-122"/>
                <a:cs typeface="+mn-cs"/>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188425" name="Rectangle 9"/>
          <p:cNvSpPr>
            <a:spLocks noGrp="1" noChangeArrowheads="1"/>
          </p:cNvSpPr>
          <p:nvPr>
            <p:ph type="sldNum" sz="quarter" idx="4"/>
          </p:nvPr>
        </p:nvSpPr>
        <p:spPr bwMode="auto">
          <a:xfrm>
            <a:off x="10033000" y="6284913"/>
            <a:ext cx="1244600" cy="457200"/>
          </a:xfrm>
          <a:prstGeom prst="rect">
            <a:avLst/>
          </a:prstGeom>
          <a:noFill/>
          <a:ln w="9525">
            <a:noFill/>
            <a:miter lim="800000"/>
          </a:ln>
          <a:effectLst/>
        </p:spPr>
        <p:txBody>
          <a:bodyPr vert="horz" wrap="square" lIns="91440" tIns="45720" rIns="91440" bIns="45720" numCol="1" anchor="t" anchorCtr="0" compatLnSpc="1"/>
          <a:lstStyle>
            <a:lvl1pPr algn="r">
              <a:defRPr sz="1600">
                <a:latin typeface="Arial" panose="020B0604020202020204" pitchFamily="34" charset="0"/>
              </a:defRPr>
            </a:lvl1pPr>
          </a:lstStyle>
          <a:p>
            <a:pPr>
              <a:defRPr/>
            </a:pPr>
            <a:fld id="{7A159C6A-D517-464E-A11D-5E3698E05D4A}" type="slidenum">
              <a:rPr lang="en-US" altLang="zh-CN"/>
            </a:fld>
            <a:endParaRPr lang="en-US" altLang="zh-CN"/>
          </a:p>
        </p:txBody>
      </p:sp>
      <p:pic>
        <p:nvPicPr>
          <p:cNvPr id="1034" name="Picture 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051" y="6092826"/>
            <a:ext cx="12156016" cy="28575"/>
          </a:xfrm>
          <a:prstGeom prst="rect">
            <a:avLst/>
          </a:prstGeom>
          <a:noFill/>
          <a:ln>
            <a:noFill/>
          </a:ln>
        </p:spPr>
      </p:pic>
      <p:pic>
        <p:nvPicPr>
          <p:cNvPr id="1035" name="Picture 11" descr="校徽"/>
          <p:cNvPicPr>
            <a:picLocks noChangeAspect="1" noChangeArrowheads="1"/>
          </p:cNvPicPr>
          <p:nvPr/>
        </p:nvPicPr>
        <p:blipFill>
          <a:blip r:embed="rId14" cstate="email">
            <a:extLst>
              <a:ext uri="{28A0092B-C50C-407E-A947-70E740481C1C}">
                <a14:useLocalDpi xmlns:a14="http://schemas.microsoft.com/office/drawing/2010/main" val="0"/>
              </a:ext>
            </a:extLst>
          </a:blip>
          <a:srcRect/>
          <a:stretch>
            <a:fillRect/>
          </a:stretch>
        </p:blipFill>
        <p:spPr bwMode="auto">
          <a:xfrm>
            <a:off x="408517" y="261939"/>
            <a:ext cx="886883" cy="790575"/>
          </a:xfrm>
          <a:prstGeom prst="rect">
            <a:avLst/>
          </a:prstGeom>
          <a:noFill/>
          <a:ln>
            <a:noFill/>
          </a:ln>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ctr" rtl="0" eaLnBrk="0" fontAlgn="base" hangingPunct="0">
        <a:spcBef>
          <a:spcPct val="0"/>
        </a:spcBef>
        <a:spcAft>
          <a:spcPct val="0"/>
        </a:spcAft>
        <a:defRPr kumimoji="1" sz="3200">
          <a:solidFill>
            <a:schemeClr val="tx1"/>
          </a:solidFill>
          <a:latin typeface="+mj-lt"/>
          <a:ea typeface="+mj-ea"/>
          <a:cs typeface="宋体" panose="02010600030101010101" pitchFamily="2" charset="-122"/>
        </a:defRPr>
      </a:lvl1pPr>
      <a:lvl2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4572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9pPr>
    </p:titleStyle>
    <p:bodyStyle>
      <a:lvl1pPr marL="447675" indent="-447675" algn="l" rtl="0" eaLnBrk="0" fontAlgn="base" hangingPunct="0">
        <a:spcBef>
          <a:spcPct val="20000"/>
        </a:spcBef>
        <a:spcAft>
          <a:spcPct val="0"/>
        </a:spcAft>
        <a:buClr>
          <a:schemeClr val="accent1"/>
        </a:buClr>
        <a:buSzPct val="70000"/>
        <a:buFont typeface="Wingdings" panose="05000000000000000000" charset="0"/>
        <a:buChar char="n"/>
        <a:defRPr kumimoji="1" sz="2800">
          <a:solidFill>
            <a:schemeClr val="tx1"/>
          </a:solidFill>
          <a:latin typeface="+mn-lt"/>
          <a:ea typeface="+mn-ea"/>
          <a:cs typeface="宋体" panose="02010600030101010101" pitchFamily="2" charset="-122"/>
        </a:defRPr>
      </a:lvl1pPr>
      <a:lvl2pPr marL="889000" indent="-440055" algn="l" rtl="0" eaLnBrk="0" fontAlgn="base" hangingPunct="0">
        <a:spcBef>
          <a:spcPct val="20000"/>
        </a:spcBef>
        <a:spcAft>
          <a:spcPct val="0"/>
        </a:spcAft>
        <a:buClr>
          <a:schemeClr val="hlink"/>
        </a:buClr>
        <a:buSzPct val="65000"/>
        <a:buFont typeface="Wingdings" panose="05000000000000000000" charset="0"/>
        <a:buChar char="¡"/>
        <a:defRPr kumimoji="1" sz="2400">
          <a:solidFill>
            <a:schemeClr val="tx1"/>
          </a:solidFill>
          <a:latin typeface="+mn-lt"/>
          <a:ea typeface="+mn-ea"/>
          <a:cs typeface="宋体" panose="02010600030101010101" pitchFamily="2" charset="-122"/>
        </a:defRPr>
      </a:lvl2pPr>
      <a:lvl3pPr marL="1294130" indent="-403225" algn="l" rtl="0" eaLnBrk="0" fontAlgn="base" hangingPunct="0">
        <a:spcBef>
          <a:spcPct val="20000"/>
        </a:spcBef>
        <a:spcAft>
          <a:spcPct val="0"/>
        </a:spcAft>
        <a:buClr>
          <a:schemeClr val="accent1"/>
        </a:buClr>
        <a:buSzPct val="70000"/>
        <a:buFont typeface="Wingdings" panose="05000000000000000000" charset="0"/>
        <a:buChar char="n"/>
        <a:defRPr kumimoji="1" sz="2000">
          <a:solidFill>
            <a:schemeClr val="tx1"/>
          </a:solidFill>
          <a:latin typeface="+mn-lt"/>
          <a:ea typeface="+mn-ea"/>
          <a:cs typeface="宋体" panose="02010600030101010101" pitchFamily="2" charset="-122"/>
        </a:defRPr>
      </a:lvl3pPr>
      <a:lvl4pPr marL="1681480" indent="-386080" algn="l" rtl="0" eaLnBrk="0" fontAlgn="base" hangingPunct="0">
        <a:spcBef>
          <a:spcPct val="20000"/>
        </a:spcBef>
        <a:spcAft>
          <a:spcPct val="0"/>
        </a:spcAft>
        <a:buClr>
          <a:schemeClr val="hlink"/>
        </a:buClr>
        <a:buSzPct val="75000"/>
        <a:buFont typeface="Wingdings" panose="05000000000000000000" charset="0"/>
        <a:buChar char="¡"/>
        <a:defRPr kumimoji="1">
          <a:solidFill>
            <a:schemeClr val="tx1"/>
          </a:solidFill>
          <a:latin typeface="+mn-lt"/>
          <a:ea typeface="+mn-ea"/>
          <a:cs typeface="宋体" panose="02010600030101010101" pitchFamily="2" charset="-122"/>
        </a:defRPr>
      </a:lvl4pPr>
      <a:lvl5pPr marL="2070100" indent="-387350" algn="l" rtl="0" eaLnBrk="0" fontAlgn="base" hangingPunct="0">
        <a:spcBef>
          <a:spcPct val="20000"/>
        </a:spcBef>
        <a:spcAft>
          <a:spcPct val="0"/>
        </a:spcAft>
        <a:buClr>
          <a:schemeClr val="accent1"/>
        </a:buClr>
        <a:buSzPct val="70000"/>
        <a:buFont typeface="Wingdings" panose="05000000000000000000" charset="0"/>
        <a:buChar char="n"/>
        <a:defRPr kumimoji="1" sz="1600">
          <a:solidFill>
            <a:schemeClr val="tx1"/>
          </a:solidFill>
          <a:latin typeface="+mn-lt"/>
          <a:ea typeface="+mn-ea"/>
          <a:cs typeface="宋体" panose="02010600030101010101" pitchFamily="2" charset="-122"/>
        </a:defRPr>
      </a:lvl5pPr>
      <a:lvl6pPr marL="25273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0590CF3-2B16-4D1E-B105-E913AB632D8D}" type="datetime1">
              <a:rPr lang="zh-CN" altLang="en-US" smtClean="0"/>
            </a:fld>
            <a:endParaRPr lang="zh-CN" altLang="en-US"/>
          </a:p>
        </p:txBody>
      </p:sp>
      <p:sp>
        <p:nvSpPr>
          <p:cNvPr id="5" name="页脚占位符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spd="slow">
    <p:push dir="u"/>
  </p:transition>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024743" y="326851"/>
            <a:ext cx="9329057" cy="9636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normAutofit/>
          </a:bodyPr>
          <a:lstStyle/>
          <a:p>
            <a:pPr lvl="0"/>
            <a:r>
              <a:rPr lang="zh-CN" smtClean="0">
                <a:sym typeface="Arial" panose="020B0604020202020204" pitchFamily="34" charset="0"/>
              </a:rPr>
              <a:t>单击此处编辑母版标题样式</a:t>
            </a:r>
            <a:endParaRPr lang="zh-CN" smtClean="0">
              <a:sym typeface="Arial" panose="020B0604020202020204" pitchFamily="34" charset="0"/>
            </a:endParaRPr>
          </a:p>
        </p:txBody>
      </p:sp>
      <p:sp>
        <p:nvSpPr>
          <p:cNvPr id="1027" name="Rectangle 3"/>
          <p:cNvSpPr>
            <a:spLocks noGrp="1" noChangeArrowheads="1"/>
          </p:cNvSpPr>
          <p:nvPr>
            <p:ph type="body" idx="1"/>
          </p:nvPr>
        </p:nvSpPr>
        <p:spPr bwMode="auto">
          <a:xfrm>
            <a:off x="838200" y="1600201"/>
            <a:ext cx="10515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a:bodyPr>
          <a:lstStyle/>
          <a:p>
            <a:pPr lvl="0"/>
            <a:r>
              <a:rPr lang="zh-CN" dirty="0" smtClean="0"/>
              <a:t>单击此处编辑母版文本样式</a:t>
            </a:r>
            <a:endParaRPr lang="zh-CN" dirty="0" smtClean="0"/>
          </a:p>
          <a:p>
            <a:pPr lvl="1"/>
            <a:r>
              <a:rPr lang="zh-CN" dirty="0" smtClean="0"/>
              <a:t>第二级</a:t>
            </a:r>
            <a:endParaRPr lang="zh-CN" dirty="0" smtClean="0"/>
          </a:p>
          <a:p>
            <a:pPr lvl="2"/>
            <a:r>
              <a:rPr lang="zh-CN" dirty="0" smtClean="0"/>
              <a:t>第三级</a:t>
            </a:r>
            <a:endParaRPr lang="zh-CN" dirty="0" smtClean="0"/>
          </a:p>
          <a:p>
            <a:pPr lvl="3"/>
            <a:r>
              <a:rPr lang="zh-CN" dirty="0" smtClean="0"/>
              <a:t>第四级</a:t>
            </a:r>
            <a:endParaRPr lang="zh-CN" dirty="0" smtClean="0"/>
          </a:p>
          <a:p>
            <a:pPr lvl="4"/>
            <a:r>
              <a:rPr lang="zh-CN" dirty="0" smtClean="0"/>
              <a:t>第五级</a:t>
            </a:r>
            <a:endParaRPr lang="zh-CN" dirty="0" smtClean="0"/>
          </a:p>
        </p:txBody>
      </p:sp>
      <p:sp>
        <p:nvSpPr>
          <p:cNvPr id="2" name="日期占位符 1"/>
          <p:cNvSpPr>
            <a:spLocks noGrp="1"/>
          </p:cNvSpPr>
          <p:nvPr>
            <p:ph type="dt" sz="half" idx="2"/>
          </p:nvPr>
        </p:nvSpPr>
        <p:spPr>
          <a:xfrm>
            <a:off x="838200" y="6356351"/>
            <a:ext cx="2743200" cy="365125"/>
          </a:xfrm>
          <a:prstGeom prst="rect">
            <a:avLst/>
          </a:prstGeom>
        </p:spPr>
        <p:txBody>
          <a:bodyPr vert="horz" wrap="square" lIns="91440" tIns="45720" rIns="91440" bIns="45720" rtlCol="0" anchor="ctr">
            <a:normAutofit/>
          </a:bodyPr>
          <a:lstStyle>
            <a:lvl1pPr algn="l">
              <a:defRPr sz="1400">
                <a:solidFill>
                  <a:schemeClr val="tx1">
                    <a:tint val="75000"/>
                  </a:schemeClr>
                </a:solidFill>
              </a:defRPr>
            </a:lvl1pPr>
          </a:lstStyle>
          <a:p>
            <a:fld id="{C89FBBF0-28F5-4B05-A601-20D3A8846351}" type="datetimeFigureOut">
              <a:rPr lang="zh-CN" altLang="en-US" smtClean="0"/>
            </a:fld>
            <a:endParaRPr lang="zh-CN" altLang="en-US"/>
          </a:p>
        </p:txBody>
      </p:sp>
      <p:sp>
        <p:nvSpPr>
          <p:cNvPr id="3" name="页脚占位符 2"/>
          <p:cNvSpPr>
            <a:spLocks noGrp="1"/>
          </p:cNvSpPr>
          <p:nvPr>
            <p:ph type="ftr" sz="quarter" idx="3"/>
          </p:nvPr>
        </p:nvSpPr>
        <p:spPr>
          <a:xfrm>
            <a:off x="4038600" y="6356351"/>
            <a:ext cx="4114800" cy="365125"/>
          </a:xfrm>
          <a:prstGeom prst="rect">
            <a:avLst/>
          </a:prstGeom>
        </p:spPr>
        <p:txBody>
          <a:bodyPr vert="horz" wrap="square" lIns="91440" tIns="45720" rIns="91440" bIns="45720" rtlCol="0" anchor="ctr">
            <a:normAutofit/>
          </a:bodyPr>
          <a:lstStyle>
            <a:lvl1pPr algn="ctr">
              <a:defRPr sz="1400">
                <a:solidFill>
                  <a:schemeClr val="tx1">
                    <a:tint val="75000"/>
                  </a:schemeClr>
                </a:solidFill>
              </a:defRPr>
            </a:lvl1pPr>
          </a:lstStyle>
          <a:p>
            <a:endParaRPr lang="zh-CN" altLang="en-US"/>
          </a:p>
        </p:txBody>
      </p:sp>
      <p:sp>
        <p:nvSpPr>
          <p:cNvPr id="4" name="灯片编号占位符 3"/>
          <p:cNvSpPr>
            <a:spLocks noGrp="1"/>
          </p:cNvSpPr>
          <p:nvPr>
            <p:ph type="sldNum" sz="quarter" idx="4"/>
          </p:nvPr>
        </p:nvSpPr>
        <p:spPr>
          <a:xfrm>
            <a:off x="8610600" y="6356351"/>
            <a:ext cx="2743200" cy="365125"/>
          </a:xfrm>
          <a:prstGeom prst="rect">
            <a:avLst/>
          </a:prstGeom>
        </p:spPr>
        <p:txBody>
          <a:bodyPr vert="horz" wrap="square" lIns="91440" tIns="45720" rIns="91440" bIns="45720" rtlCol="0" anchor="ctr">
            <a:normAutofit/>
          </a:bodyPr>
          <a:lstStyle>
            <a:lvl1pPr algn="r">
              <a:defRPr sz="1400">
                <a:solidFill>
                  <a:schemeClr val="tx1">
                    <a:tint val="75000"/>
                  </a:schemeClr>
                </a:solidFill>
              </a:defRPr>
            </a:lvl1pPr>
          </a:lstStyle>
          <a:p>
            <a:fld id="{0E93DACB-969B-4306-8368-F8F409B3F231}"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Lst>
  <p:txStyles>
    <p:titleStyle>
      <a:lvl1pPr algn="l" rtl="0" eaLnBrk="0" fontAlgn="base" hangingPunct="0">
        <a:spcBef>
          <a:spcPct val="0"/>
        </a:spcBef>
        <a:spcAft>
          <a:spcPct val="0"/>
        </a:spcAft>
        <a:defRPr sz="3600" b="1" kern="1200">
          <a:solidFill>
            <a:srgbClr val="333399"/>
          </a:solidFill>
          <a:latin typeface="Arial" panose="020B0604020202020204" pitchFamily="34" charset="0"/>
          <a:ea typeface="黑体" panose="02010609060101010101" pitchFamily="49" charset="-122"/>
          <a:cs typeface="+mj-cs"/>
          <a:sym typeface="Arial" panose="020B0604020202020204" pitchFamily="34" charset="0"/>
        </a:defRPr>
      </a:lvl1pPr>
      <a:lvl2pPr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2pPr>
      <a:lvl3pPr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3pPr>
      <a:lvl4pPr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4pPr>
      <a:lvl5pPr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5pPr>
      <a:lvl6pPr marL="457200"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6pPr>
      <a:lvl7pPr marL="914400"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7pPr>
      <a:lvl8pPr marL="1371600"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8pPr>
      <a:lvl9pPr marL="1828800"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9pPr>
    </p:titleStyle>
    <p:bodyStyle>
      <a:lvl1pPr marL="342900" indent="-342900" algn="l" rtl="0" eaLnBrk="0" fontAlgn="base" hangingPunct="0">
        <a:spcBef>
          <a:spcPts val="0"/>
        </a:spcBef>
        <a:spcAft>
          <a:spcPct val="0"/>
        </a:spcAft>
        <a:buChar char="•"/>
        <a:defRPr sz="2400" kern="1200">
          <a:solidFill>
            <a:schemeClr val="bg2"/>
          </a:solidFill>
          <a:latin typeface="Arial" panose="020B0604020202020204" pitchFamily="34" charset="0"/>
          <a:ea typeface="黑体" panose="02010609060101010101" pitchFamily="49" charset="-122"/>
          <a:cs typeface="+mn-cs"/>
          <a:sym typeface="Arial" panose="020B0604020202020204" pitchFamily="34" charset="0"/>
        </a:defRPr>
      </a:lvl1pPr>
      <a:lvl2pPr marL="742950" indent="-285750" algn="l" rtl="0" eaLnBrk="0" fontAlgn="base" hangingPunct="0">
        <a:spcBef>
          <a:spcPts val="0"/>
        </a:spcBef>
        <a:spcAft>
          <a:spcPct val="0"/>
        </a:spcAft>
        <a:buFont typeface="Arial" panose="020B0604020202020204" pitchFamily="34" charset="0"/>
        <a:buChar char="•"/>
        <a:defRPr sz="2000" kern="1200">
          <a:solidFill>
            <a:schemeClr val="bg2"/>
          </a:solidFill>
          <a:latin typeface="Arial" panose="020B0604020202020204" pitchFamily="34" charset="0"/>
          <a:ea typeface="黑体" panose="02010609060101010101" pitchFamily="49" charset="-122"/>
          <a:cs typeface="+mn-cs"/>
          <a:sym typeface="Arial" panose="020B0604020202020204" pitchFamily="34" charset="0"/>
        </a:defRPr>
      </a:lvl2pPr>
      <a:lvl3pPr marL="1200150" indent="-285750" algn="l" rtl="0" eaLnBrk="0" fontAlgn="base" hangingPunct="0">
        <a:spcBef>
          <a:spcPts val="0"/>
        </a:spcBef>
        <a:spcAft>
          <a:spcPct val="0"/>
        </a:spcAft>
        <a:buFont typeface="Arial" panose="020B0604020202020204" pitchFamily="34" charset="0"/>
        <a:buChar char="•"/>
        <a:defRPr kern="1200">
          <a:solidFill>
            <a:schemeClr val="bg2"/>
          </a:solidFill>
          <a:latin typeface="Arial" panose="020B0604020202020204" pitchFamily="34" charset="0"/>
          <a:ea typeface="黑体" panose="02010609060101010101" pitchFamily="49" charset="-122"/>
          <a:cs typeface="+mn-cs"/>
          <a:sym typeface="Arial" panose="020B0604020202020204" pitchFamily="34" charset="0"/>
        </a:defRPr>
      </a:lvl3pPr>
      <a:lvl4pPr marL="1657350" indent="-285750" algn="l" rtl="0" eaLnBrk="0" fontAlgn="base" hangingPunct="0">
        <a:spcBef>
          <a:spcPts val="0"/>
        </a:spcBef>
        <a:spcAft>
          <a:spcPct val="0"/>
        </a:spcAft>
        <a:buFont typeface="Arial" panose="020B0604020202020204" pitchFamily="34" charset="0"/>
        <a:buChar char="•"/>
        <a:defRPr kern="1200">
          <a:solidFill>
            <a:schemeClr val="bg2"/>
          </a:solidFill>
          <a:latin typeface="Arial" panose="020B0604020202020204" pitchFamily="34" charset="0"/>
          <a:ea typeface="黑体" panose="02010609060101010101" pitchFamily="49" charset="-122"/>
          <a:cs typeface="+mn-cs"/>
          <a:sym typeface="Arial" panose="020B0604020202020204" pitchFamily="34" charset="0"/>
        </a:defRPr>
      </a:lvl4pPr>
      <a:lvl5pPr marL="2114550" indent="-285750" algn="l" rtl="0" eaLnBrk="0" fontAlgn="base" hangingPunct="0">
        <a:spcBef>
          <a:spcPts val="0"/>
        </a:spcBef>
        <a:spcAft>
          <a:spcPct val="0"/>
        </a:spcAft>
        <a:buFont typeface="Arial" panose="020B0604020202020204" pitchFamily="34" charset="0"/>
        <a:buChar char="•"/>
        <a:defRPr kern="1200">
          <a:solidFill>
            <a:schemeClr val="bg2"/>
          </a:solidFill>
          <a:latin typeface="Arial" panose="020B0604020202020204" pitchFamily="34" charset="0"/>
          <a:ea typeface="黑体" panose="02010609060101010101" pitchFamily="49" charset="-122"/>
          <a:cs typeface="+mn-cs"/>
          <a:sym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3.png"/><Relationship Id="rId1" Type="http://schemas.openxmlformats.org/officeDocument/2006/relationships/hyperlink" Target="http://www.google.cn/imgres?imgurl=http://64.202.120.86/upload/image/articles/2007/phoenix/mars-pathfinder.jpg&amp;imgrefurl=http://knitinr.blogspot.com/2008_06_01_archive.html&amp;h=532&amp;w=672&amp;sz=90&amp;tbnid=FwOM-QvxoVEwWM:&amp;tbnh=109&amp;tbnw=138&amp;prev=/images?q%3Dmars%2Bpathfinder&amp;hl=zh-CN&amp;usg=__T5zUvhqFAPSJrw3AGrmV9-n91TQ=&amp;ei=ViOGS67EJoH66QOe9Ln3CQ&amp;sa=X&amp;oi=image_result&amp;resnum=6&amp;ct=image&amp;ved=0CCkQ9QEwBQ" TargetMode="Externa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12.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35.xml"/><Relationship Id="rId3" Type="http://schemas.openxmlformats.org/officeDocument/2006/relationships/tags" Target="../tags/tag13.xml"/><Relationship Id="rId2" Type="http://schemas.openxmlformats.org/officeDocument/2006/relationships/hyperlink" Target="http://baike.baidu.com/view/106882.htm" TargetMode="External"/><Relationship Id="rId1" Type="http://schemas.openxmlformats.org/officeDocument/2006/relationships/hyperlink" Target="http://baike.baidu.com/view/2724251.htm" TargetMode="Externa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14.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35.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tags" Target="../tags/tag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tags" Target="../tags/tag18.xm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35.xml"/><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ags" Target="../tags/tag19.xml"/></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35.xml"/><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35.xml"/><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35.xml"/><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tags" Target="../tags/tag28.xml"/></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35.xml"/><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tags" Target="../tags/tag31.xml"/></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35.xml"/><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tags" Target="../tags/tag34.xml"/></Relationships>
</file>

<file path=ppt/slides/_rels/slide23.xml.rels><?xml version="1.0" encoding="UTF-8" standalone="yes"?>
<Relationships xmlns="http://schemas.openxmlformats.org/package/2006/relationships"><Relationship Id="rId7" Type="http://schemas.openxmlformats.org/officeDocument/2006/relationships/slideLayout" Target="../slideLayouts/slideLayout35.xml"/><Relationship Id="rId6" Type="http://schemas.openxmlformats.org/officeDocument/2006/relationships/tags" Target="../tags/tag37.xml"/><Relationship Id="rId5" Type="http://schemas.openxmlformats.org/officeDocument/2006/relationships/image" Target="../media/image18.png"/><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35.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tags" Target="../tags/tag38.xml"/></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35.xml"/><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tags" Target="../tags/tag41.xml"/></Relationships>
</file>

<file path=ppt/slides/_rels/slide26.xml.rels><?xml version="1.0" encoding="UTF-8" standalone="yes"?>
<Relationships xmlns="http://schemas.openxmlformats.org/package/2006/relationships"><Relationship Id="rId7" Type="http://schemas.openxmlformats.org/officeDocument/2006/relationships/slideLayout" Target="../slideLayouts/slideLayout10.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5.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chart" Target="../charts/char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6.jpe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9.xml"/><Relationship Id="rId1" Type="http://schemas.openxmlformats.org/officeDocument/2006/relationships/image" Target="../media/image27.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9.xml"/><Relationship Id="rId1" Type="http://schemas.openxmlformats.org/officeDocument/2006/relationships/image" Target="../media/image28.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9.xml"/><Relationship Id="rId1" Type="http://schemas.openxmlformats.org/officeDocument/2006/relationships/image" Target="../media/image29.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9.xml"/><Relationship Id="rId1" Type="http://schemas.openxmlformats.org/officeDocument/2006/relationships/image" Target="../media/image30.jpe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9.xml"/></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9.xml"/><Relationship Id="rId2" Type="http://schemas.openxmlformats.org/officeDocument/2006/relationships/image" Target="../media/image32.png"/><Relationship Id="rId1" Type="http://schemas.openxmlformats.org/officeDocument/2006/relationships/image" Target="../media/image31.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9.xml"/><Relationship Id="rId1" Type="http://schemas.openxmlformats.org/officeDocument/2006/relationships/image" Target="../media/image33.png"/></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9.xml"/><Relationship Id="rId2" Type="http://schemas.microsoft.com/office/2007/relationships/hdphoto" Target="../media/image35.wdp"/><Relationship Id="rId1" Type="http://schemas.openxmlformats.org/officeDocument/2006/relationships/image" Target="../media/image34.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9.xml"/><Relationship Id="rId1" Type="http://schemas.openxmlformats.org/officeDocument/2006/relationships/image" Target="../media/image36.jpe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algn="ctr"/>
            <a:r>
              <a:rPr kumimoji="1" lang="zh-CN" altLang="en-US" dirty="0"/>
              <a:t>软件可靠性</a:t>
            </a:r>
            <a:endParaRPr kumimoji="1" lang="zh-CN" altLang="en-US" dirty="0"/>
          </a:p>
        </p:txBody>
      </p:sp>
      <p:sp>
        <p:nvSpPr>
          <p:cNvPr id="4" name="副标题 3"/>
          <p:cNvSpPr>
            <a:spLocks noGrp="1"/>
          </p:cNvSpPr>
          <p:nvPr>
            <p:ph type="subTitle" idx="1"/>
          </p:nvPr>
        </p:nvSpPr>
        <p:spPr/>
        <p:txBody>
          <a:bodyPr/>
          <a:lstStyle/>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一门课，</a:t>
            </a:r>
            <a:r>
              <a:rPr lang="zh-CN" altLang="en-US"/>
              <a:t>一本书</a:t>
            </a:r>
            <a:endParaRPr lang="zh-CN" altLang="en-US"/>
          </a:p>
        </p:txBody>
      </p:sp>
      <p:pic>
        <p:nvPicPr>
          <p:cNvPr id="4" name="内容占位符 3" descr="软件可靠性"/>
          <p:cNvPicPr>
            <a:picLocks noChangeAspect="1"/>
          </p:cNvPicPr>
          <p:nvPr>
            <p:ph idx="1"/>
          </p:nvPr>
        </p:nvPicPr>
        <p:blipFill>
          <a:blip r:embed="rId1"/>
          <a:stretch>
            <a:fillRect/>
          </a:stretch>
        </p:blipFill>
        <p:spPr>
          <a:xfrm>
            <a:off x="4073525" y="2121535"/>
            <a:ext cx="4050665" cy="405066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79475" y="295910"/>
            <a:ext cx="10058400" cy="6340475"/>
          </a:xfrm>
        </p:spPr>
        <p:txBody>
          <a:bodyPr>
            <a:normAutofit fontScale="35000"/>
          </a:bodyPr>
          <a:p>
            <a:pPr fontAlgn="auto">
              <a:lnSpc>
                <a:spcPts val="1160"/>
              </a:lnSpc>
            </a:pPr>
            <a:r>
              <a:rPr lang="zh-CN" altLang="en-US" sz="7200"/>
              <a:t>第1章　绪论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1.1软件可靠性重要性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1.2软件可靠性发展历程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1.3软件可靠性基本概念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1.3.1软件可靠性定义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1.3.2软件失效机理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1.3.3软件失效的随机性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1.4获得可靠软件的途径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1.4.1软件缺陷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1.4.2软件缺陷检测与消除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1.4.3软件缺陷遏制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1.5软件可靠性工程及其过程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1.5.1软件可靠性工程内涵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1.5.2软件可靠性工程模型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1.5.3软件可靠性工程过程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1.6一些相关概念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1.6.1软件质量与软件可靠性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1.6.2软件工程、软件质量工程、软件可靠性工程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1.6.3可信性和软件可靠性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1.6.4软件可靠性和软件性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1.6.5软件可靠性与硬件可靠性</a:t>
            </a:r>
            <a:endParaRPr lang="zh-CN" altLang="en-US" sz="7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79475" y="295910"/>
            <a:ext cx="10058400" cy="6340475"/>
          </a:xfrm>
        </p:spPr>
        <p:txBody>
          <a:bodyPr>
            <a:normAutofit fontScale="35000"/>
          </a:bodyPr>
          <a:p>
            <a:pPr fontAlgn="auto">
              <a:lnSpc>
                <a:spcPts val="1160"/>
              </a:lnSpc>
              <a:spcBef>
                <a:spcPts val="0"/>
              </a:spcBef>
            </a:pPr>
            <a:r>
              <a:rPr lang="zh-CN" altLang="en-US" sz="7200"/>
              <a:t>第2章　软件可靠性定量要求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2.1概述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2.2软件可靠性参数及其选取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2.2.1一般的软件可靠性参数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2.2.2结合武器装备特点的软件可靠性参数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2.2.3软件可靠性参数的选取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2.3软件可靠性指标确定的依据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2.3.1软件可靠性指标确定原则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2.3.2全生存周期费用优化法确定软件可靠性指标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2.4软件可靠性要求确定过程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2.4.1定义失效、失效严重等级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2.4.2选择软件可靠性参数、确定指标要求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2.4.3定义软件的使用条件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2.4.4明确软件可靠性验证要求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2.5面向过程评价和的软件可靠性度量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2.5.1缺陷密度(defect　density)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2.5.2故障密度(fault　density)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2.5.3需求依从性(requirements　compliance)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2.5.4需求追踪性(requirements　traceability)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2.5.5风险因子回归模型(risk　factor　regression　model)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2.5.6测试覆盖指数(test　coverage　index)　</a:t>
            </a:r>
            <a:endParaRPr lang="zh-CN" altLang="en-US" sz="72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79475" y="295910"/>
            <a:ext cx="10058400" cy="6340475"/>
          </a:xfrm>
        </p:spPr>
        <p:txBody>
          <a:bodyPr>
            <a:normAutofit fontScale="25000"/>
          </a:bodyPr>
          <a:p>
            <a:pPr fontAlgn="auto">
              <a:lnSpc>
                <a:spcPts val="1160"/>
              </a:lnSpc>
              <a:spcBef>
                <a:spcPts val="0"/>
              </a:spcBef>
            </a:pPr>
            <a:r>
              <a:rPr lang="zh-CN" altLang="en-US" sz="7200"/>
              <a:t>第3章软件可靠性分配与预计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3.1概述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3.1.1软件可靠性分配定义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3.1.2软件可靠性分配目的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3.1.3软件可靠性分配原则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3.2快速分配法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3.2.1相似程序法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3.2.2相似模块法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3.3等值分配法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3.3.1顺序执行软件等值分配法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3.3.2并行执行软件等值分配法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3.4基于运行关键度分配法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3.5基于复杂度分配法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3.6基于操作剖面的分配法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3.7基于失效率的分配法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3.8软件可靠性分配方法的选择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3.8.1比较与选择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3.8.2注意事项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3.9测试之前的软件可靠性早期预计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3.9.1雷利模型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3.9.2雷利模型的应用　</a:t>
            </a:r>
            <a:endParaRPr lang="zh-CN" altLang="en-US" sz="7200"/>
          </a:p>
          <a:p>
            <a:pPr fontAlgn="auto">
              <a:lnSpc>
                <a:spcPts val="1160"/>
              </a:lnSpc>
              <a:spcBef>
                <a:spcPts val="0"/>
              </a:spcBef>
            </a:pPr>
            <a:endParaRPr lang="zh-CN" altLang="en-US" sz="7200"/>
          </a:p>
          <a:p>
            <a:pPr fontAlgn="auto">
              <a:lnSpc>
                <a:spcPts val="1160"/>
              </a:lnSpc>
              <a:spcBef>
                <a:spcPts val="0"/>
              </a:spcBef>
            </a:pPr>
            <a:r>
              <a:rPr lang="zh-CN" altLang="en-US" sz="7200"/>
              <a:t>　　3.9.3小结　</a:t>
            </a:r>
            <a:endParaRPr lang="zh-CN" altLang="en-US" sz="72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79475" y="295910"/>
            <a:ext cx="10058400" cy="6340475"/>
          </a:xfrm>
        </p:spPr>
        <p:txBody>
          <a:bodyPr>
            <a:normAutofit fontScale="30000"/>
          </a:bodyPr>
          <a:p>
            <a:pPr fontAlgn="auto">
              <a:lnSpc>
                <a:spcPct val="200000"/>
              </a:lnSpc>
              <a:spcBef>
                <a:spcPts val="0"/>
              </a:spcBef>
            </a:pPr>
            <a:r>
              <a:rPr lang="zh-CN" altLang="en-US" sz="7200"/>
              <a:t>第4章　软件可靠性设计　</a:t>
            </a:r>
            <a:endParaRPr lang="zh-CN" altLang="en-US" sz="7200"/>
          </a:p>
          <a:p>
            <a:pPr fontAlgn="auto">
              <a:lnSpc>
                <a:spcPct val="200000"/>
              </a:lnSpc>
              <a:spcBef>
                <a:spcPts val="0"/>
              </a:spcBef>
            </a:pPr>
            <a:endParaRPr lang="zh-CN" altLang="en-US" sz="7200"/>
          </a:p>
          <a:p>
            <a:pPr fontAlgn="auto">
              <a:lnSpc>
                <a:spcPct val="200000"/>
              </a:lnSpc>
              <a:spcBef>
                <a:spcPts val="0"/>
              </a:spcBef>
            </a:pPr>
            <a:r>
              <a:rPr lang="zh-CN" altLang="en-US" sz="7200"/>
              <a:t>第5章　软件可靠性分析　</a:t>
            </a:r>
            <a:endParaRPr lang="zh-CN" altLang="en-US" sz="7200"/>
          </a:p>
          <a:p>
            <a:pPr fontAlgn="auto">
              <a:lnSpc>
                <a:spcPct val="200000"/>
              </a:lnSpc>
              <a:spcBef>
                <a:spcPts val="0"/>
              </a:spcBef>
            </a:pPr>
            <a:endParaRPr lang="zh-CN" altLang="en-US" sz="7200"/>
          </a:p>
          <a:p>
            <a:pPr fontAlgn="auto">
              <a:lnSpc>
                <a:spcPct val="200000"/>
              </a:lnSpc>
              <a:spcBef>
                <a:spcPts val="0"/>
              </a:spcBef>
            </a:pPr>
            <a:r>
              <a:rPr lang="zh-CN" altLang="en-US" sz="7200"/>
              <a:t>第6章　软件可靠性测试　</a:t>
            </a:r>
            <a:endParaRPr lang="zh-CN" altLang="en-US" sz="7200"/>
          </a:p>
          <a:p>
            <a:pPr fontAlgn="auto">
              <a:lnSpc>
                <a:spcPct val="200000"/>
              </a:lnSpc>
              <a:spcBef>
                <a:spcPts val="0"/>
              </a:spcBef>
            </a:pPr>
            <a:endParaRPr lang="zh-CN" altLang="en-US" sz="7200"/>
          </a:p>
          <a:p>
            <a:pPr fontAlgn="auto">
              <a:lnSpc>
                <a:spcPct val="200000"/>
              </a:lnSpc>
              <a:spcBef>
                <a:spcPts val="0"/>
              </a:spcBef>
            </a:pPr>
            <a:r>
              <a:rPr lang="zh-CN" altLang="en-US" sz="7200"/>
              <a:t>第7章　软件可靠性评估　</a:t>
            </a:r>
            <a:endParaRPr lang="zh-CN" altLang="en-US" sz="7200"/>
          </a:p>
          <a:p>
            <a:pPr fontAlgn="auto">
              <a:lnSpc>
                <a:spcPct val="200000"/>
              </a:lnSpc>
              <a:spcBef>
                <a:spcPts val="0"/>
              </a:spcBef>
            </a:pPr>
            <a:endParaRPr lang="zh-CN" altLang="en-US" sz="7200"/>
          </a:p>
          <a:p>
            <a:pPr fontAlgn="auto">
              <a:lnSpc>
                <a:spcPct val="200000"/>
              </a:lnSpc>
              <a:spcBef>
                <a:spcPts val="0"/>
              </a:spcBef>
            </a:pPr>
            <a:r>
              <a:rPr lang="zh-CN" altLang="en-US" sz="7200"/>
              <a:t>第8章　软件可靠性管理</a:t>
            </a:r>
            <a:endParaRPr lang="zh-CN" altLang="en-US" sz="72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软件可靠性</a:t>
            </a:r>
            <a:r>
              <a:rPr kumimoji="1" lang="en-US" altLang="zh-CN" dirty="0"/>
              <a:t>——</a:t>
            </a:r>
            <a:r>
              <a:rPr kumimoji="1" lang="zh-CN" altLang="en-US" dirty="0"/>
              <a:t>发展史</a:t>
            </a:r>
            <a:endParaRPr kumimoji="1" lang="zh-CN" altLang="en-US" dirty="0"/>
          </a:p>
        </p:txBody>
      </p:sp>
      <p:sp>
        <p:nvSpPr>
          <p:cNvPr id="3" name="竖排文字占位符 2"/>
          <p:cNvSpPr>
            <a:spLocks noGrp="1"/>
          </p:cNvSpPr>
          <p:nvPr>
            <p:ph type="body" orient="vert" idx="1"/>
          </p:nvPr>
        </p:nvSpPr>
        <p:spPr/>
        <p:txBody>
          <a:bodyPr vert="horz" lIns="90000" anchor="t" anchorCtr="0"/>
          <a:lstStyle/>
          <a:p>
            <a:r>
              <a:rPr kumimoji="1" lang="en-US" altLang="zh-CN" dirty="0"/>
              <a:t>1950</a:t>
            </a:r>
            <a:r>
              <a:rPr kumimoji="1" lang="zh-CN" altLang="en-US" dirty="0"/>
              <a:t>年</a:t>
            </a:r>
            <a:r>
              <a:rPr kumimoji="1" lang="en-US" altLang="zh-CN" dirty="0"/>
              <a:t>——1958</a:t>
            </a:r>
            <a:r>
              <a:rPr kumimoji="1" lang="zh-CN" altLang="en-US" dirty="0"/>
              <a:t>年：程序由应用计算机的科学家和工程师自行编制，没有公认的规则可以遵循，</a:t>
            </a:r>
            <a:r>
              <a:rPr kumimoji="1" lang="zh-CN" altLang="en-US" dirty="0">
                <a:solidFill>
                  <a:srgbClr val="FF0000"/>
                </a:solidFill>
              </a:rPr>
              <a:t>没有软件可靠性的概念。</a:t>
            </a:r>
            <a:endParaRPr kumimoji="1" lang="en-US" altLang="zh-CN" dirty="0">
              <a:solidFill>
                <a:srgbClr val="FF0000"/>
              </a:solidFill>
            </a:endParaRPr>
          </a:p>
          <a:p>
            <a:r>
              <a:rPr kumimoji="1" lang="en-US" altLang="zh-CN" dirty="0"/>
              <a:t>1959</a:t>
            </a:r>
            <a:r>
              <a:rPr kumimoji="1" lang="zh-CN" altLang="en-US" dirty="0"/>
              <a:t>年</a:t>
            </a:r>
            <a:r>
              <a:rPr kumimoji="1" lang="en-US" altLang="zh-CN" dirty="0"/>
              <a:t>——1967</a:t>
            </a:r>
            <a:r>
              <a:rPr kumimoji="1" lang="zh-CN" altLang="en-US" dirty="0"/>
              <a:t>年：软件领域开始出现高级语言，应用日趋广泛，计算机硬件和软件技术飞快发展，</a:t>
            </a:r>
            <a:r>
              <a:rPr kumimoji="1" lang="zh-CN" altLang="en-US" dirty="0">
                <a:solidFill>
                  <a:srgbClr val="FF0000"/>
                </a:solidFill>
              </a:rPr>
              <a:t>但可靠性问题没有引起重视，计算机应用及其他领域大量暴露问题。</a:t>
            </a:r>
            <a:r>
              <a:rPr kumimoji="1" lang="zh-CN" altLang="en-US" dirty="0"/>
              <a:t>史称软件危机时期。</a:t>
            </a:r>
            <a:endParaRPr kumimoji="1" lang="en-US" altLang="zh-CN" dirty="0"/>
          </a:p>
          <a:p>
            <a:r>
              <a:rPr kumimoji="1" lang="en-US" altLang="zh-CN" dirty="0"/>
              <a:t>1968</a:t>
            </a:r>
            <a:r>
              <a:rPr kumimoji="1" lang="zh-CN" altLang="en-US" dirty="0"/>
              <a:t>年</a:t>
            </a:r>
            <a:r>
              <a:rPr kumimoji="1" lang="en-US" altLang="zh-CN" dirty="0"/>
              <a:t>——1978</a:t>
            </a:r>
            <a:r>
              <a:rPr kumimoji="1" lang="zh-CN" altLang="en-US" dirty="0"/>
              <a:t>年：在硬件技术迅速发展的前提下，以及在软件危机的刺激和推动下，软件工程学得以建立、发展。一些著名的软件工程专家开始致力于利用和改造硬件可靠性工程学的成果，使之移植到软件领域，从而迎来了软件可靠性开创时期。</a:t>
            </a:r>
            <a:r>
              <a:rPr kumimoji="1" lang="zh-CN" altLang="en-US" dirty="0">
                <a:solidFill>
                  <a:srgbClr val="FF0000"/>
                </a:solidFill>
              </a:rPr>
              <a:t>但</a:t>
            </a:r>
            <a:r>
              <a:rPr kumimoji="1" lang="en-US" altLang="zh-CN" dirty="0">
                <a:solidFill>
                  <a:srgbClr val="FF0000"/>
                </a:solidFill>
              </a:rPr>
              <a:t>20</a:t>
            </a:r>
            <a:r>
              <a:rPr kumimoji="1" lang="zh-CN" altLang="en-US" dirty="0">
                <a:solidFill>
                  <a:srgbClr val="FF0000"/>
                </a:solidFill>
              </a:rPr>
              <a:t>世纪</a:t>
            </a:r>
            <a:r>
              <a:rPr kumimoji="1" lang="en-US" altLang="zh-CN" dirty="0">
                <a:solidFill>
                  <a:srgbClr val="FF0000"/>
                </a:solidFill>
              </a:rPr>
              <a:t>70</a:t>
            </a:r>
            <a:r>
              <a:rPr kumimoji="1" lang="zh-CN" altLang="en-US" dirty="0">
                <a:solidFill>
                  <a:srgbClr val="FF0000"/>
                </a:solidFill>
              </a:rPr>
              <a:t>年代小型机还不具备虚拟机的基本特征，无法从根本上解决软件的质量和可靠性问题。</a:t>
            </a:r>
            <a:endParaRPr kumimoji="1" lang="en-US" altLang="zh-CN" dirty="0">
              <a:solidFill>
                <a:srgbClr val="FF0000"/>
              </a:solidFill>
            </a:endParaRPr>
          </a:p>
          <a:p>
            <a:r>
              <a:rPr kumimoji="1" lang="en-US" altLang="zh-CN" dirty="0"/>
              <a:t>1978</a:t>
            </a:r>
            <a:r>
              <a:rPr kumimoji="1" lang="zh-CN" altLang="en-US" dirty="0"/>
              <a:t>年至今：大规模集成电路的出现导致计算机向大型化和微型化两个极端的方向发展，软件的重要性更加突出，软件的设计、测试技术都有所提高，</a:t>
            </a:r>
            <a:r>
              <a:rPr kumimoji="1" lang="zh-CN" altLang="en-US" dirty="0">
                <a:solidFill>
                  <a:srgbClr val="FF0000"/>
                </a:solidFill>
              </a:rPr>
              <a:t>软件可靠性标准化工作开始起步，但其与硬件可靠性工程的发展水平相比仍具有较大差距。</a:t>
            </a:r>
            <a:endParaRPr kumimoji="1" lang="en-US" altLang="zh-CN" dirty="0">
              <a:solidFill>
                <a:srgbClr val="FF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zh-CN" altLang="en-US" dirty="0" smtClean="0"/>
              <a:t>软件可靠性面临的挑战</a:t>
            </a:r>
            <a:endParaRPr lang="zh-CN" altLang="en-US" dirty="0"/>
          </a:p>
        </p:txBody>
      </p:sp>
      <p:sp>
        <p:nvSpPr>
          <p:cNvPr id="13317" name="AutoShape 5" descr="Z">
            <a:hlinkClick r:id="rId1"/>
          </p:cNvPr>
          <p:cNvSpPr>
            <a:spLocks noChangeAspect="1" noChangeArrowheads="1"/>
          </p:cNvSpPr>
          <p:nvPr/>
        </p:nvSpPr>
        <p:spPr bwMode="auto">
          <a:xfrm>
            <a:off x="5629275" y="3057525"/>
            <a:ext cx="933450" cy="742950"/>
          </a:xfrm>
          <a:prstGeom prst="rect">
            <a:avLst/>
          </a:prstGeom>
          <a:noFill/>
          <a:extLst>
            <a:ext uri="{909E8E84-426E-40DD-AFC4-6F175D3DCCD1}">
              <a14:hiddenFill xmlns:a14="http://schemas.microsoft.com/office/drawing/2010/main">
                <a:solidFill>
                  <a:srgbClr val="FFFFFF"/>
                </a:solidFill>
              </a14:hiddenFill>
            </a:ext>
          </a:extLst>
        </p:spPr>
        <p:txBody>
          <a:bodyPr/>
          <a:lstStyle/>
          <a:p>
            <a:pPr algn="ctr" fontAlgn="base">
              <a:spcBef>
                <a:spcPct val="0"/>
              </a:spcBef>
              <a:spcAft>
                <a:spcPct val="0"/>
              </a:spcAft>
            </a:pPr>
            <a:endParaRPr lang="zh-CN" altLang="en-US">
              <a:solidFill>
                <a:srgbClr val="292929"/>
              </a:solidFill>
              <a:latin typeface="Times New Roman" panose="02020603050405020304" pitchFamily="18" charset="0"/>
              <a:ea typeface="宋体" panose="02010600030101010101" pitchFamily="2" charset="-122"/>
            </a:endParaRPr>
          </a:p>
        </p:txBody>
      </p:sp>
      <p:sp>
        <p:nvSpPr>
          <p:cNvPr id="13319" name="AutoShape 7" descr="Z">
            <a:hlinkClick r:id="rId1"/>
          </p:cNvPr>
          <p:cNvSpPr>
            <a:spLocks noChangeAspect="1" noChangeArrowheads="1"/>
          </p:cNvSpPr>
          <p:nvPr/>
        </p:nvSpPr>
        <p:spPr bwMode="auto">
          <a:xfrm>
            <a:off x="5629275" y="3057525"/>
            <a:ext cx="933450" cy="742950"/>
          </a:xfrm>
          <a:prstGeom prst="rect">
            <a:avLst/>
          </a:prstGeom>
          <a:noFill/>
          <a:extLst>
            <a:ext uri="{909E8E84-426E-40DD-AFC4-6F175D3DCCD1}">
              <a14:hiddenFill xmlns:a14="http://schemas.microsoft.com/office/drawing/2010/main">
                <a:solidFill>
                  <a:srgbClr val="FFFFFF"/>
                </a:solidFill>
              </a14:hiddenFill>
            </a:ext>
          </a:extLst>
        </p:spPr>
        <p:txBody>
          <a:bodyPr/>
          <a:lstStyle/>
          <a:p>
            <a:pPr algn="ctr" fontAlgn="base">
              <a:spcBef>
                <a:spcPct val="0"/>
              </a:spcBef>
              <a:spcAft>
                <a:spcPct val="0"/>
              </a:spcAft>
            </a:pPr>
            <a:endParaRPr lang="zh-CN" altLang="en-US">
              <a:solidFill>
                <a:srgbClr val="292929"/>
              </a:solidFill>
              <a:latin typeface="Times New Roman" panose="02020603050405020304" pitchFamily="18" charset="0"/>
              <a:ea typeface="宋体" panose="02010600030101010101" pitchFamily="2" charset="-122"/>
            </a:endParaRPr>
          </a:p>
        </p:txBody>
      </p:sp>
      <p:sp>
        <p:nvSpPr>
          <p:cNvPr id="13321" name="AutoShape 9" descr="Z">
            <a:hlinkClick r:id="rId1"/>
          </p:cNvPr>
          <p:cNvSpPr>
            <a:spLocks noChangeAspect="1" noChangeArrowheads="1"/>
          </p:cNvSpPr>
          <p:nvPr/>
        </p:nvSpPr>
        <p:spPr bwMode="auto">
          <a:xfrm>
            <a:off x="1679575" y="46038"/>
            <a:ext cx="933450" cy="742950"/>
          </a:xfrm>
          <a:prstGeom prst="rect">
            <a:avLst/>
          </a:prstGeom>
          <a:noFill/>
          <a:extLst>
            <a:ext uri="{909E8E84-426E-40DD-AFC4-6F175D3DCCD1}">
              <a14:hiddenFill xmlns:a14="http://schemas.microsoft.com/office/drawing/2010/main">
                <a:solidFill>
                  <a:srgbClr val="FFFFFF"/>
                </a:solidFill>
              </a14:hiddenFill>
            </a:ext>
          </a:extLst>
        </p:spPr>
        <p:txBody>
          <a:bodyPr/>
          <a:lstStyle/>
          <a:p>
            <a:pPr algn="ctr" fontAlgn="base">
              <a:spcBef>
                <a:spcPct val="0"/>
              </a:spcBef>
              <a:spcAft>
                <a:spcPct val="0"/>
              </a:spcAft>
            </a:pPr>
            <a:endParaRPr lang="zh-CN" altLang="en-US">
              <a:solidFill>
                <a:srgbClr val="292929"/>
              </a:solidFill>
              <a:latin typeface="Times New Roman" panose="02020603050405020304" pitchFamily="18" charset="0"/>
              <a:ea typeface="宋体" panose="02010600030101010101" pitchFamily="2" charset="-122"/>
            </a:endParaRPr>
          </a:p>
        </p:txBody>
      </p:sp>
      <p:sp>
        <p:nvSpPr>
          <p:cNvPr id="7" name="Rectangle 3"/>
          <p:cNvSpPr txBox="1">
            <a:spLocks noChangeArrowheads="1"/>
          </p:cNvSpPr>
          <p:nvPr/>
        </p:nvSpPr>
        <p:spPr bwMode="auto">
          <a:xfrm>
            <a:off x="1775520" y="1339850"/>
            <a:ext cx="7848872" cy="1800200"/>
          </a:xfrm>
          <a:prstGeom prst="rect">
            <a:avLst/>
          </a:prstGeom>
          <a:noFill/>
          <a:ln>
            <a:noFill/>
          </a:ln>
        </p:spPr>
        <p:txBody>
          <a:bodyPr vert="horz" wrap="square" lIns="91440" tIns="45720" rIns="91440" bIns="45720" numCol="1" anchor="t" anchorCtr="0" compatLnSpc="1"/>
          <a:lstStyle>
            <a:lvl1pPr marL="447675" indent="-447675" algn="l" rtl="0" eaLnBrk="0" fontAlgn="base" hangingPunct="0">
              <a:spcBef>
                <a:spcPct val="20000"/>
              </a:spcBef>
              <a:spcAft>
                <a:spcPct val="0"/>
              </a:spcAft>
              <a:buClr>
                <a:schemeClr val="accent1"/>
              </a:buClr>
              <a:buSzPct val="70000"/>
              <a:buFont typeface="Wingdings" panose="05000000000000000000" charset="0"/>
              <a:buChar char="n"/>
              <a:defRPr kumimoji="1" sz="2800">
                <a:solidFill>
                  <a:schemeClr val="tx1"/>
                </a:solidFill>
                <a:latin typeface="+mn-lt"/>
                <a:ea typeface="+mn-ea"/>
                <a:cs typeface="宋体" panose="02010600030101010101" pitchFamily="2" charset="-122"/>
              </a:defRPr>
            </a:lvl1pPr>
            <a:lvl2pPr marL="889000" indent="-440055" algn="l" rtl="0" eaLnBrk="0" fontAlgn="base" hangingPunct="0">
              <a:spcBef>
                <a:spcPct val="20000"/>
              </a:spcBef>
              <a:spcAft>
                <a:spcPct val="0"/>
              </a:spcAft>
              <a:buClr>
                <a:schemeClr val="hlink"/>
              </a:buClr>
              <a:buSzPct val="65000"/>
              <a:buFont typeface="Wingdings" panose="05000000000000000000" charset="0"/>
              <a:buChar char="¡"/>
              <a:defRPr kumimoji="1" sz="2400">
                <a:solidFill>
                  <a:schemeClr val="tx1"/>
                </a:solidFill>
                <a:latin typeface="+mn-lt"/>
                <a:ea typeface="+mn-ea"/>
                <a:cs typeface="宋体" panose="02010600030101010101" pitchFamily="2" charset="-122"/>
              </a:defRPr>
            </a:lvl2pPr>
            <a:lvl3pPr marL="1294130" indent="-403225" algn="l" rtl="0" eaLnBrk="0" fontAlgn="base" hangingPunct="0">
              <a:spcBef>
                <a:spcPct val="20000"/>
              </a:spcBef>
              <a:spcAft>
                <a:spcPct val="0"/>
              </a:spcAft>
              <a:buClr>
                <a:schemeClr val="accent1"/>
              </a:buClr>
              <a:buSzPct val="70000"/>
              <a:buFont typeface="Wingdings" panose="05000000000000000000" charset="0"/>
              <a:buChar char="n"/>
              <a:defRPr kumimoji="1" sz="2000">
                <a:solidFill>
                  <a:schemeClr val="tx1"/>
                </a:solidFill>
                <a:latin typeface="+mn-lt"/>
                <a:ea typeface="+mn-ea"/>
                <a:cs typeface="宋体" panose="02010600030101010101" pitchFamily="2" charset="-122"/>
              </a:defRPr>
            </a:lvl3pPr>
            <a:lvl4pPr marL="1681480" indent="-386080" algn="l" rtl="0" eaLnBrk="0" fontAlgn="base" hangingPunct="0">
              <a:spcBef>
                <a:spcPct val="20000"/>
              </a:spcBef>
              <a:spcAft>
                <a:spcPct val="0"/>
              </a:spcAft>
              <a:buClr>
                <a:schemeClr val="hlink"/>
              </a:buClr>
              <a:buSzPct val="75000"/>
              <a:buFont typeface="Wingdings" panose="05000000000000000000" charset="0"/>
              <a:buChar char="¡"/>
              <a:defRPr kumimoji="1">
                <a:solidFill>
                  <a:schemeClr val="tx1"/>
                </a:solidFill>
                <a:latin typeface="+mn-lt"/>
                <a:ea typeface="+mn-ea"/>
                <a:cs typeface="宋体" panose="02010600030101010101" pitchFamily="2" charset="-122"/>
              </a:defRPr>
            </a:lvl4pPr>
            <a:lvl5pPr marL="2070100" indent="-387350" algn="l" rtl="0" eaLnBrk="0" fontAlgn="base" hangingPunct="0">
              <a:spcBef>
                <a:spcPct val="20000"/>
              </a:spcBef>
              <a:spcAft>
                <a:spcPct val="0"/>
              </a:spcAft>
              <a:buClr>
                <a:schemeClr val="accent1"/>
              </a:buClr>
              <a:buSzPct val="70000"/>
              <a:buFont typeface="Wingdings" panose="05000000000000000000" charset="0"/>
              <a:buChar char="n"/>
              <a:defRPr kumimoji="1" sz="1600">
                <a:solidFill>
                  <a:schemeClr val="tx1"/>
                </a:solidFill>
                <a:latin typeface="+mn-lt"/>
                <a:ea typeface="+mn-ea"/>
                <a:cs typeface="宋体" panose="02010600030101010101" pitchFamily="2" charset="-122"/>
              </a:defRPr>
            </a:lvl5pPr>
            <a:lvl6pPr marL="25273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a:lstStyle>
          <a:p>
            <a:pPr>
              <a:buClr>
                <a:srgbClr val="CC9900"/>
              </a:buClr>
            </a:pPr>
            <a:r>
              <a:rPr lang="zh-CN" altLang="en-US" sz="2400" dirty="0">
                <a:solidFill>
                  <a:srgbClr val="292929"/>
                </a:solidFill>
                <a:latin typeface="Arial" panose="020B0604020202020204"/>
                <a:ea typeface="宋体" panose="02010600030101010101" pitchFamily="2" charset="-122"/>
              </a:rPr>
              <a:t>随着计算机应用的不断发展，软件已成为各行各业智能化、网络化的关键</a:t>
            </a:r>
            <a:r>
              <a:rPr lang="zh-CN" altLang="zh-CN" sz="2400" dirty="0">
                <a:solidFill>
                  <a:srgbClr val="292929"/>
                </a:solidFill>
                <a:latin typeface="Arial" panose="020B0604020202020204"/>
                <a:ea typeface="宋体" panose="02010600030101010101" pitchFamily="2" charset="-122"/>
              </a:rPr>
              <a:t>。</a:t>
            </a:r>
            <a:endParaRPr lang="en-US" altLang="zh-CN" sz="2400" dirty="0">
              <a:solidFill>
                <a:srgbClr val="292929"/>
              </a:solidFill>
              <a:latin typeface="Arial" panose="020B0604020202020204"/>
              <a:ea typeface="宋体" panose="02010600030101010101" pitchFamily="2" charset="-122"/>
            </a:endParaRPr>
          </a:p>
          <a:p>
            <a:pPr>
              <a:buClr>
                <a:srgbClr val="CC9900"/>
              </a:buClr>
            </a:pPr>
            <a:r>
              <a:rPr lang="zh-CN" altLang="en-US" sz="2400" dirty="0">
                <a:solidFill>
                  <a:srgbClr val="292929"/>
                </a:solidFill>
                <a:latin typeface="Arial" panose="020B0604020202020204"/>
                <a:ea typeface="宋体" panose="02010600030101010101" pitchFamily="2" charset="-122"/>
              </a:rPr>
              <a:t>由于软件的漏洞和缺陷造成系统运行失常的后果也愈加严重，特别是在航空航天、金融保险、交通通信、工业控制等关系国计民生的重要领域，软件一旦失效将造成重大损失。</a:t>
            </a:r>
            <a:endParaRPr lang="en-US" altLang="zh-CN" sz="2400" dirty="0">
              <a:solidFill>
                <a:srgbClr val="292929"/>
              </a:solidFill>
              <a:latin typeface="Arial" panose="020B0604020202020204"/>
              <a:ea typeface="宋体" panose="02010600030101010101" pitchFamily="2" charset="-122"/>
            </a:endParaRPr>
          </a:p>
          <a:p>
            <a:pPr>
              <a:buClr>
                <a:srgbClr val="CC9900"/>
              </a:buClr>
            </a:pPr>
            <a:r>
              <a:rPr lang="zh-CN" altLang="zh-CN" sz="2400" dirty="0">
                <a:solidFill>
                  <a:srgbClr val="292929"/>
                </a:solidFill>
                <a:latin typeface="Arial" panose="020B0604020202020204"/>
                <a:ea typeface="宋体" panose="02010600030101010101" pitchFamily="2" charset="-122"/>
              </a:rPr>
              <a:t>同时，随着软件规模越来越大、结构日趋复杂，软件在构建和编程过程中会造成一些缺陷，缺陷可能导致失效，失效引发事故，导致软件的开发、集成和维护工作越来越复杂。</a:t>
            </a:r>
            <a:endParaRPr lang="en-US" altLang="zh-CN" sz="2400" dirty="0">
              <a:solidFill>
                <a:srgbClr val="292929"/>
              </a:solidFill>
              <a:latin typeface="Arial" panose="020B0604020202020204"/>
              <a:ea typeface="宋体" panose="02010600030101010101" pitchFamily="2" charset="-122"/>
            </a:endParaRPr>
          </a:p>
        </p:txBody>
      </p:sp>
      <p:pic>
        <p:nvPicPr>
          <p:cNvPr id="2" name="图片 1"/>
          <p:cNvPicPr>
            <a:picLocks noChangeAspect="1"/>
          </p:cNvPicPr>
          <p:nvPr/>
        </p:nvPicPr>
        <p:blipFill>
          <a:blip r:embed="rId2"/>
          <a:stretch>
            <a:fillRect/>
          </a:stretch>
        </p:blipFill>
        <p:spPr>
          <a:xfrm>
            <a:off x="8931696" y="5157192"/>
            <a:ext cx="1700808" cy="170080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 calcmode="lin" valueType="num">
                                      <p:cBhvr additive="base">
                                        <p:cTn id="19"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软件故障机理</a:t>
            </a:r>
            <a:endParaRPr lang="zh-CN" altLang="en-US"/>
          </a:p>
        </p:txBody>
      </p:sp>
      <p:sp>
        <p:nvSpPr>
          <p:cNvPr id="3" name="内容占位符 2"/>
          <p:cNvSpPr>
            <a:spLocks noGrp="1"/>
          </p:cNvSpPr>
          <p:nvPr>
            <p:ph idx="1"/>
          </p:nvPr>
        </p:nvSpPr>
        <p:spPr/>
        <p:txBody>
          <a:bodyPr>
            <a:noAutofit/>
          </a:bodyPr>
          <a:lstStyle/>
          <a:p>
            <a:r>
              <a:rPr lang="zh-CN" altLang="en-US" sz="2000"/>
              <a:t>软件可靠性分析的【根本目标】：弄清</a:t>
            </a:r>
            <a:r>
              <a:rPr lang="zh-CN" altLang="en-US" sz="2000" u="sng">
                <a:solidFill>
                  <a:srgbClr val="FF0000"/>
                </a:solidFill>
              </a:rPr>
              <a:t>软件故障机理</a:t>
            </a:r>
            <a:endParaRPr lang="zh-CN" altLang="en-US" sz="2000" u="sng">
              <a:solidFill>
                <a:srgbClr val="FF0000"/>
              </a:solidFill>
            </a:endParaRPr>
          </a:p>
          <a:p>
            <a:pPr marL="0" indent="0">
              <a:buNone/>
            </a:pPr>
            <a:endParaRPr lang="zh-CN" altLang="en-US"/>
          </a:p>
          <a:p>
            <a:pPr marL="0" indent="0">
              <a:buNone/>
            </a:pPr>
            <a:endParaRPr lang="zh-CN" altLang="en-US"/>
          </a:p>
          <a:p>
            <a:pPr marL="0" indent="0">
              <a:buNone/>
            </a:pPr>
            <a:endParaRPr lang="zh-CN" altLang="en-US"/>
          </a:p>
          <a:p>
            <a:r>
              <a:rPr lang="zh-CN" altLang="en-US" sz="2000"/>
              <a:t>什么是软件故障机理？（四点）</a:t>
            </a:r>
            <a:endParaRPr lang="zh-CN" altLang="en-US" sz="2000"/>
          </a:p>
          <a:p>
            <a:pPr marL="0" indent="0">
              <a:buNone/>
            </a:pPr>
            <a:r>
              <a:rPr lang="zh-CN" altLang="en-US" sz="2000"/>
              <a:t>软件失误、软件缺陷、软件错误、软件故障</a:t>
            </a:r>
            <a:endParaRPr lang="zh-CN" altLang="en-US" sz="2000"/>
          </a:p>
          <a:p>
            <a:endParaRPr lang="zh-CN" altLang="en-US"/>
          </a:p>
          <a:p>
            <a:endParaRPr lang="zh-CN" altLang="en-US"/>
          </a:p>
          <a:p>
            <a:r>
              <a:rPr lang="zh-CN" altLang="en-US" sz="2000" u="sng"/>
              <a:t>在开发过程中</a:t>
            </a:r>
            <a:r>
              <a:rPr lang="zh-CN" altLang="en-US" sz="2000"/>
              <a:t> 开发人员产生 </a:t>
            </a:r>
            <a:r>
              <a:rPr lang="zh-CN" altLang="en-US" sz="2000">
                <a:solidFill>
                  <a:srgbClr val="FF0000"/>
                </a:solidFill>
              </a:rPr>
              <a:t>失误</a:t>
            </a:r>
            <a:endParaRPr lang="zh-CN" altLang="en-US" sz="2000">
              <a:solidFill>
                <a:srgbClr val="FF0000"/>
              </a:solidFill>
            </a:endParaRPr>
          </a:p>
          <a:p>
            <a:r>
              <a:rPr lang="zh-CN" altLang="en-US" sz="2000" u="sng"/>
              <a:t>在产品中</a:t>
            </a:r>
            <a:r>
              <a:rPr lang="zh-CN" altLang="en-US" sz="2000"/>
              <a:t> 存在 </a:t>
            </a:r>
            <a:r>
              <a:rPr lang="zh-CN" altLang="en-US" sz="2000">
                <a:solidFill>
                  <a:srgbClr val="FF0000"/>
                </a:solidFill>
              </a:rPr>
              <a:t>缺陷</a:t>
            </a:r>
            <a:r>
              <a:rPr lang="zh-CN" altLang="en-US" sz="2000"/>
              <a:t> </a:t>
            </a:r>
            <a:endParaRPr lang="zh-CN" altLang="en-US" sz="2000"/>
          </a:p>
          <a:p>
            <a:r>
              <a:rPr lang="zh-CN" altLang="en-US" sz="2000" u="sng"/>
              <a:t>在一定环境中</a:t>
            </a:r>
            <a:r>
              <a:rPr lang="zh-CN" altLang="en-US" sz="2000"/>
              <a:t> 产品有 </a:t>
            </a:r>
            <a:r>
              <a:rPr lang="zh-CN" altLang="en-US" sz="2000">
                <a:solidFill>
                  <a:srgbClr val="FF0000"/>
                </a:solidFill>
              </a:rPr>
              <a:t>错误</a:t>
            </a:r>
            <a:r>
              <a:rPr lang="zh-CN" altLang="en-US" sz="2000"/>
              <a:t> </a:t>
            </a:r>
            <a:endParaRPr lang="zh-CN" altLang="en-US" sz="2000"/>
          </a:p>
          <a:p>
            <a:r>
              <a:rPr lang="zh-CN" altLang="en-US" sz="2000" u="sng"/>
              <a:t>在运行时</a:t>
            </a:r>
            <a:r>
              <a:rPr lang="zh-CN" altLang="en-US" sz="2000"/>
              <a:t> 用户经历的 </a:t>
            </a:r>
            <a:r>
              <a:rPr lang="zh-CN" altLang="en-US" sz="2000">
                <a:solidFill>
                  <a:srgbClr val="FF0000"/>
                </a:solidFill>
              </a:rPr>
              <a:t>故障</a:t>
            </a:r>
            <a:endParaRPr lang="zh-CN" altLang="en-US" sz="2000">
              <a:solidFill>
                <a:srgbClr val="FF0000"/>
              </a:solidFill>
            </a:endParaRPr>
          </a:p>
        </p:txBody>
      </p:sp>
      <p:cxnSp>
        <p:nvCxnSpPr>
          <p:cNvPr id="4" name="直接箭头连接符 3"/>
          <p:cNvCxnSpPr/>
          <p:nvPr/>
        </p:nvCxnSpPr>
        <p:spPr>
          <a:xfrm flipH="1">
            <a:off x="3402965" y="2411730"/>
            <a:ext cx="1555750" cy="598170"/>
          </a:xfrm>
          <a:prstGeom prst="straightConnector1">
            <a:avLst/>
          </a:prstGeom>
          <a:ln>
            <a:tailEnd type="arrow" w="med" len="med"/>
          </a:ln>
        </p:spPr>
        <p:style>
          <a:lnRef idx="1">
            <a:schemeClr val="accent2"/>
          </a:lnRef>
          <a:fillRef idx="0">
            <a:schemeClr val="accent2"/>
          </a:fillRef>
          <a:effectRef idx="0">
            <a:schemeClr val="accent2"/>
          </a:effectRef>
          <a:fontRef idx="minor">
            <a:schemeClr val="tx1"/>
          </a:fontRef>
        </p:style>
      </p:cxnSp>
      <p:sp>
        <p:nvSpPr>
          <p:cNvPr id="8" name="文本框 7"/>
          <p:cNvSpPr txBox="1"/>
          <p:nvPr/>
        </p:nvSpPr>
        <p:spPr>
          <a:xfrm>
            <a:off x="6405880" y="5706110"/>
            <a:ext cx="3077210" cy="39624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a:ln w="6600">
                  <a:solidFill>
                    <a:srgbClr val="333399"/>
                  </a:solidFill>
                  <a:prstDash val="solid"/>
                </a:ln>
                <a:solidFill>
                  <a:srgbClr val="FFFFFF"/>
                </a:solidFill>
                <a:effectLst>
                  <a:outerShdw dist="38100" dir="2700000" algn="tl" rotWithShape="0">
                    <a:srgbClr val="333399"/>
                  </a:outerShdw>
                </a:effectLst>
                <a:uLnTx/>
                <a:uFillTx/>
                <a:latin typeface="Arial" panose="020B0604020202020204"/>
                <a:ea typeface="黑体" panose="02010609060101010101" pitchFamily="49" charset="-122"/>
                <a:cs typeface="+mn-cs"/>
              </a:rPr>
              <a:t>区分：在哪？？主角？？</a:t>
            </a:r>
            <a:endParaRPr kumimoji="0" lang="zh-CN" altLang="en-US" sz="2000" b="1" i="0" u="none" strike="noStrike" kern="1200" cap="none" spc="0" normalizeH="0" baseline="0" noProof="0">
              <a:ln w="6600">
                <a:solidFill>
                  <a:srgbClr val="333399"/>
                </a:solidFill>
                <a:prstDash val="solid"/>
              </a:ln>
              <a:solidFill>
                <a:srgbClr val="FFFFFF"/>
              </a:solidFill>
              <a:effectLst>
                <a:outerShdw dist="38100" dir="2700000" algn="tl" rotWithShape="0">
                  <a:srgbClr val="333399"/>
                </a:outerShdw>
              </a:effectLst>
              <a:uLnTx/>
              <a:uFillTx/>
              <a:latin typeface="Arial" panose="020B0604020202020204"/>
              <a:ea typeface="黑体" panose="02010609060101010101" pitchFamily="49" charset="-122"/>
              <a:cs typeface="+mn-cs"/>
            </a:endParaRPr>
          </a:p>
        </p:txBody>
      </p:sp>
      <p:sp>
        <p:nvSpPr>
          <p:cNvPr id="9" name="文本框 8"/>
          <p:cNvSpPr txBox="1"/>
          <p:nvPr/>
        </p:nvSpPr>
        <p:spPr>
          <a:xfrm>
            <a:off x="5882640" y="4423410"/>
            <a:ext cx="4246880" cy="100584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srgbClr val="000000"/>
                </a:solidFill>
                <a:effectLst/>
                <a:uLnTx/>
                <a:uFillTx/>
                <a:latin typeface="Arial" panose="020B0604020202020204"/>
                <a:ea typeface="黑体" panose="02010609060101010101" pitchFamily="49" charset="-122"/>
                <a:cs typeface="+mn-cs"/>
              </a:rPr>
              <a:t>》失误造成缺陷的引入</a:t>
            </a:r>
            <a:endParaRPr kumimoji="0" lang="zh-CN" altLang="en-US" sz="2000" b="0" i="0" u="none" strike="noStrike" kern="1200" cap="none" spc="0" normalizeH="0" baseline="0" noProof="0">
              <a:ln>
                <a:noFill/>
              </a:ln>
              <a:solidFill>
                <a:srgbClr val="000000"/>
              </a:solidFill>
              <a:effectLst/>
              <a:uLnTx/>
              <a:uFillTx/>
              <a:latin typeface="Arial" panose="020B0604020202020204"/>
              <a:ea typeface="黑体" panose="02010609060101010101" pitchFamily="49" charset="-122"/>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srgbClr val="000000"/>
                </a:solidFill>
                <a:effectLst/>
                <a:uLnTx/>
                <a:uFillTx/>
                <a:latin typeface="Arial" panose="020B0604020202020204"/>
                <a:ea typeface="黑体" panose="02010609060101010101" pitchFamily="49" charset="-122"/>
                <a:cs typeface="+mn-cs"/>
              </a:rPr>
              <a:t>》错误是由于软件缺陷造成的</a:t>
            </a:r>
            <a:endParaRPr kumimoji="0" lang="zh-CN" altLang="en-US" sz="2000" b="0" i="0" u="none" strike="noStrike" kern="1200" cap="none" spc="0" normalizeH="0" baseline="0" noProof="0">
              <a:ln>
                <a:noFill/>
              </a:ln>
              <a:solidFill>
                <a:srgbClr val="000000"/>
              </a:solidFill>
              <a:effectLst/>
              <a:uLnTx/>
              <a:uFillTx/>
              <a:latin typeface="Arial" panose="020B0604020202020204"/>
              <a:ea typeface="黑体" panose="02010609060101010101" pitchFamily="49" charset="-122"/>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srgbClr val="000000"/>
                </a:solidFill>
                <a:effectLst/>
                <a:uLnTx/>
                <a:uFillTx/>
                <a:latin typeface="Arial" panose="020B0604020202020204"/>
                <a:ea typeface="黑体" panose="02010609060101010101" pitchFamily="49" charset="-122"/>
                <a:cs typeface="+mn-cs"/>
              </a:rPr>
              <a:t>》故障是由软件错误造成的外在表现</a:t>
            </a:r>
            <a:endParaRPr kumimoji="0" lang="zh-CN" altLang="en-US" sz="2000" b="0" i="0" u="none" strike="noStrike" kern="1200" cap="none" spc="0" normalizeH="0" baseline="0" noProof="0">
              <a:ln>
                <a:noFill/>
              </a:ln>
              <a:solidFill>
                <a:srgbClr val="000000"/>
              </a:solidFill>
              <a:effectLst/>
              <a:uLnTx/>
              <a:uFillTx/>
              <a:latin typeface="Arial" panose="020B0604020202020204"/>
              <a:ea typeface="黑体" panose="02010609060101010101" pitchFamily="49" charset="-122"/>
              <a:cs typeface="+mn-cs"/>
            </a:endParaRPr>
          </a:p>
        </p:txBody>
      </p:sp>
      <p:sp>
        <p:nvSpPr>
          <p:cNvPr id="10" name="下箭头 9"/>
          <p:cNvSpPr/>
          <p:nvPr/>
        </p:nvSpPr>
        <p:spPr>
          <a:xfrm>
            <a:off x="5306060" y="4337050"/>
            <a:ext cx="391795" cy="1435100"/>
          </a:xfrm>
          <a:prstGeom prst="down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ustDataLst>
      <p:tags r:id="rId1"/>
    </p:custDataLst>
  </p:cSld>
  <p:clrMapOvr>
    <a:masterClrMapping/>
  </p:clrMapOvr>
  <p:transition advTm="3000"/>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 </a:t>
            </a:r>
            <a:endParaRPr lang="en-US" altLang="zh-CN" dirty="0"/>
          </a:p>
        </p:txBody>
      </p:sp>
      <p:sp>
        <p:nvSpPr>
          <p:cNvPr id="3" name="内容占位符 2"/>
          <p:cNvSpPr>
            <a:spLocks noGrp="1"/>
          </p:cNvSpPr>
          <p:nvPr>
            <p:ph idx="1"/>
          </p:nvPr>
        </p:nvSpPr>
        <p:spPr>
          <a:xfrm>
            <a:off x="581192" y="2180496"/>
            <a:ext cx="11029615" cy="4798274"/>
          </a:xfrm>
        </p:spPr>
        <p:txBody>
          <a:bodyPr>
            <a:normAutofit/>
          </a:bodyPr>
          <a:lstStyle/>
          <a:p>
            <a:r>
              <a:rPr lang="zh-CN" altLang="en-US" dirty="0"/>
              <a:t>软件可靠性是关于</a:t>
            </a:r>
            <a:r>
              <a:rPr lang="zh-CN" altLang="en-US" dirty="0">
                <a:solidFill>
                  <a:srgbClr val="FF0000"/>
                </a:solidFill>
              </a:rPr>
              <a:t>软件能够满足需求功能的性质</a:t>
            </a:r>
            <a:r>
              <a:rPr lang="zh-CN" altLang="en-US" dirty="0"/>
              <a:t>，软件不能满足需求是因为</a:t>
            </a:r>
            <a:r>
              <a:rPr lang="zh-CN" altLang="en-US" sz="2300" u="sng" dirty="0">
                <a:solidFill>
                  <a:srgbClr val="FF0000"/>
                </a:solidFill>
              </a:rPr>
              <a:t>软件中的差错</a:t>
            </a:r>
            <a:r>
              <a:rPr lang="zh-CN" altLang="en-US" dirty="0"/>
              <a:t>引起了软件故障</a:t>
            </a:r>
            <a:r>
              <a:rPr lang="zh-CN" altLang="en-US" dirty="0" smtClean="0"/>
              <a:t>。</a:t>
            </a:r>
            <a:endParaRPr lang="en-US" altLang="zh-CN" dirty="0" smtClean="0"/>
          </a:p>
          <a:p>
            <a:pPr marL="0" indent="0">
              <a:buNone/>
            </a:pPr>
            <a:endParaRPr lang="en-US" altLang="zh-CN" dirty="0"/>
          </a:p>
          <a:p>
            <a:r>
              <a:rPr lang="zh-CN" altLang="en-US" dirty="0"/>
              <a:t>软件差错是软件开发各阶段潜入的</a:t>
            </a:r>
            <a:r>
              <a:rPr lang="zh-CN" altLang="en-US" dirty="0">
                <a:solidFill>
                  <a:srgbClr val="FF0000"/>
                </a:solidFill>
              </a:rPr>
              <a:t>人为</a:t>
            </a:r>
            <a:r>
              <a:rPr lang="zh-CN" altLang="en-US" dirty="0"/>
              <a:t>错误：</a:t>
            </a:r>
            <a:endParaRPr lang="zh-CN" altLang="en-US" dirty="0"/>
          </a:p>
          <a:p>
            <a:pPr marL="0" indent="0">
              <a:buNone/>
            </a:pPr>
            <a:r>
              <a:rPr lang="en-US" altLang="zh-CN" dirty="0"/>
              <a:t>1</a:t>
            </a:r>
            <a:r>
              <a:rPr lang="zh-CN" altLang="en-US" dirty="0"/>
              <a:t>、</a:t>
            </a:r>
            <a:r>
              <a:rPr lang="zh-CN" altLang="en-US" dirty="0">
                <a:solidFill>
                  <a:schemeClr val="tx1"/>
                </a:solidFill>
                <a:effectLst>
                  <a:outerShdw blurRad="38100" dist="19050" dir="2700000" algn="tl" rotWithShape="0">
                    <a:schemeClr val="dk1">
                      <a:alpha val="40000"/>
                    </a:schemeClr>
                  </a:outerShdw>
                </a:effectLst>
              </a:rPr>
              <a:t>需求分析定义错误</a:t>
            </a:r>
            <a:r>
              <a:rPr lang="zh-CN" altLang="en-US" dirty="0"/>
              <a:t>。如用户提出的需求不完整，用户需求的变更未及时消化，软件开发者和用户对需求的理解不同等等。</a:t>
            </a:r>
            <a:endParaRPr lang="zh-CN" altLang="en-US" dirty="0"/>
          </a:p>
          <a:p>
            <a:pPr marL="0" indent="0">
              <a:buNone/>
            </a:pPr>
            <a:r>
              <a:rPr lang="en-US" altLang="zh-CN" dirty="0"/>
              <a:t>2</a:t>
            </a:r>
            <a:r>
              <a:rPr lang="zh-CN" altLang="en-US" dirty="0"/>
              <a:t>、</a:t>
            </a:r>
            <a:r>
              <a:rPr lang="zh-CN" altLang="en-US" dirty="0">
                <a:solidFill>
                  <a:schemeClr val="tx1"/>
                </a:solidFill>
                <a:effectLst>
                  <a:outerShdw blurRad="38100" dist="19050" dir="2700000" algn="tl" rotWithShape="0">
                    <a:schemeClr val="dk1">
                      <a:alpha val="40000"/>
                    </a:schemeClr>
                  </a:outerShdw>
                </a:effectLst>
              </a:rPr>
              <a:t>设计错误</a:t>
            </a:r>
            <a:r>
              <a:rPr lang="zh-CN" altLang="en-US" dirty="0"/>
              <a:t>。如处理的结构和算法错误，缺乏对特殊情况和错误处理的考虑等。</a:t>
            </a:r>
            <a:endParaRPr lang="zh-CN" altLang="en-US" dirty="0"/>
          </a:p>
          <a:p>
            <a:pPr marL="0" indent="0">
              <a:buNone/>
            </a:pPr>
            <a:r>
              <a:rPr lang="en-US" altLang="zh-CN" dirty="0"/>
              <a:t>3</a:t>
            </a:r>
            <a:r>
              <a:rPr lang="zh-CN" altLang="en-US" dirty="0"/>
              <a:t>、</a:t>
            </a:r>
            <a:r>
              <a:rPr lang="zh-CN" altLang="en-US" dirty="0">
                <a:solidFill>
                  <a:schemeClr val="tx1"/>
                </a:solidFill>
                <a:effectLst>
                  <a:outerShdw blurRad="38100" dist="19050" dir="2700000" algn="tl" rotWithShape="0">
                    <a:schemeClr val="dk1">
                      <a:alpha val="40000"/>
                    </a:schemeClr>
                  </a:outerShdw>
                </a:effectLst>
              </a:rPr>
              <a:t>编码错误</a:t>
            </a:r>
            <a:r>
              <a:rPr lang="zh-CN" altLang="en-US" dirty="0"/>
              <a:t>。如语法错误，变量</a:t>
            </a:r>
            <a:r>
              <a:rPr lang="zh-CN" altLang="en-US" dirty="0">
                <a:hlinkClick r:id="rId1"/>
              </a:rPr>
              <a:t>初始化错误</a:t>
            </a:r>
            <a:r>
              <a:rPr lang="zh-CN" altLang="en-US" dirty="0"/>
              <a:t>等。</a:t>
            </a:r>
            <a:endParaRPr lang="zh-CN" altLang="en-US" dirty="0"/>
          </a:p>
          <a:p>
            <a:pPr marL="0" indent="0">
              <a:buNone/>
            </a:pPr>
            <a:r>
              <a:rPr lang="en-US" altLang="zh-CN" dirty="0"/>
              <a:t>4</a:t>
            </a:r>
            <a:r>
              <a:rPr lang="zh-CN" altLang="en-US" dirty="0"/>
              <a:t>、</a:t>
            </a:r>
            <a:r>
              <a:rPr lang="zh-CN" altLang="en-US" dirty="0">
                <a:solidFill>
                  <a:schemeClr val="tx1"/>
                </a:solidFill>
                <a:effectLst>
                  <a:outerShdw blurRad="38100" dist="19050" dir="2700000" algn="tl" rotWithShape="0">
                    <a:schemeClr val="dk1">
                      <a:alpha val="40000"/>
                    </a:schemeClr>
                  </a:outerShdw>
                </a:effectLst>
              </a:rPr>
              <a:t>测试错误</a:t>
            </a:r>
            <a:r>
              <a:rPr lang="zh-CN" altLang="en-US" dirty="0"/>
              <a:t>。如数据准备错误，</a:t>
            </a:r>
            <a:r>
              <a:rPr lang="zh-CN" altLang="en-US" dirty="0">
                <a:hlinkClick r:id="rId2"/>
              </a:rPr>
              <a:t>测试用例</a:t>
            </a:r>
            <a:r>
              <a:rPr lang="zh-CN" altLang="en-US" dirty="0"/>
              <a:t>错误等</a:t>
            </a:r>
            <a:r>
              <a:rPr lang="zh-CN" altLang="en-US" dirty="0" smtClean="0"/>
              <a:t>。</a:t>
            </a:r>
            <a:endParaRPr lang="en-US" altLang="zh-CN" dirty="0" smtClean="0"/>
          </a:p>
          <a:p>
            <a:pPr marL="0" indent="0">
              <a:buNone/>
            </a:pPr>
            <a:r>
              <a:rPr lang="en-US" altLang="zh-CN" dirty="0"/>
              <a:t>5</a:t>
            </a:r>
            <a:r>
              <a:rPr lang="zh-CN" altLang="en-US" dirty="0"/>
              <a:t>、</a:t>
            </a:r>
            <a:r>
              <a:rPr lang="zh-CN" altLang="en-US" dirty="0">
                <a:solidFill>
                  <a:schemeClr val="tx1"/>
                </a:solidFill>
                <a:effectLst>
                  <a:outerShdw blurRad="38100" dist="19050" dir="2700000" algn="tl" rotWithShape="0">
                    <a:schemeClr val="dk1">
                      <a:alpha val="40000"/>
                    </a:schemeClr>
                  </a:outerShdw>
                </a:effectLst>
              </a:rPr>
              <a:t>文档错误</a:t>
            </a:r>
            <a:r>
              <a:rPr lang="zh-CN" altLang="en-US" dirty="0"/>
              <a:t>。如文档不齐全，文档相关内容不一致，文档版本不一致，缺乏完整性等</a:t>
            </a:r>
            <a:r>
              <a:rPr lang="zh-CN" altLang="en-US" dirty="0" smtClean="0"/>
              <a:t>。</a:t>
            </a:r>
            <a:endParaRPr lang="zh-CN" altLang="en-US" dirty="0" smtClean="0"/>
          </a:p>
          <a:p>
            <a:endParaRPr lang="zh-CN" altLang="en-US" dirty="0"/>
          </a:p>
          <a:p>
            <a:endParaRPr lang="zh-CN" altLang="en-US" dirty="0"/>
          </a:p>
        </p:txBody>
      </p:sp>
      <p:cxnSp>
        <p:nvCxnSpPr>
          <p:cNvPr id="5" name="直接箭头连接符 4"/>
          <p:cNvCxnSpPr/>
          <p:nvPr/>
        </p:nvCxnSpPr>
        <p:spPr>
          <a:xfrm flipH="1">
            <a:off x="2130725" y="2631057"/>
            <a:ext cx="6495690" cy="8022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ustDataLst>
      <p:tags r:id="rId3"/>
    </p:custDataLst>
  </p:cSld>
  <p:clrMapOvr>
    <a:masterClrMapping/>
  </p:clrMapOvr>
  <p:transition advTm="3000"/>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什么是软件的可靠性？</a:t>
            </a:r>
            <a:endParaRPr lang="zh-CN" altLang="en-US" dirty="0"/>
          </a:p>
        </p:txBody>
      </p:sp>
      <p:sp>
        <p:nvSpPr>
          <p:cNvPr id="3" name="内容占位符 2"/>
          <p:cNvSpPr>
            <a:spLocks noGrp="1"/>
          </p:cNvSpPr>
          <p:nvPr>
            <p:ph idx="1"/>
          </p:nvPr>
        </p:nvSpPr>
        <p:spPr>
          <a:noFill/>
          <a:ln>
            <a:noFill/>
          </a:ln>
          <a:extLst>
            <a:ext uri="{909E8E84-426E-40DD-AFC4-6F175D3DCCD1}">
              <a14:hiddenFill xmlns:a14="http://schemas.microsoft.com/office/drawing/2010/main">
                <a:solidFill>
                  <a:schemeClr val="lt1"/>
                </a:solidFill>
              </a14:hiddenFill>
            </a:ext>
          </a:extLst>
        </p:spPr>
        <p:style>
          <a:lnRef idx="2">
            <a:schemeClr val="dk1"/>
          </a:lnRef>
          <a:fillRef idx="1">
            <a:schemeClr val="lt1"/>
          </a:fillRef>
          <a:effectRef idx="0">
            <a:schemeClr val="dk1"/>
          </a:effectRef>
          <a:fontRef idx="minor">
            <a:schemeClr val="dk1"/>
          </a:fontRef>
        </p:style>
        <p:txBody>
          <a:bodyPr>
            <a:normAutofit/>
          </a:bodyPr>
          <a:lstStyle/>
          <a:p>
            <a:r>
              <a:rPr lang="zh-CN" altLang="en-US" dirty="0" smtClean="0"/>
              <a:t>软件：是指与计算机系统的操作有关的程序、过程、规则及其相应的文档和数据。</a:t>
            </a:r>
            <a:endParaRPr lang="en-US" altLang="zh-CN" dirty="0" smtClean="0"/>
          </a:p>
          <a:p>
            <a:endParaRPr lang="en-US" altLang="zh-CN" dirty="0" smtClean="0"/>
          </a:p>
          <a:p>
            <a:r>
              <a:rPr lang="zh-CN" altLang="en-US" dirty="0" smtClean="0"/>
              <a:t>软件可靠性 </a:t>
            </a:r>
            <a:r>
              <a:rPr lang="en-US" altLang="zh-CN" dirty="0"/>
              <a:t>(software reliability </a:t>
            </a:r>
            <a:r>
              <a:rPr lang="en-US" altLang="zh-CN" dirty="0" smtClean="0"/>
              <a:t>)</a:t>
            </a:r>
            <a:r>
              <a:rPr lang="zh-CN" altLang="en-US" dirty="0" smtClean="0"/>
              <a:t>：是</a:t>
            </a:r>
            <a:r>
              <a:rPr lang="zh-CN" altLang="en-US" dirty="0"/>
              <a:t>软件产品在</a:t>
            </a:r>
            <a:r>
              <a:rPr lang="zh-CN" altLang="en-US" u="sng" dirty="0">
                <a:solidFill>
                  <a:srgbClr val="FF0000"/>
                </a:solidFill>
              </a:rPr>
              <a:t>规定的条件</a:t>
            </a:r>
            <a:r>
              <a:rPr lang="zh-CN" altLang="en-US" dirty="0"/>
              <a:t>下和</a:t>
            </a:r>
            <a:r>
              <a:rPr lang="zh-CN" altLang="en-US" u="sng" dirty="0">
                <a:solidFill>
                  <a:srgbClr val="FF0000"/>
                </a:solidFill>
              </a:rPr>
              <a:t>规定的时间区间</a:t>
            </a:r>
            <a:r>
              <a:rPr lang="zh-CN" altLang="en-US" dirty="0"/>
              <a:t>完成</a:t>
            </a:r>
            <a:r>
              <a:rPr lang="zh-CN" altLang="en-US" u="sng" dirty="0">
                <a:solidFill>
                  <a:srgbClr val="FF0000"/>
                </a:solidFill>
              </a:rPr>
              <a:t>规定功能</a:t>
            </a:r>
            <a:r>
              <a:rPr lang="zh-CN" altLang="en-US" dirty="0"/>
              <a:t>的能力</a:t>
            </a:r>
            <a:r>
              <a:rPr lang="zh-CN" altLang="en-US" dirty="0" smtClean="0"/>
              <a:t>。</a:t>
            </a:r>
            <a:endParaRPr lang="en-US" altLang="zh-CN" dirty="0" smtClean="0"/>
          </a:p>
          <a:p>
            <a:pPr marL="0" indent="0">
              <a:buNone/>
            </a:pPr>
            <a:endParaRPr lang="en-US" altLang="zh-CN" dirty="0" smtClean="0"/>
          </a:p>
          <a:p>
            <a:pPr marL="0" indent="0">
              <a:buNone/>
            </a:pPr>
            <a:r>
              <a:rPr lang="en-US" altLang="zh-CN" sz="2000" u="sng" dirty="0" smtClean="0">
                <a:solidFill>
                  <a:schemeClr val="bg1">
                    <a:lumMod val="50000"/>
                  </a:schemeClr>
                </a:solidFill>
                <a:effectLst>
                  <a:outerShdw blurRad="38100" dist="25400" dir="5400000" algn="ctr" rotWithShape="0">
                    <a:srgbClr val="6E747A">
                      <a:alpha val="43000"/>
                    </a:srgbClr>
                  </a:outerShdw>
                </a:effectLst>
              </a:rPr>
              <a:t>&gt; </a:t>
            </a:r>
            <a:r>
              <a:rPr lang="zh-CN" altLang="en-US" sz="2000" u="sng" dirty="0" smtClean="0">
                <a:solidFill>
                  <a:schemeClr val="bg1">
                    <a:lumMod val="50000"/>
                  </a:schemeClr>
                </a:solidFill>
                <a:effectLst>
                  <a:outerShdw blurRad="38100" dist="25400" dir="5400000" algn="ctr" rotWithShape="0">
                    <a:srgbClr val="6E747A">
                      <a:alpha val="43000"/>
                    </a:srgbClr>
                  </a:outerShdw>
                </a:effectLst>
              </a:rPr>
              <a:t>规定</a:t>
            </a:r>
            <a:r>
              <a:rPr lang="zh-CN" altLang="en-US" sz="2000" u="sng" dirty="0">
                <a:solidFill>
                  <a:schemeClr val="bg1">
                    <a:lumMod val="50000"/>
                  </a:schemeClr>
                </a:solidFill>
                <a:effectLst>
                  <a:outerShdw blurRad="38100" dist="25400" dir="5400000" algn="ctr" rotWithShape="0">
                    <a:srgbClr val="6E747A">
                      <a:alpha val="43000"/>
                    </a:srgbClr>
                  </a:outerShdw>
                </a:effectLst>
              </a:rPr>
              <a:t>的</a:t>
            </a:r>
            <a:r>
              <a:rPr lang="zh-CN" altLang="en-US" sz="2000" u="sng" dirty="0" smtClean="0">
                <a:solidFill>
                  <a:schemeClr val="bg1">
                    <a:lumMod val="50000"/>
                  </a:schemeClr>
                </a:solidFill>
                <a:effectLst>
                  <a:outerShdw blurRad="38100" dist="25400" dir="5400000" algn="ctr" rotWithShape="0">
                    <a:srgbClr val="6E747A">
                      <a:alpha val="43000"/>
                    </a:srgbClr>
                  </a:outerShdw>
                </a:effectLst>
              </a:rPr>
              <a:t>条件</a:t>
            </a:r>
            <a:r>
              <a:rPr lang="zh-CN" altLang="en-US" sz="2000" dirty="0">
                <a:solidFill>
                  <a:schemeClr val="bg1">
                    <a:lumMod val="50000"/>
                  </a:schemeClr>
                </a:solidFill>
                <a:effectLst>
                  <a:outerShdw blurRad="38100" dist="25400" dir="5400000" algn="ctr" rotWithShape="0">
                    <a:srgbClr val="6E747A">
                      <a:alpha val="43000"/>
                    </a:srgbClr>
                  </a:outerShdw>
                </a:effectLst>
              </a:rPr>
              <a:t>：</a:t>
            </a:r>
            <a:r>
              <a:rPr lang="zh-CN" altLang="en-US" sz="2000" dirty="0" smtClean="0">
                <a:solidFill>
                  <a:schemeClr val="bg1">
                    <a:lumMod val="50000"/>
                  </a:schemeClr>
                </a:solidFill>
                <a:effectLst>
                  <a:outerShdw blurRad="38100" dist="25400" dir="5400000" algn="ctr" rotWithShape="0">
                    <a:srgbClr val="6E747A">
                      <a:alpha val="43000"/>
                    </a:srgbClr>
                  </a:outerShdw>
                </a:effectLst>
              </a:rPr>
              <a:t>是</a:t>
            </a:r>
            <a:r>
              <a:rPr lang="zh-CN" altLang="en-US" sz="2000" dirty="0">
                <a:solidFill>
                  <a:schemeClr val="bg1">
                    <a:lumMod val="50000"/>
                  </a:schemeClr>
                </a:solidFill>
                <a:effectLst>
                  <a:outerShdw blurRad="38100" dist="25400" dir="5400000" algn="ctr" rotWithShape="0">
                    <a:srgbClr val="6E747A">
                      <a:alpha val="43000"/>
                    </a:srgbClr>
                  </a:outerShdw>
                </a:effectLst>
              </a:rPr>
              <a:t>指直接与软件运行相关的使用该软件的计算机系统的状态和软件的输入条件，或统称为软件运行时的外部输入条件</a:t>
            </a:r>
            <a:r>
              <a:rPr lang="zh-CN" altLang="en-US" sz="2000" dirty="0" smtClean="0">
                <a:solidFill>
                  <a:schemeClr val="bg1">
                    <a:lumMod val="50000"/>
                  </a:schemeClr>
                </a:solidFill>
                <a:effectLst>
                  <a:outerShdw blurRad="38100" dist="25400" dir="5400000" algn="ctr" rotWithShape="0">
                    <a:srgbClr val="6E747A">
                      <a:alpha val="43000"/>
                    </a:srgbClr>
                  </a:outerShdw>
                </a:effectLst>
              </a:rPr>
              <a:t>；</a:t>
            </a:r>
            <a:endParaRPr lang="zh-CN" altLang="en-US" sz="2000" dirty="0" smtClean="0">
              <a:solidFill>
                <a:schemeClr val="bg1">
                  <a:lumMod val="50000"/>
                </a:schemeClr>
              </a:solidFill>
              <a:effectLst>
                <a:outerShdw blurRad="38100" dist="25400" dir="5400000" algn="ctr" rotWithShape="0">
                  <a:srgbClr val="6E747A">
                    <a:alpha val="43000"/>
                  </a:srgbClr>
                </a:outerShdw>
              </a:effectLst>
            </a:endParaRPr>
          </a:p>
          <a:p>
            <a:pPr marL="0" indent="0">
              <a:buNone/>
            </a:pPr>
            <a:r>
              <a:rPr lang="en-US" altLang="zh-CN" sz="2000" u="sng" dirty="0" smtClean="0">
                <a:solidFill>
                  <a:schemeClr val="bg1">
                    <a:lumMod val="50000"/>
                  </a:schemeClr>
                </a:solidFill>
                <a:effectLst>
                  <a:outerShdw blurRad="38100" dist="25400" dir="5400000" algn="ctr" rotWithShape="0">
                    <a:srgbClr val="6E747A">
                      <a:alpha val="43000"/>
                    </a:srgbClr>
                  </a:outerShdw>
                </a:effectLst>
              </a:rPr>
              <a:t>&gt; </a:t>
            </a:r>
            <a:r>
              <a:rPr lang="zh-CN" altLang="en-US" sz="2000" u="sng" dirty="0" smtClean="0">
                <a:solidFill>
                  <a:schemeClr val="bg1">
                    <a:lumMod val="50000"/>
                  </a:schemeClr>
                </a:solidFill>
                <a:effectLst>
                  <a:outerShdw blurRad="38100" dist="25400" dir="5400000" algn="ctr" rotWithShape="0">
                    <a:srgbClr val="6E747A">
                      <a:alpha val="43000"/>
                    </a:srgbClr>
                  </a:outerShdw>
                </a:effectLst>
              </a:rPr>
              <a:t>规定</a:t>
            </a:r>
            <a:r>
              <a:rPr lang="zh-CN" altLang="en-US" sz="2000" u="sng" dirty="0">
                <a:solidFill>
                  <a:schemeClr val="bg1">
                    <a:lumMod val="50000"/>
                  </a:schemeClr>
                </a:solidFill>
                <a:effectLst>
                  <a:outerShdw blurRad="38100" dist="25400" dir="5400000" algn="ctr" rotWithShape="0">
                    <a:srgbClr val="6E747A">
                      <a:alpha val="43000"/>
                    </a:srgbClr>
                  </a:outerShdw>
                </a:effectLst>
              </a:rPr>
              <a:t>的时间</a:t>
            </a:r>
            <a:r>
              <a:rPr lang="zh-CN" altLang="en-US" sz="2000" u="sng" dirty="0" smtClean="0">
                <a:solidFill>
                  <a:schemeClr val="bg1">
                    <a:lumMod val="50000"/>
                  </a:schemeClr>
                </a:solidFill>
                <a:effectLst>
                  <a:outerShdw blurRad="38100" dist="25400" dir="5400000" algn="ctr" rotWithShape="0">
                    <a:srgbClr val="6E747A">
                      <a:alpha val="43000"/>
                    </a:srgbClr>
                  </a:outerShdw>
                </a:effectLst>
              </a:rPr>
              <a:t>区间</a:t>
            </a:r>
            <a:r>
              <a:rPr lang="zh-CN" altLang="en-US" sz="2000" dirty="0" smtClean="0">
                <a:solidFill>
                  <a:schemeClr val="bg1">
                    <a:lumMod val="50000"/>
                  </a:schemeClr>
                </a:solidFill>
                <a:effectLst>
                  <a:outerShdw blurRad="38100" dist="25400" dir="5400000" algn="ctr" rotWithShape="0">
                    <a:srgbClr val="6E747A">
                      <a:alpha val="43000"/>
                    </a:srgbClr>
                  </a:outerShdw>
                </a:effectLst>
              </a:rPr>
              <a:t>：是</a:t>
            </a:r>
            <a:r>
              <a:rPr lang="zh-CN" altLang="en-US" sz="2000" dirty="0">
                <a:solidFill>
                  <a:schemeClr val="bg1">
                    <a:lumMod val="50000"/>
                  </a:schemeClr>
                </a:solidFill>
                <a:effectLst>
                  <a:outerShdw blurRad="38100" dist="25400" dir="5400000" algn="ctr" rotWithShape="0">
                    <a:srgbClr val="6E747A">
                      <a:alpha val="43000"/>
                    </a:srgbClr>
                  </a:outerShdw>
                </a:effectLst>
              </a:rPr>
              <a:t>指软件的实际运行时间区间</a:t>
            </a:r>
            <a:r>
              <a:rPr lang="zh-CN" altLang="en-US" sz="2000" dirty="0" smtClean="0">
                <a:solidFill>
                  <a:schemeClr val="bg1">
                    <a:lumMod val="50000"/>
                  </a:schemeClr>
                </a:solidFill>
                <a:effectLst>
                  <a:outerShdw blurRad="38100" dist="25400" dir="5400000" algn="ctr" rotWithShape="0">
                    <a:srgbClr val="6E747A">
                      <a:alpha val="43000"/>
                    </a:srgbClr>
                  </a:outerShdw>
                </a:effectLst>
              </a:rPr>
              <a:t>；</a:t>
            </a:r>
            <a:endParaRPr lang="zh-CN" altLang="en-US" sz="2000" dirty="0" smtClean="0">
              <a:solidFill>
                <a:schemeClr val="bg1">
                  <a:lumMod val="50000"/>
                </a:schemeClr>
              </a:solidFill>
              <a:effectLst>
                <a:outerShdw blurRad="38100" dist="25400" dir="5400000" algn="ctr" rotWithShape="0">
                  <a:srgbClr val="6E747A">
                    <a:alpha val="43000"/>
                  </a:srgbClr>
                </a:outerShdw>
              </a:effectLst>
            </a:endParaRPr>
          </a:p>
          <a:p>
            <a:pPr marL="0" indent="0">
              <a:buNone/>
            </a:pPr>
            <a:r>
              <a:rPr lang="en-US" altLang="zh-CN" sz="2000" u="sng" dirty="0" smtClean="0">
                <a:solidFill>
                  <a:schemeClr val="bg1">
                    <a:lumMod val="50000"/>
                  </a:schemeClr>
                </a:solidFill>
                <a:effectLst>
                  <a:outerShdw blurRad="38100" dist="25400" dir="5400000" algn="ctr" rotWithShape="0">
                    <a:srgbClr val="6E747A">
                      <a:alpha val="43000"/>
                    </a:srgbClr>
                  </a:outerShdw>
                </a:effectLst>
              </a:rPr>
              <a:t>&gt; </a:t>
            </a:r>
            <a:r>
              <a:rPr lang="zh-CN" altLang="en-US" sz="2000" u="sng" dirty="0" smtClean="0">
                <a:solidFill>
                  <a:schemeClr val="bg1">
                    <a:lumMod val="50000"/>
                  </a:schemeClr>
                </a:solidFill>
                <a:effectLst>
                  <a:outerShdw blurRad="38100" dist="25400" dir="5400000" algn="ctr" rotWithShape="0">
                    <a:srgbClr val="6E747A">
                      <a:alpha val="43000"/>
                    </a:srgbClr>
                  </a:outerShdw>
                </a:effectLst>
              </a:rPr>
              <a:t>规定功能</a:t>
            </a:r>
            <a:r>
              <a:rPr lang="zh-CN" altLang="en-US" sz="2000" dirty="0" smtClean="0">
                <a:solidFill>
                  <a:schemeClr val="bg1">
                    <a:lumMod val="50000"/>
                  </a:schemeClr>
                </a:solidFill>
                <a:effectLst>
                  <a:outerShdw blurRad="38100" dist="25400" dir="5400000" algn="ctr" rotWithShape="0">
                    <a:srgbClr val="6E747A">
                      <a:alpha val="43000"/>
                    </a:srgbClr>
                  </a:outerShdw>
                </a:effectLst>
              </a:rPr>
              <a:t>：是</a:t>
            </a:r>
            <a:r>
              <a:rPr lang="zh-CN" altLang="en-US" sz="2000" dirty="0">
                <a:solidFill>
                  <a:schemeClr val="bg1">
                    <a:lumMod val="50000"/>
                  </a:schemeClr>
                </a:solidFill>
                <a:effectLst>
                  <a:outerShdw blurRad="38100" dist="25400" dir="5400000" algn="ctr" rotWithShape="0">
                    <a:srgbClr val="6E747A">
                      <a:alpha val="43000"/>
                    </a:srgbClr>
                  </a:outerShdw>
                </a:effectLst>
              </a:rPr>
              <a:t>指为提供给定的服务，软件产品所必须具备的功能</a:t>
            </a:r>
            <a:r>
              <a:rPr lang="zh-CN" altLang="en-US" sz="2000" dirty="0" smtClean="0">
                <a:solidFill>
                  <a:schemeClr val="bg1">
                    <a:lumMod val="50000"/>
                  </a:schemeClr>
                </a:solidFill>
                <a:effectLst>
                  <a:outerShdw blurRad="38100" dist="25400" dir="5400000" algn="ctr" rotWithShape="0">
                    <a:srgbClr val="6E747A">
                      <a:alpha val="43000"/>
                    </a:srgbClr>
                  </a:outerShdw>
                </a:effectLst>
              </a:rPr>
              <a:t>。</a:t>
            </a:r>
            <a:endParaRPr lang="zh-CN" altLang="en-US" sz="2000" dirty="0" smtClean="0">
              <a:solidFill>
                <a:schemeClr val="bg1">
                  <a:lumMod val="50000"/>
                </a:schemeClr>
              </a:solidFill>
              <a:effectLst>
                <a:outerShdw blurRad="38100" dist="25400" dir="5400000" algn="ctr" rotWithShape="0">
                  <a:srgbClr val="6E747A">
                    <a:alpha val="43000"/>
                  </a:srgbClr>
                </a:outerShdw>
              </a:effectLst>
            </a:endParaRPr>
          </a:p>
          <a:p>
            <a:endParaRPr lang="zh-CN" altLang="en-US" sz="2000" dirty="0" smtClean="0">
              <a:solidFill>
                <a:schemeClr val="bg1">
                  <a:lumMod val="50000"/>
                </a:schemeClr>
              </a:solidFill>
              <a:effectLst>
                <a:outerShdw blurRad="38100" dist="25400" dir="5400000" algn="ctr" rotWithShape="0">
                  <a:srgbClr val="6E747A">
                    <a:alpha val="43000"/>
                  </a:srgbClr>
                </a:outerShdw>
              </a:effectLst>
            </a:endParaRPr>
          </a:p>
        </p:txBody>
      </p:sp>
      <p:cxnSp>
        <p:nvCxnSpPr>
          <p:cNvPr id="5" name="直接箭头连接符 4"/>
          <p:cNvCxnSpPr/>
          <p:nvPr/>
        </p:nvCxnSpPr>
        <p:spPr>
          <a:xfrm flipH="1">
            <a:off x="2014220" y="3175000"/>
            <a:ext cx="5776595" cy="737870"/>
          </a:xfrm>
          <a:prstGeom prst="straightConnector1">
            <a:avLst/>
          </a:prstGeom>
          <a:ln>
            <a:tailEnd type="triangle" w="med" len="med"/>
          </a:ln>
        </p:spPr>
        <p:style>
          <a:lnRef idx="1">
            <a:schemeClr val="accent2"/>
          </a:lnRef>
          <a:fillRef idx="0">
            <a:schemeClr val="accent2"/>
          </a:fillRef>
          <a:effectRef idx="0">
            <a:schemeClr val="accent2"/>
          </a:effectRef>
          <a:fontRef idx="minor">
            <a:schemeClr val="tx1"/>
          </a:fontRef>
        </p:style>
      </p:cxnSp>
      <p:cxnSp>
        <p:nvCxnSpPr>
          <p:cNvPr id="7" name="直接箭头连接符 6"/>
          <p:cNvCxnSpPr/>
          <p:nvPr/>
        </p:nvCxnSpPr>
        <p:spPr>
          <a:xfrm flipH="1">
            <a:off x="6717665" y="3209290"/>
            <a:ext cx="3648075" cy="1381760"/>
          </a:xfrm>
          <a:prstGeom prst="straightConnector1">
            <a:avLst/>
          </a:prstGeom>
          <a:ln>
            <a:tailEnd type="triangle" w="med" len="med"/>
          </a:ln>
        </p:spPr>
        <p:style>
          <a:lnRef idx="1">
            <a:schemeClr val="accent2"/>
          </a:lnRef>
          <a:fillRef idx="0">
            <a:schemeClr val="accent2"/>
          </a:fillRef>
          <a:effectRef idx="0">
            <a:schemeClr val="accent2"/>
          </a:effectRef>
          <a:fontRef idx="minor">
            <a:schemeClr val="tx1"/>
          </a:fontRef>
        </p:style>
      </p:cxnSp>
      <p:cxnSp>
        <p:nvCxnSpPr>
          <p:cNvPr id="9" name="直接箭头连接符 8"/>
          <p:cNvCxnSpPr/>
          <p:nvPr/>
        </p:nvCxnSpPr>
        <p:spPr>
          <a:xfrm flipH="1">
            <a:off x="2322830" y="3552825"/>
            <a:ext cx="867410" cy="1355725"/>
          </a:xfrm>
          <a:prstGeom prst="straightConnector1">
            <a:avLst/>
          </a:prstGeom>
          <a:ln>
            <a:tailEnd type="triangle" w="med" len="med"/>
          </a:ln>
        </p:spPr>
        <p:style>
          <a:lnRef idx="1">
            <a:schemeClr val="accent2"/>
          </a:lnRef>
          <a:fillRef idx="0">
            <a:schemeClr val="accent2"/>
          </a:fillRef>
          <a:effectRef idx="0">
            <a:schemeClr val="accent2"/>
          </a:effectRef>
          <a:fontRef idx="minor">
            <a:schemeClr val="tx1"/>
          </a:fontRef>
        </p:style>
      </p:cxnSp>
      <p:sp>
        <p:nvSpPr>
          <p:cNvPr id="4" name="文本框 3"/>
          <p:cNvSpPr txBox="1"/>
          <p:nvPr/>
        </p:nvSpPr>
        <p:spPr>
          <a:xfrm>
            <a:off x="8564880" y="5689600"/>
            <a:ext cx="2186305" cy="36576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solidFill>
                  <a:srgbClr val="000000"/>
                </a:solidFill>
                <a:effectLst/>
                <a:uLnTx/>
                <a:uFillTx/>
                <a:latin typeface="Arial" panose="020B0604020202020204"/>
                <a:ea typeface="黑体" panose="02010609060101010101" pitchFamily="49" charset="-122"/>
                <a:cs typeface="+mn-cs"/>
              </a:rPr>
              <a:t>三大要素</a:t>
            </a:r>
            <a:endParaRPr kumimoji="0" lang="zh-CN" altLang="en-US" sz="1800" b="0" i="0" u="none" strike="noStrike" kern="1200" cap="none" spc="0" normalizeH="0" baseline="0" noProof="0">
              <a:ln>
                <a:noFill/>
              </a:ln>
              <a:solidFill>
                <a:srgbClr val="000000"/>
              </a:solidFill>
              <a:effectLst/>
              <a:uLnTx/>
              <a:uFillTx/>
              <a:latin typeface="Arial" panose="020B0604020202020204"/>
              <a:ea typeface="黑体" panose="02010609060101010101" pitchFamily="49" charset="-122"/>
              <a:cs typeface="+mn-cs"/>
            </a:endParaRPr>
          </a:p>
        </p:txBody>
      </p:sp>
    </p:spTree>
    <p:custDataLst>
      <p:tags r:id="rId1"/>
    </p:custDataLst>
  </p:cSld>
  <p:clrMapOvr>
    <a:masterClrMapping/>
  </p:clrMapOvr>
  <p:transition advTm="3000"/>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2"/>
          <p:cNvSpPr>
            <a:spLocks noGrp="1"/>
          </p:cNvSpPr>
          <p:nvPr>
            <p:custDataLst>
              <p:tags r:id="rId1"/>
            </p:custDataLst>
          </p:nvPr>
        </p:nvSpPr>
        <p:spPr>
          <a:xfrm>
            <a:off x="2160000" y="406800"/>
            <a:ext cx="9216000" cy="864000"/>
          </a:xfrm>
          <a:prstGeom prst="rect">
            <a:avLst/>
          </a:prstGeom>
          <a:noFill/>
          <a:ln>
            <a:noFill/>
          </a:ln>
        </p:spPr>
        <p:txBody>
          <a:bodyPr vert="horz" wrap="square" lIns="91440" tIns="45720" rIns="91440" bIns="45720" numCol="1" anchor="ctr" anchorCtr="0" compatLnSpc="1">
            <a:normAutofit/>
          </a:bodyPr>
          <a:lstStyle>
            <a:lvl1pPr algn="l" rtl="0" eaLnBrk="0" fontAlgn="base" hangingPunct="0">
              <a:spcBef>
                <a:spcPct val="0"/>
              </a:spcBef>
              <a:spcAft>
                <a:spcPct val="0"/>
              </a:spcAft>
              <a:defRPr sz="4000" b="1" kern="1200">
                <a:solidFill>
                  <a:srgbClr val="333399"/>
                </a:solidFill>
                <a:latin typeface="Arial" panose="020B0604020202020204" pitchFamily="34" charset="0"/>
                <a:ea typeface="黑体" panose="02010609060101010101" pitchFamily="49" charset="-122"/>
                <a:cs typeface="+mn-ea"/>
                <a:sym typeface="Arial" panose="020B0604020202020204" pitchFamily="34" charset="0"/>
              </a:defRPr>
            </a:lvl1pPr>
            <a:lvl2pPr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2pPr>
            <a:lvl3pPr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3pPr>
            <a:lvl4pPr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4pPr>
            <a:lvl5pPr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5pPr>
            <a:lvl6pPr marL="457200"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6pPr>
            <a:lvl7pPr marL="914400"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7pPr>
            <a:lvl8pPr marL="1371600"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8pPr>
            <a:lvl9pPr marL="1828800"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9pPr>
          </a:lstStyle>
          <a:p>
            <a:pPr marL="0" marR="0" lvl="0" indent="0" algn="l" defTabSz="457200" rtl="0" eaLnBrk="0" fontAlgn="base" latinLnBrk="0" hangingPunct="0">
              <a:lnSpc>
                <a:spcPct val="100000"/>
              </a:lnSpc>
              <a:spcBef>
                <a:spcPct val="0"/>
              </a:spcBef>
              <a:spcAft>
                <a:spcPct val="0"/>
              </a:spcAft>
              <a:buClrTx/>
              <a:buSzTx/>
              <a:buFontTx/>
              <a:buNone/>
              <a:defRPr/>
            </a:pPr>
            <a:r>
              <a:rPr kumimoji="0" lang="zh-CN" altLang="en-US" sz="4000" b="1" i="0" u="none" strike="noStrike" kern="1200" cap="none" spc="0" normalizeH="0" baseline="0" noProof="0" smtClean="0">
                <a:ln>
                  <a:noFill/>
                </a:ln>
                <a:solidFill>
                  <a:srgbClr val="333399"/>
                </a:solidFill>
                <a:effectLst/>
                <a:uLnTx/>
                <a:uFillTx/>
                <a:latin typeface="Arial" panose="020B0604020202020204" pitchFamily="34" charset="0"/>
                <a:ea typeface="黑体" panose="02010609060101010101" pitchFamily="49" charset="-122"/>
                <a:sym typeface="Arial" panose="020B0604020202020204" pitchFamily="34" charset="0"/>
              </a:rPr>
              <a:t>广义和狭义的软件可靠性</a:t>
            </a:r>
            <a:endParaRPr kumimoji="0" lang="zh-CN" altLang="en-US" sz="4000" b="1" i="0" u="none" strike="noStrike" kern="1200" cap="none" spc="0" normalizeH="0" baseline="0" noProof="0" smtClean="0">
              <a:ln>
                <a:noFill/>
              </a:ln>
              <a:solidFill>
                <a:srgbClr val="333399"/>
              </a:solidFill>
              <a:effectLst/>
              <a:uLnTx/>
              <a:uFillTx/>
              <a:latin typeface="Arial" panose="020B0604020202020204" pitchFamily="34" charset="0"/>
              <a:ea typeface="黑体" panose="02010609060101010101" pitchFamily="49" charset="-122"/>
              <a:sym typeface="Arial" panose="020B0604020202020204" pitchFamily="34" charset="0"/>
            </a:endParaRPr>
          </a:p>
        </p:txBody>
      </p:sp>
      <p:sp>
        <p:nvSpPr>
          <p:cNvPr id="12291" name="Rectangle 2"/>
          <p:cNvSpPr>
            <a:spLocks noGrp="1" noChangeArrowheads="1"/>
          </p:cNvSpPr>
          <p:nvPr>
            <p:custDataLst>
              <p:tags r:id="rId2"/>
            </p:custDataLst>
          </p:nvPr>
        </p:nvSpPr>
        <p:spPr>
          <a:xfrm>
            <a:off x="912000" y="1699200"/>
            <a:ext cx="10464000" cy="4356000"/>
          </a:xfrm>
          <a:prstGeom prst="rect">
            <a:avLst/>
          </a:prstGeom>
          <a:noFill/>
          <a:ln>
            <a:noFill/>
          </a:ln>
        </p:spPr>
        <p:txBody>
          <a:bodyPr vert="horz" wrap="square" lIns="91440" tIns="45720" rIns="91440" bIns="45720" numCol="1" anchor="t" anchorCtr="0" compatLnSpc="1">
            <a:normAutofit/>
          </a:bodyPr>
          <a:lstStyle>
            <a:lvl1pPr marL="285750" indent="-285750" algn="l" rtl="0" eaLnBrk="0" fontAlgn="base" hangingPunct="0">
              <a:spcBef>
                <a:spcPts val="0"/>
              </a:spcBef>
              <a:spcAft>
                <a:spcPct val="0"/>
              </a:spcAft>
              <a:buFont typeface="Arial" panose="020B0604020202020204" pitchFamily="34" charset="0"/>
              <a:buChar char="•"/>
              <a:defRPr sz="2400" kern="1200">
                <a:solidFill>
                  <a:srgbClr val="808080"/>
                </a:solidFill>
                <a:latin typeface="Arial" panose="020B0604020202020204" pitchFamily="34" charset="0"/>
                <a:ea typeface="黑体" panose="02010609060101010101" pitchFamily="49" charset="-122"/>
                <a:cs typeface="+mn-ea"/>
                <a:sym typeface="Arial" panose="020B0604020202020204" pitchFamily="34" charset="0"/>
              </a:defRPr>
            </a:lvl1pPr>
            <a:lvl2pPr marL="742950" indent="-285750" algn="l" rtl="0" eaLnBrk="0" fontAlgn="base" hangingPunct="0">
              <a:spcBef>
                <a:spcPts val="0"/>
              </a:spcBef>
              <a:spcAft>
                <a:spcPct val="0"/>
              </a:spcAft>
              <a:buFont typeface="Arial" panose="020B0604020202020204" pitchFamily="34" charset="0"/>
              <a:buChar char="•"/>
              <a:defRPr sz="2000" kern="1200">
                <a:solidFill>
                  <a:srgbClr val="808080"/>
                </a:solidFill>
                <a:latin typeface="Arial" panose="020B0604020202020204" pitchFamily="34" charset="0"/>
                <a:ea typeface="黑体" panose="02010609060101010101" pitchFamily="49" charset="-122"/>
                <a:cs typeface="+mn-ea"/>
                <a:sym typeface="Arial" panose="020B0604020202020204" pitchFamily="34" charset="0"/>
              </a:defRPr>
            </a:lvl2pPr>
            <a:lvl3pPr marL="1200150" indent="-285750" algn="l" rtl="0" eaLnBrk="0" fontAlgn="base" hangingPunct="0">
              <a:spcBef>
                <a:spcPts val="0"/>
              </a:spcBef>
              <a:spcAft>
                <a:spcPct val="0"/>
              </a:spcAft>
              <a:buFont typeface="Arial" panose="020B0604020202020204" pitchFamily="34" charset="0"/>
              <a:buChar char="•"/>
              <a:defRPr sz="1800" kern="1200">
                <a:solidFill>
                  <a:srgbClr val="808080"/>
                </a:solidFill>
                <a:latin typeface="Arial" panose="020B0604020202020204" pitchFamily="34" charset="0"/>
                <a:ea typeface="黑体" panose="02010609060101010101" pitchFamily="49" charset="-122"/>
                <a:cs typeface="+mn-ea"/>
                <a:sym typeface="Arial" panose="020B0604020202020204" pitchFamily="34" charset="0"/>
              </a:defRPr>
            </a:lvl3pPr>
            <a:lvl4pPr marL="1657350" indent="-285750" algn="l" rtl="0" eaLnBrk="0" fontAlgn="base" hangingPunct="0">
              <a:spcBef>
                <a:spcPts val="0"/>
              </a:spcBef>
              <a:spcAft>
                <a:spcPct val="0"/>
              </a:spcAft>
              <a:buFont typeface="Arial" panose="020B0604020202020204" pitchFamily="34" charset="0"/>
              <a:buChar char="•"/>
              <a:defRPr sz="1800" kern="1200">
                <a:solidFill>
                  <a:srgbClr val="808080"/>
                </a:solidFill>
                <a:latin typeface="Arial" panose="020B0604020202020204" pitchFamily="34" charset="0"/>
                <a:ea typeface="黑体" panose="02010609060101010101" pitchFamily="49" charset="-122"/>
                <a:cs typeface="+mn-ea"/>
                <a:sym typeface="Arial" panose="020B0604020202020204" pitchFamily="34" charset="0"/>
              </a:defRPr>
            </a:lvl4pPr>
            <a:lvl5pPr marL="2114550" indent="-285750" algn="l" rtl="0" eaLnBrk="0" fontAlgn="base" hangingPunct="0">
              <a:spcBef>
                <a:spcPts val="0"/>
              </a:spcBef>
              <a:spcAft>
                <a:spcPct val="0"/>
              </a:spcAft>
              <a:buFont typeface="Arial" panose="020B0604020202020204" pitchFamily="34" charset="0"/>
              <a:buChar char="•"/>
              <a:defRPr sz="1800" kern="1200">
                <a:solidFill>
                  <a:srgbClr val="808080"/>
                </a:solidFill>
                <a:latin typeface="Arial" panose="020B0604020202020204" pitchFamily="34" charset="0"/>
                <a:ea typeface="黑体" panose="02010609060101010101" pitchFamily="49" charset="-122"/>
                <a:cs typeface="+mn-ea"/>
                <a:sym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黑体" panose="02010609060101010101" pitchFamily="49"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黑体" panose="02010609060101010101" pitchFamily="49"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黑体" panose="02010609060101010101" pitchFamily="49"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黑体" panose="02010609060101010101" pitchFamily="49" charset="-122"/>
                <a:cs typeface="+mn-ea"/>
              </a:defRPr>
            </a:lvl9pPr>
          </a:lstStyle>
          <a:p>
            <a:pPr marL="306070" marR="0" lvl="0" indent="-306070" algn="l" defTabSz="457200" rtl="0" eaLnBrk="1" fontAlgn="base" latinLnBrk="0" hangingPunct="1">
              <a:lnSpc>
                <a:spcPct val="130000"/>
              </a:lnSpc>
              <a:spcBef>
                <a:spcPts val="0"/>
              </a:spcBef>
              <a:spcAft>
                <a:spcPct val="0"/>
              </a:spcAft>
              <a:buClr>
                <a:srgbClr val="FFBF2B"/>
              </a:buClr>
              <a:buSzTx/>
              <a:buFont typeface="Wingdings 2" panose="05020102010507070707" pitchFamily="18" charset="2"/>
              <a:buChar char=""/>
              <a:defRPr/>
            </a:pPr>
            <a:r>
              <a:rPr kumimoji="0" lang="zh-CN" altLang="en-US" sz="2400" b="0" i="0" u="none" strike="noStrike" kern="1200" cap="none" spc="0" normalizeH="0" baseline="0" noProof="0" dirty="0" smtClean="0">
                <a:ln>
                  <a:noFill/>
                </a:ln>
                <a:solidFill>
                  <a:srgbClr val="808080"/>
                </a:solidFill>
                <a:effectLst/>
                <a:uLnTx/>
                <a:uFillTx/>
                <a:latin typeface="Arial" panose="020B0604020202020204" pitchFamily="34" charset="0"/>
                <a:ea typeface="黑体" panose="02010609060101010101" pitchFamily="49" charset="-122"/>
                <a:sym typeface="黑体" panose="02010609060101010101" pitchFamily="49" charset="-122"/>
              </a:rPr>
              <a:t>广义：是指在一切旨在</a:t>
            </a:r>
            <a:r>
              <a:rPr kumimoji="0" lang="zh-CN" altLang="en-US" sz="2400" b="0" i="0" u="sng" strike="noStrike" kern="1200" cap="none" spc="0" normalizeH="0" baseline="0" noProof="0" dirty="0" smtClean="0">
                <a:ln>
                  <a:noFill/>
                </a:ln>
                <a:solidFill>
                  <a:srgbClr val="808080"/>
                </a:solidFill>
                <a:effectLst/>
                <a:uLnTx/>
                <a:uFillTx/>
                <a:latin typeface="Arial" panose="020B0604020202020204" pitchFamily="34" charset="0"/>
                <a:ea typeface="黑体" panose="02010609060101010101" pitchFamily="49" charset="-122"/>
                <a:sym typeface="黑体" panose="02010609060101010101" pitchFamily="49" charset="-122"/>
              </a:rPr>
              <a:t>避免、减少、处理、度量</a:t>
            </a:r>
            <a:r>
              <a:rPr kumimoji="0" lang="zh-CN" altLang="en-US" sz="2400" b="0" i="0" u="none" strike="noStrike" kern="1200" cap="none" spc="0" normalizeH="0" baseline="0" noProof="0" dirty="0" smtClean="0">
                <a:ln>
                  <a:noFill/>
                </a:ln>
                <a:solidFill>
                  <a:srgbClr val="808080"/>
                </a:solidFill>
                <a:effectLst/>
                <a:uLnTx/>
                <a:uFillTx/>
                <a:latin typeface="Arial" panose="020B0604020202020204" pitchFamily="34" charset="0"/>
                <a:ea typeface="黑体" panose="02010609060101010101" pitchFamily="49" charset="-122"/>
                <a:sym typeface="黑体" panose="02010609060101010101" pitchFamily="49" charset="-122"/>
              </a:rPr>
              <a:t>软件故障（错误、缺陷、失效）的</a:t>
            </a:r>
            <a:r>
              <a:rPr kumimoji="0" lang="zh-CN" altLang="en-US" sz="2400" b="0" i="0" u="sng" strike="noStrike" kern="1200" cap="none" spc="0" normalizeH="0" baseline="0" noProof="0" dirty="0" smtClean="0">
                <a:ln>
                  <a:noFill/>
                </a:ln>
                <a:solidFill>
                  <a:srgbClr val="808080"/>
                </a:solidFill>
                <a:effectLst/>
                <a:uLnTx/>
                <a:uFillTx/>
                <a:latin typeface="Arial" panose="020B0604020202020204" pitchFamily="34" charset="0"/>
                <a:ea typeface="黑体" panose="02010609060101010101" pitchFamily="49" charset="-122"/>
                <a:sym typeface="黑体" panose="02010609060101010101" pitchFamily="49" charset="-122"/>
              </a:rPr>
              <a:t>分析、设计、测试方法、技术和实践活动</a:t>
            </a:r>
            <a:r>
              <a:rPr kumimoji="0" lang="zh-CN" altLang="en-US" sz="2400" b="0" i="0" u="none" strike="noStrike" kern="1200" cap="none" spc="0" normalizeH="0" baseline="0" noProof="0" dirty="0" smtClean="0">
                <a:ln>
                  <a:noFill/>
                </a:ln>
                <a:solidFill>
                  <a:srgbClr val="808080"/>
                </a:solidFill>
                <a:effectLst/>
                <a:uLnTx/>
                <a:uFillTx/>
                <a:latin typeface="Arial" panose="020B0604020202020204" pitchFamily="34" charset="0"/>
                <a:ea typeface="黑体" panose="02010609060101010101" pitchFamily="49" charset="-122"/>
                <a:sym typeface="黑体" panose="02010609060101010101" pitchFamily="49" charset="-122"/>
              </a:rPr>
              <a:t>；与之相关的内容有软件可靠性度量、软件可靠性设计、软件可靠性建模、软件可靠性测试和软件可靠性管理</a:t>
            </a:r>
            <a:endParaRPr kumimoji="0" lang="zh-CN" altLang="en-US" sz="2400" b="0" i="0" u="none" strike="noStrike" kern="1200" cap="none" spc="0" normalizeH="0" baseline="0" noProof="0" dirty="0" smtClean="0">
              <a:ln>
                <a:noFill/>
              </a:ln>
              <a:solidFill>
                <a:srgbClr val="808080"/>
              </a:solidFill>
              <a:effectLst/>
              <a:uLnTx/>
              <a:uFillTx/>
              <a:latin typeface="Arial" panose="020B0604020202020204" pitchFamily="34" charset="0"/>
              <a:ea typeface="黑体" panose="02010609060101010101" pitchFamily="49" charset="-122"/>
              <a:sym typeface="黑体" panose="02010609060101010101" pitchFamily="49" charset="-122"/>
            </a:endParaRPr>
          </a:p>
          <a:p>
            <a:pPr marL="306070" marR="0" lvl="0" indent="-306070" algn="l" defTabSz="457200" rtl="0" eaLnBrk="1" fontAlgn="base" latinLnBrk="0" hangingPunct="1">
              <a:lnSpc>
                <a:spcPct val="130000"/>
              </a:lnSpc>
              <a:spcBef>
                <a:spcPts val="0"/>
              </a:spcBef>
              <a:spcAft>
                <a:spcPct val="0"/>
              </a:spcAft>
              <a:buClr>
                <a:srgbClr val="FFBF2B"/>
              </a:buClr>
              <a:buSzTx/>
              <a:buFont typeface="Wingdings 2" panose="05020102010507070707" pitchFamily="18" charset="2"/>
              <a:buChar char=""/>
              <a:defRPr/>
            </a:pPr>
            <a:endParaRPr kumimoji="0" lang="zh-CN" altLang="en-US" sz="2400" b="0" i="0" u="none" strike="noStrike" kern="1200" cap="none" spc="0" normalizeH="0" baseline="0" noProof="0" dirty="0" smtClean="0">
              <a:ln>
                <a:noFill/>
              </a:ln>
              <a:solidFill>
                <a:srgbClr val="808080"/>
              </a:solidFill>
              <a:effectLst/>
              <a:uLnTx/>
              <a:uFillTx/>
              <a:latin typeface="Arial" panose="020B0604020202020204" pitchFamily="34" charset="0"/>
              <a:ea typeface="黑体" panose="02010609060101010101" pitchFamily="49" charset="-122"/>
              <a:sym typeface="黑体" panose="02010609060101010101" pitchFamily="49" charset="-122"/>
            </a:endParaRPr>
          </a:p>
          <a:p>
            <a:pPr marL="306070" marR="0" lvl="0" indent="-306070" algn="l" defTabSz="457200" rtl="0" eaLnBrk="1" fontAlgn="base" latinLnBrk="0" hangingPunct="1">
              <a:lnSpc>
                <a:spcPct val="130000"/>
              </a:lnSpc>
              <a:spcBef>
                <a:spcPts val="0"/>
              </a:spcBef>
              <a:spcAft>
                <a:spcPct val="0"/>
              </a:spcAft>
              <a:buClr>
                <a:srgbClr val="FFBF2B"/>
              </a:buClr>
              <a:buSzTx/>
              <a:buFont typeface="Wingdings 2" panose="05020102010507070707" pitchFamily="18" charset="2"/>
              <a:buChar char=""/>
              <a:defRPr/>
            </a:pPr>
            <a:r>
              <a:rPr kumimoji="0" lang="zh-CN" altLang="en-US" sz="2400" b="0" i="0" u="none" strike="noStrike" kern="1200" cap="none" spc="0" normalizeH="0" baseline="0" noProof="0" dirty="0" smtClean="0">
                <a:ln>
                  <a:noFill/>
                </a:ln>
                <a:solidFill>
                  <a:srgbClr val="808080"/>
                </a:solidFill>
                <a:effectLst/>
                <a:uLnTx/>
                <a:uFillTx/>
                <a:latin typeface="Arial" panose="020B0604020202020204" pitchFamily="34" charset="0"/>
                <a:ea typeface="黑体" panose="02010609060101010101" pitchFamily="49" charset="-122"/>
                <a:sym typeface="黑体" panose="02010609060101010101" pitchFamily="49" charset="-122"/>
              </a:rPr>
              <a:t>狭义：是指软件</a:t>
            </a:r>
            <a:r>
              <a:rPr kumimoji="0" lang="zh-CN" altLang="en-US" sz="2400" b="0" i="0" u="sng" strike="noStrike" kern="1200" cap="none" spc="0" normalizeH="0" baseline="0" noProof="0" dirty="0" smtClean="0">
                <a:ln>
                  <a:noFill/>
                </a:ln>
                <a:solidFill>
                  <a:srgbClr val="808080"/>
                </a:solidFill>
                <a:effectLst/>
                <a:uLnTx/>
                <a:uFillTx/>
                <a:latin typeface="Arial" panose="020B0604020202020204" pitchFamily="34" charset="0"/>
                <a:ea typeface="黑体" panose="02010609060101010101" pitchFamily="49" charset="-122"/>
                <a:sym typeface="黑体" panose="02010609060101010101" pitchFamily="49" charset="-122"/>
              </a:rPr>
              <a:t>无关失效运行的定量度量</a:t>
            </a:r>
            <a:r>
              <a:rPr kumimoji="0" lang="zh-CN" altLang="en-US" sz="2400" b="0" i="0" u="none" strike="noStrike" kern="1200" cap="none" spc="0" normalizeH="0" baseline="0" noProof="0" dirty="0" smtClean="0">
                <a:ln>
                  <a:noFill/>
                </a:ln>
                <a:solidFill>
                  <a:srgbClr val="808080"/>
                </a:solidFill>
                <a:effectLst/>
                <a:uLnTx/>
                <a:uFillTx/>
                <a:latin typeface="Arial" panose="020B0604020202020204" pitchFamily="34" charset="0"/>
                <a:ea typeface="黑体" panose="02010609060101010101" pitchFamily="49" charset="-122"/>
                <a:sym typeface="黑体" panose="02010609060101010101" pitchFamily="49" charset="-122"/>
              </a:rPr>
              <a:t>；与之相关的内容有软件可靠性度、软件失效强度和软件平均失效时间</a:t>
            </a:r>
            <a:endParaRPr kumimoji="0" lang="zh-CN" altLang="en-US" sz="2400" b="0" i="0" u="none" strike="noStrike" kern="1200" cap="none" spc="0" normalizeH="0" baseline="0" noProof="0" dirty="0" smtClean="0">
              <a:ln>
                <a:noFill/>
              </a:ln>
              <a:solidFill>
                <a:srgbClr val="808080"/>
              </a:solidFill>
              <a:effectLst/>
              <a:uLnTx/>
              <a:uFillTx/>
              <a:latin typeface="Arial" panose="020B0604020202020204" pitchFamily="34" charset="0"/>
              <a:ea typeface="黑体" panose="02010609060101010101" pitchFamily="49" charset="-122"/>
              <a:sym typeface="黑体" panose="02010609060101010101" pitchFamily="49" charset="-122"/>
            </a:endParaRPr>
          </a:p>
        </p:txBody>
      </p:sp>
    </p:spTree>
    <p:custDataLst>
      <p:tags r:id="rId3"/>
    </p:custDataLst>
  </p:cSld>
  <p:clrMapOvr>
    <a:masterClrMapping/>
  </p:clrMapOvr>
  <p:transition advTm="3000"/>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软件可靠性</a:t>
            </a:r>
            <a:r>
              <a:rPr kumimoji="1" lang="en-US" altLang="zh-CN" dirty="0"/>
              <a:t>——</a:t>
            </a:r>
            <a:r>
              <a:rPr kumimoji="1" lang="zh-CN" altLang="en-US" dirty="0"/>
              <a:t>定义</a:t>
            </a:r>
            <a:endParaRPr kumimoji="1" lang="zh-CN" altLang="en-US" dirty="0"/>
          </a:p>
        </p:txBody>
      </p:sp>
      <p:sp>
        <p:nvSpPr>
          <p:cNvPr id="3" name="竖排文字占位符 2"/>
          <p:cNvSpPr>
            <a:spLocks noGrp="1"/>
          </p:cNvSpPr>
          <p:nvPr>
            <p:ph type="body" orient="vert" idx="1"/>
          </p:nvPr>
        </p:nvSpPr>
        <p:spPr/>
        <p:txBody>
          <a:bodyPr vert="horz" lIns="90000" anchor="t" anchorCtr="0"/>
          <a:lstStyle/>
          <a:p>
            <a:r>
              <a:rPr kumimoji="1" lang="zh-CN" altLang="en-US" dirty="0"/>
              <a:t>可靠性是软件的一个质量要素</a:t>
            </a:r>
            <a:endParaRPr kumimoji="1" lang="en-US" altLang="zh-CN" dirty="0"/>
          </a:p>
          <a:p>
            <a:r>
              <a:rPr kumimoji="1" lang="en-US" altLang="zh-CN" dirty="0"/>
              <a:t>IEEE</a:t>
            </a:r>
            <a:r>
              <a:rPr kumimoji="1" lang="zh-CN" altLang="en-US" dirty="0"/>
              <a:t>于</a:t>
            </a:r>
            <a:r>
              <a:rPr kumimoji="1" lang="en-US" altLang="zh-CN" dirty="0"/>
              <a:t>1983</a:t>
            </a:r>
            <a:r>
              <a:rPr kumimoji="1" lang="zh-CN" altLang="en-US" dirty="0"/>
              <a:t>年将“软件可靠性”定义为：在</a:t>
            </a:r>
            <a:r>
              <a:rPr kumimoji="1" lang="zh-CN" altLang="en-US" dirty="0">
                <a:solidFill>
                  <a:srgbClr val="FF0000"/>
                </a:solidFill>
              </a:rPr>
              <a:t>规定的条件</a:t>
            </a:r>
            <a:r>
              <a:rPr kumimoji="1" lang="zh-CN" altLang="en-US" dirty="0"/>
              <a:t>下，在</a:t>
            </a:r>
            <a:r>
              <a:rPr kumimoji="1" lang="zh-CN" altLang="en-US" dirty="0">
                <a:solidFill>
                  <a:srgbClr val="FF0000"/>
                </a:solidFill>
              </a:rPr>
              <a:t>规定的时间</a:t>
            </a:r>
            <a:r>
              <a:rPr kumimoji="1" lang="zh-CN" altLang="en-US" dirty="0"/>
              <a:t>内，软件不引起系统失效的概率，该概率是系统输入和系统使用的函数，也是软件中存在的错误的函数，系统输入将确定是否会遇到已存在的错误；在上述条件下，程序执行所要求的功能的能力。（“软件”与“程序”被混用）</a:t>
            </a:r>
            <a:endParaRPr kumimoji="1" lang="en-US" altLang="zh-CN" dirty="0"/>
          </a:p>
          <a:p>
            <a:endParaRPr kumimoji="1" lang="en-US" altLang="zh-CN" dirty="0"/>
          </a:p>
          <a:p>
            <a:r>
              <a:rPr kumimoji="1" lang="zh-CN" altLang="en-US" dirty="0">
                <a:solidFill>
                  <a:srgbClr val="FF0000"/>
                </a:solidFill>
              </a:rPr>
              <a:t>规定的时间</a:t>
            </a:r>
            <a:r>
              <a:rPr kumimoji="1" lang="zh-CN" altLang="en-US" dirty="0"/>
              <a:t>：</a:t>
            </a:r>
            <a:r>
              <a:rPr kumimoji="1" lang="en-US" altLang="zh-CN" dirty="0"/>
              <a:t>CPU</a:t>
            </a:r>
            <a:r>
              <a:rPr kumimoji="1" lang="zh-CN" altLang="en-US" dirty="0"/>
              <a:t>时间，即计算机在执行程序时实际占用</a:t>
            </a:r>
            <a:r>
              <a:rPr kumimoji="1" lang="en-US" altLang="zh-CN" dirty="0"/>
              <a:t>CPU</a:t>
            </a:r>
            <a:r>
              <a:rPr kumimoji="1" lang="zh-CN" altLang="en-US" dirty="0"/>
              <a:t>的时间</a:t>
            </a:r>
            <a:r>
              <a:rPr kumimoji="1" lang="en-US" altLang="zh-CN" dirty="0"/>
              <a:t> </a:t>
            </a:r>
            <a:r>
              <a:rPr kumimoji="1" lang="zh-CN" altLang="en-US" dirty="0"/>
              <a:t>（日历时间、时钟时间等）</a:t>
            </a:r>
            <a:endParaRPr kumimoji="1" lang="en-US" altLang="zh-CN" dirty="0"/>
          </a:p>
          <a:p>
            <a:r>
              <a:rPr kumimoji="1" lang="zh-CN" altLang="en-US" dirty="0">
                <a:solidFill>
                  <a:srgbClr val="FF0000"/>
                </a:solidFill>
              </a:rPr>
              <a:t>规定的条件</a:t>
            </a:r>
            <a:r>
              <a:rPr kumimoji="1" lang="zh-CN" altLang="en-US" dirty="0"/>
              <a:t>：环境条件，包括与程序存储、运行有关的计算机及其操作系统、程序的输入分布</a:t>
            </a:r>
            <a:endParaRPr kumimoji="1" lang="en-US" altLang="zh-C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软件可靠性</a:t>
            </a:r>
            <a:r>
              <a:rPr kumimoji="1" lang="en-US" altLang="zh-CN" dirty="0"/>
              <a:t>——</a:t>
            </a:r>
            <a:r>
              <a:rPr kumimoji="1" lang="zh-CN" altLang="en-US" dirty="0"/>
              <a:t>影响因素</a:t>
            </a:r>
            <a:endParaRPr kumimoji="1" lang="zh-CN" altLang="en-US" dirty="0"/>
          </a:p>
        </p:txBody>
      </p:sp>
      <p:sp>
        <p:nvSpPr>
          <p:cNvPr id="3" name="竖排文字占位符 2"/>
          <p:cNvSpPr>
            <a:spLocks noGrp="1"/>
          </p:cNvSpPr>
          <p:nvPr>
            <p:ph type="body" orient="vert" idx="1"/>
          </p:nvPr>
        </p:nvSpPr>
        <p:spPr/>
        <p:txBody>
          <a:bodyPr vert="horz" lIns="90000" anchor="t" anchorCtr="0"/>
          <a:lstStyle/>
          <a:p>
            <a:r>
              <a:rPr kumimoji="1" lang="zh-CN" altLang="en-US" dirty="0"/>
              <a:t>软甲可靠性是关于软件能够满足需求功能的性质，软件不能满足需求是因为软件中的差错引起了软件故障。</a:t>
            </a:r>
            <a:endParaRPr kumimoji="1" lang="en-US" altLang="zh-CN" dirty="0"/>
          </a:p>
          <a:p>
            <a:endParaRPr kumimoji="1" lang="en-US" altLang="zh-CN" dirty="0"/>
          </a:p>
          <a:p>
            <a:r>
              <a:rPr kumimoji="1" lang="zh-CN" altLang="en-US" dirty="0"/>
              <a:t>软件差错是软件开发各阶段潜入的人为错误，包括以下几种：</a:t>
            </a:r>
            <a:endParaRPr kumimoji="1" lang="en-US" altLang="zh-CN" dirty="0"/>
          </a:p>
          <a:p>
            <a:r>
              <a:rPr kumimoji="1" lang="zh-CN" altLang="en-US" dirty="0">
                <a:solidFill>
                  <a:srgbClr val="FF0000"/>
                </a:solidFill>
              </a:rPr>
              <a:t>需求分析定义错误</a:t>
            </a:r>
            <a:r>
              <a:rPr kumimoji="1" lang="zh-CN" altLang="en-US" dirty="0"/>
              <a:t>：如用户提出的需求不完整、用户需求的变更未及时消化、软件开发者和用户对需求的理解不同等。</a:t>
            </a:r>
            <a:endParaRPr kumimoji="1" lang="en-US" altLang="zh-CN" dirty="0"/>
          </a:p>
          <a:p>
            <a:r>
              <a:rPr kumimoji="1" lang="zh-CN" altLang="en-US" dirty="0">
                <a:solidFill>
                  <a:srgbClr val="FF0000"/>
                </a:solidFill>
              </a:rPr>
              <a:t>设计错误</a:t>
            </a:r>
            <a:r>
              <a:rPr kumimoji="1" lang="zh-CN" altLang="en-US" dirty="0"/>
              <a:t>：如处理的结构和算法错误、缺乏对特殊情况和错误处理的考虑等。</a:t>
            </a:r>
            <a:endParaRPr kumimoji="1" lang="en-US" altLang="zh-CN" dirty="0"/>
          </a:p>
          <a:p>
            <a:r>
              <a:rPr kumimoji="1" lang="zh-CN" altLang="en-US" dirty="0">
                <a:solidFill>
                  <a:srgbClr val="FF0000"/>
                </a:solidFill>
              </a:rPr>
              <a:t>编码错误</a:t>
            </a:r>
            <a:r>
              <a:rPr kumimoji="1" lang="zh-CN" altLang="en-US" dirty="0"/>
              <a:t>：如语法错误、变量初始化错误等。</a:t>
            </a:r>
            <a:endParaRPr kumimoji="1" lang="en-US" altLang="zh-CN" dirty="0"/>
          </a:p>
          <a:p>
            <a:r>
              <a:rPr kumimoji="1" lang="zh-CN" altLang="en-US" dirty="0">
                <a:solidFill>
                  <a:srgbClr val="FF0000"/>
                </a:solidFill>
              </a:rPr>
              <a:t>测试错误</a:t>
            </a:r>
            <a:r>
              <a:rPr kumimoji="1" lang="zh-CN" altLang="en-US" dirty="0"/>
              <a:t>：如数据准备错误、测试用例错误等。</a:t>
            </a:r>
            <a:endParaRPr kumimoji="1" lang="en-US" altLang="zh-CN" dirty="0"/>
          </a:p>
          <a:p>
            <a:r>
              <a:rPr kumimoji="1" lang="zh-CN" altLang="en-US" dirty="0">
                <a:solidFill>
                  <a:srgbClr val="FF0000"/>
                </a:solidFill>
              </a:rPr>
              <a:t>文档错误</a:t>
            </a:r>
            <a:r>
              <a:rPr kumimoji="1" lang="zh-CN" altLang="en-US" dirty="0"/>
              <a:t>：如文档不齐全、文档相关内容不一致、文档版本不一致、缺乏完整性等。</a:t>
            </a:r>
            <a:endParaRPr kumimoji="1" lang="en-US" altLang="zh-C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软件可靠性</a:t>
            </a:r>
            <a:r>
              <a:rPr kumimoji="1" lang="en-US" altLang="zh-CN" dirty="0"/>
              <a:t>——</a:t>
            </a:r>
            <a:r>
              <a:rPr kumimoji="1" lang="zh-CN" altLang="en-US" dirty="0"/>
              <a:t>影响因素（续）</a:t>
            </a:r>
            <a:endParaRPr kumimoji="1" lang="zh-CN" altLang="en-US" dirty="0"/>
          </a:p>
        </p:txBody>
      </p:sp>
      <p:sp>
        <p:nvSpPr>
          <p:cNvPr id="3" name="竖排文字占位符 2"/>
          <p:cNvSpPr>
            <a:spLocks noGrp="1"/>
          </p:cNvSpPr>
          <p:nvPr>
            <p:ph type="body" orient="vert" idx="1"/>
          </p:nvPr>
        </p:nvSpPr>
        <p:spPr/>
        <p:txBody>
          <a:bodyPr vert="horz" lIns="90000" anchor="t" anchorCtr="0"/>
          <a:lstStyle/>
          <a:p>
            <a:r>
              <a:rPr kumimoji="1" lang="zh-CN" altLang="en-US" dirty="0"/>
              <a:t>错误引入软件的方式可归纳为两种特性，即程序代码特性和开发过程特性。</a:t>
            </a:r>
            <a:endParaRPr kumimoji="1" lang="en-US" altLang="zh-CN" dirty="0"/>
          </a:p>
          <a:p>
            <a:r>
              <a:rPr kumimoji="1" lang="zh-CN" altLang="en-US" dirty="0">
                <a:solidFill>
                  <a:srgbClr val="FF0000"/>
                </a:solidFill>
              </a:rPr>
              <a:t>程序代码特性</a:t>
            </a:r>
            <a:r>
              <a:rPr kumimoji="1" lang="zh-CN" altLang="en-US" dirty="0"/>
              <a:t>最直观的特性是长度，另外还有算法和语句结构等，代码越长，结构越复杂。可靠性越难保证。</a:t>
            </a:r>
            <a:endParaRPr kumimoji="1" lang="en-US" altLang="zh-CN" dirty="0"/>
          </a:p>
          <a:p>
            <a:r>
              <a:rPr kumimoji="1" lang="zh-CN" altLang="en-US" dirty="0">
                <a:solidFill>
                  <a:srgbClr val="FF0000"/>
                </a:solidFill>
              </a:rPr>
              <a:t>开发过程特性</a:t>
            </a:r>
            <a:r>
              <a:rPr kumimoji="1" lang="zh-CN" altLang="en-US" dirty="0"/>
              <a:t>包括采用的工程技术和使用的工具，也包括开发者个人的业务经历水平等</a:t>
            </a:r>
            <a:endParaRPr kumimoji="1" lang="en-US" altLang="zh-CN" dirty="0"/>
          </a:p>
          <a:p>
            <a:endParaRPr kumimoji="1" lang="en-US" altLang="zh-CN" dirty="0"/>
          </a:p>
          <a:p>
            <a:r>
              <a:rPr kumimoji="1" lang="zh-CN" altLang="en-US" dirty="0"/>
              <a:t>影响软件可靠性的另一个因素是</a:t>
            </a:r>
            <a:r>
              <a:rPr kumimoji="1" lang="zh-CN" altLang="en-US" dirty="0">
                <a:solidFill>
                  <a:srgbClr val="FF0000"/>
                </a:solidFill>
              </a:rPr>
              <a:t>健壮性</a:t>
            </a:r>
            <a:r>
              <a:rPr kumimoji="1" lang="zh-CN" altLang="en-US" dirty="0"/>
              <a:t>，即对非法输入的容错能力。</a:t>
            </a:r>
            <a:endParaRPr kumimoji="1" lang="en-US" altLang="zh-CN" dirty="0"/>
          </a:p>
          <a:p>
            <a:r>
              <a:rPr kumimoji="1" lang="zh-CN" altLang="en-US" dirty="0"/>
              <a:t>因此，提高可靠性从原理上看就是要减少错误和提高健壮性。</a:t>
            </a:r>
            <a:endParaRPr kumimoji="1" lang="en-US" altLang="zh-C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三、影响软件可靠性的因素（八点）</a:t>
            </a:r>
            <a:endParaRPr lang="zh-CN" altLang="en-US" dirty="0"/>
          </a:p>
        </p:txBody>
      </p:sp>
      <p:sp>
        <p:nvSpPr>
          <p:cNvPr id="3" name="内容占位符 2"/>
          <p:cNvSpPr>
            <a:spLocks noGrp="1"/>
          </p:cNvSpPr>
          <p:nvPr>
            <p:ph idx="1"/>
          </p:nvPr>
        </p:nvSpPr>
        <p:spPr>
          <a:xfrm>
            <a:off x="581025" y="1821180"/>
            <a:ext cx="11029315" cy="4222750"/>
          </a:xfrm>
        </p:spPr>
        <p:txBody>
          <a:bodyPr>
            <a:normAutofit/>
          </a:bodyPr>
          <a:lstStyle/>
          <a:p>
            <a:r>
              <a:rPr lang="en-US" altLang="zh-CN" sz="2400">
                <a:solidFill>
                  <a:schemeClr val="tx1"/>
                </a:solidFill>
                <a:effectLst>
                  <a:outerShdw blurRad="38100" dist="19050" dir="2700000" algn="tl" rotWithShape="0">
                    <a:schemeClr val="dk1">
                      <a:alpha val="40000"/>
                    </a:schemeClr>
                  </a:outerShdw>
                </a:effectLst>
              </a:rPr>
              <a:t>1</a:t>
            </a:r>
            <a:r>
              <a:rPr lang="zh-CN" altLang="en-US" sz="2400">
                <a:solidFill>
                  <a:schemeClr val="tx1"/>
                </a:solidFill>
                <a:effectLst>
                  <a:outerShdw blurRad="38100" dist="19050" dir="2700000" algn="tl" rotWithShape="0">
                    <a:schemeClr val="dk1">
                      <a:alpha val="40000"/>
                    </a:schemeClr>
                  </a:outerShdw>
                </a:effectLst>
              </a:rPr>
              <a:t>、运行环境（剖面）</a:t>
            </a:r>
            <a:endParaRPr lang="zh-CN" altLang="en-US" sz="2400">
              <a:solidFill>
                <a:schemeClr val="tx1"/>
              </a:solidFill>
              <a:effectLst>
                <a:outerShdw blurRad="38100" dist="19050" dir="2700000" algn="tl" rotWithShape="0">
                  <a:schemeClr val="dk1">
                    <a:alpha val="40000"/>
                  </a:schemeClr>
                </a:outerShdw>
              </a:effectLst>
            </a:endParaRPr>
          </a:p>
          <a:p>
            <a:r>
              <a:rPr lang="en-US" altLang="zh-CN" sz="2400">
                <a:solidFill>
                  <a:schemeClr val="tx1"/>
                </a:solidFill>
                <a:effectLst>
                  <a:outerShdw blurRad="38100" dist="19050" dir="2700000" algn="tl" rotWithShape="0">
                    <a:schemeClr val="dk1">
                      <a:alpha val="40000"/>
                    </a:schemeClr>
                  </a:outerShdw>
                </a:effectLst>
              </a:rPr>
              <a:t>2</a:t>
            </a:r>
            <a:r>
              <a:rPr lang="zh-CN" altLang="en-US" sz="2400">
                <a:solidFill>
                  <a:schemeClr val="tx1"/>
                </a:solidFill>
                <a:effectLst>
                  <a:outerShdw blurRad="38100" dist="19050" dir="2700000" algn="tl" rotWithShape="0">
                    <a:schemeClr val="dk1">
                      <a:alpha val="40000"/>
                    </a:schemeClr>
                  </a:outerShdw>
                </a:effectLst>
              </a:rPr>
              <a:t>、软件规模</a:t>
            </a:r>
            <a:endParaRPr lang="zh-CN" altLang="en-US" sz="2400">
              <a:solidFill>
                <a:schemeClr val="tx1"/>
              </a:solidFill>
              <a:effectLst>
                <a:outerShdw blurRad="38100" dist="19050" dir="2700000" algn="tl" rotWithShape="0">
                  <a:schemeClr val="dk1">
                    <a:alpha val="40000"/>
                  </a:schemeClr>
                </a:outerShdw>
              </a:effectLst>
            </a:endParaRPr>
          </a:p>
          <a:p>
            <a:r>
              <a:rPr lang="en-US" altLang="zh-CN" sz="2400">
                <a:solidFill>
                  <a:schemeClr val="tx1"/>
                </a:solidFill>
                <a:effectLst>
                  <a:outerShdw blurRad="38100" dist="19050" dir="2700000" algn="tl" rotWithShape="0">
                    <a:schemeClr val="dk1">
                      <a:alpha val="40000"/>
                    </a:schemeClr>
                  </a:outerShdw>
                </a:effectLst>
              </a:rPr>
              <a:t>3</a:t>
            </a:r>
            <a:r>
              <a:rPr lang="zh-CN" altLang="en-US" sz="2400">
                <a:solidFill>
                  <a:schemeClr val="tx1"/>
                </a:solidFill>
                <a:effectLst>
                  <a:outerShdw blurRad="38100" dist="19050" dir="2700000" algn="tl" rotWithShape="0">
                    <a:schemeClr val="dk1">
                      <a:alpha val="40000"/>
                    </a:schemeClr>
                  </a:outerShdw>
                </a:effectLst>
              </a:rPr>
              <a:t>、软件内部结构</a:t>
            </a:r>
            <a:endParaRPr lang="zh-CN" altLang="en-US" sz="2400">
              <a:solidFill>
                <a:schemeClr val="tx1"/>
              </a:solidFill>
              <a:effectLst>
                <a:outerShdw blurRad="38100" dist="19050" dir="2700000" algn="tl" rotWithShape="0">
                  <a:schemeClr val="dk1">
                    <a:alpha val="40000"/>
                  </a:schemeClr>
                </a:outerShdw>
              </a:effectLst>
            </a:endParaRPr>
          </a:p>
          <a:p>
            <a:r>
              <a:rPr lang="en-US" altLang="zh-CN" sz="2400" u="sng">
                <a:solidFill>
                  <a:schemeClr val="tx1"/>
                </a:solidFill>
                <a:effectLst>
                  <a:outerShdw blurRad="38100" dist="19050" dir="2700000" algn="tl" rotWithShape="0">
                    <a:schemeClr val="dk1">
                      <a:alpha val="40000"/>
                    </a:schemeClr>
                  </a:outerShdw>
                </a:effectLst>
              </a:rPr>
              <a:t>4</a:t>
            </a:r>
            <a:r>
              <a:rPr lang="zh-CN" altLang="en-US" sz="2400" u="sng">
                <a:solidFill>
                  <a:schemeClr val="tx1"/>
                </a:solidFill>
                <a:effectLst>
                  <a:outerShdw blurRad="38100" dist="19050" dir="2700000" algn="tl" rotWithShape="0">
                    <a:schemeClr val="dk1">
                      <a:alpha val="40000"/>
                    </a:schemeClr>
                  </a:outerShdw>
                </a:effectLst>
              </a:rPr>
              <a:t>、软件可靠性设计技术</a:t>
            </a:r>
            <a:endParaRPr lang="zh-CN" altLang="en-US" sz="2400" u="sng">
              <a:solidFill>
                <a:schemeClr val="tx1"/>
              </a:solidFill>
              <a:effectLst>
                <a:outerShdw blurRad="38100" dist="19050" dir="2700000" algn="tl" rotWithShape="0">
                  <a:schemeClr val="dk1">
                    <a:alpha val="40000"/>
                  </a:schemeClr>
                </a:outerShdw>
              </a:effectLst>
            </a:endParaRPr>
          </a:p>
          <a:p>
            <a:r>
              <a:rPr lang="en-US" altLang="zh-CN" sz="2400" u="sng">
                <a:solidFill>
                  <a:schemeClr val="tx1"/>
                </a:solidFill>
                <a:effectLst>
                  <a:outerShdw blurRad="38100" dist="19050" dir="2700000" algn="tl" rotWithShape="0">
                    <a:schemeClr val="dk1">
                      <a:alpha val="40000"/>
                    </a:schemeClr>
                  </a:outerShdw>
                </a:effectLst>
              </a:rPr>
              <a:t>5</a:t>
            </a:r>
            <a:r>
              <a:rPr lang="zh-CN" altLang="en-US" sz="2400" u="sng">
                <a:solidFill>
                  <a:schemeClr val="tx1"/>
                </a:solidFill>
                <a:effectLst>
                  <a:outerShdw blurRad="38100" dist="19050" dir="2700000" algn="tl" rotWithShape="0">
                    <a:schemeClr val="dk1">
                      <a:alpha val="40000"/>
                    </a:schemeClr>
                  </a:outerShdw>
                </a:effectLst>
              </a:rPr>
              <a:t>、软件可靠性测试</a:t>
            </a:r>
            <a:endParaRPr lang="zh-CN" altLang="en-US" sz="2400" u="sng">
              <a:solidFill>
                <a:schemeClr val="tx1"/>
              </a:solidFill>
              <a:effectLst>
                <a:outerShdw blurRad="38100" dist="19050" dir="2700000" algn="tl" rotWithShape="0">
                  <a:schemeClr val="dk1">
                    <a:alpha val="40000"/>
                  </a:schemeClr>
                </a:outerShdw>
              </a:effectLst>
            </a:endParaRPr>
          </a:p>
          <a:p>
            <a:r>
              <a:rPr lang="en-US" altLang="zh-CN" sz="2400" u="sng">
                <a:solidFill>
                  <a:schemeClr val="tx1"/>
                </a:solidFill>
                <a:effectLst>
                  <a:outerShdw blurRad="38100" dist="19050" dir="2700000" algn="tl" rotWithShape="0">
                    <a:schemeClr val="dk1">
                      <a:alpha val="40000"/>
                    </a:schemeClr>
                  </a:outerShdw>
                </a:effectLst>
              </a:rPr>
              <a:t>6</a:t>
            </a:r>
            <a:r>
              <a:rPr lang="zh-CN" altLang="en-US" sz="2400" u="sng">
                <a:solidFill>
                  <a:schemeClr val="tx1"/>
                </a:solidFill>
                <a:effectLst>
                  <a:outerShdw blurRad="38100" dist="19050" dir="2700000" algn="tl" rotWithShape="0">
                    <a:schemeClr val="dk1">
                      <a:alpha val="40000"/>
                    </a:schemeClr>
                  </a:outerShdw>
                </a:effectLst>
              </a:rPr>
              <a:t>、软件可靠性管理</a:t>
            </a:r>
            <a:endParaRPr lang="zh-CN" altLang="en-US" sz="2400" u="sng">
              <a:solidFill>
                <a:schemeClr val="tx1"/>
              </a:solidFill>
              <a:effectLst>
                <a:outerShdw blurRad="38100" dist="19050" dir="2700000" algn="tl" rotWithShape="0">
                  <a:schemeClr val="dk1">
                    <a:alpha val="40000"/>
                  </a:schemeClr>
                </a:outerShdw>
              </a:effectLst>
            </a:endParaRPr>
          </a:p>
          <a:p>
            <a:r>
              <a:rPr lang="en-US" altLang="zh-CN" sz="2400" u="sng">
                <a:solidFill>
                  <a:schemeClr val="tx1"/>
                </a:solidFill>
                <a:effectLst>
                  <a:outerShdw blurRad="38100" dist="19050" dir="2700000" algn="tl" rotWithShape="0">
                    <a:schemeClr val="dk1">
                      <a:alpha val="40000"/>
                    </a:schemeClr>
                  </a:outerShdw>
                </a:effectLst>
              </a:rPr>
              <a:t>7</a:t>
            </a:r>
            <a:r>
              <a:rPr lang="zh-CN" altLang="en-US" sz="2400" u="sng">
                <a:solidFill>
                  <a:schemeClr val="tx1"/>
                </a:solidFill>
                <a:effectLst>
                  <a:outerShdw blurRad="38100" dist="19050" dir="2700000" algn="tl" rotWithShape="0">
                    <a:schemeClr val="dk1">
                      <a:alpha val="40000"/>
                    </a:schemeClr>
                  </a:outerShdw>
                </a:effectLst>
              </a:rPr>
              <a:t>、软件开发人员的能力和经验</a:t>
            </a:r>
            <a:endParaRPr lang="zh-CN" altLang="en-US" sz="2400" u="sng">
              <a:solidFill>
                <a:schemeClr val="tx1"/>
              </a:solidFill>
              <a:effectLst>
                <a:outerShdw blurRad="38100" dist="19050" dir="2700000" algn="tl" rotWithShape="0">
                  <a:schemeClr val="dk1">
                    <a:alpha val="40000"/>
                  </a:schemeClr>
                </a:outerShdw>
              </a:effectLst>
            </a:endParaRPr>
          </a:p>
          <a:p>
            <a:r>
              <a:rPr lang="en-US" altLang="zh-CN" sz="2400">
                <a:solidFill>
                  <a:schemeClr val="tx1"/>
                </a:solidFill>
                <a:effectLst>
                  <a:outerShdw blurRad="38100" dist="19050" dir="2700000" algn="tl" rotWithShape="0">
                    <a:schemeClr val="dk1">
                      <a:alpha val="40000"/>
                    </a:schemeClr>
                  </a:outerShdw>
                </a:effectLst>
              </a:rPr>
              <a:t>8</a:t>
            </a:r>
            <a:r>
              <a:rPr lang="zh-CN" altLang="en-US" sz="2400">
                <a:solidFill>
                  <a:schemeClr val="tx1"/>
                </a:solidFill>
                <a:effectLst>
                  <a:outerShdw blurRad="38100" dist="19050" dir="2700000" algn="tl" rotWithShape="0">
                    <a:schemeClr val="dk1">
                      <a:alpha val="40000"/>
                    </a:schemeClr>
                  </a:outerShdw>
                </a:effectLst>
              </a:rPr>
              <a:t>、软件开发方法和开发环境</a:t>
            </a:r>
            <a:endParaRPr lang="zh-CN" altLang="en-US" sz="2400">
              <a:solidFill>
                <a:schemeClr val="tx1"/>
              </a:solidFill>
              <a:effectLst>
                <a:outerShdw blurRad="38100" dist="19050" dir="2700000" algn="tl" rotWithShape="0">
                  <a:schemeClr val="dk1">
                    <a:alpha val="40000"/>
                  </a:schemeClr>
                </a:outerShdw>
              </a:effectLst>
            </a:endParaRPr>
          </a:p>
        </p:txBody>
      </p:sp>
      <p:sp>
        <p:nvSpPr>
          <p:cNvPr id="4" name="文本框 3"/>
          <p:cNvSpPr txBox="1"/>
          <p:nvPr/>
        </p:nvSpPr>
        <p:spPr>
          <a:xfrm>
            <a:off x="6524625" y="5086985"/>
            <a:ext cx="3317240" cy="82296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srgbClr val="FF0000"/>
                </a:solidFill>
                <a:effectLst/>
                <a:uLnTx/>
                <a:uFillTx/>
                <a:latin typeface="Arial" panose="020B0604020202020204"/>
                <a:ea typeface="黑体" panose="02010609060101010101" pitchFamily="49" charset="-122"/>
                <a:cs typeface="+mn-cs"/>
                <a:sym typeface="+mn-ea"/>
              </a:rPr>
              <a:t>保证和提高软件可靠性的关键</a:t>
            </a:r>
            <a:endParaRPr kumimoji="0" lang="zh-CN" altLang="en-US" sz="2400" b="0" i="0" u="none" strike="noStrike" kern="1200" cap="none" spc="0" normalizeH="0" baseline="0" noProof="0">
              <a:ln>
                <a:noFill/>
              </a:ln>
              <a:solidFill>
                <a:srgbClr val="FF0000"/>
              </a:solidFill>
              <a:effectLst/>
              <a:uLnTx/>
              <a:uFillTx/>
              <a:latin typeface="Arial" panose="020B0604020202020204"/>
              <a:ea typeface="黑体" panose="02010609060101010101" pitchFamily="49" charset="-122"/>
              <a:cs typeface="+mn-cs"/>
              <a:sym typeface="+mn-ea"/>
            </a:endParaRPr>
          </a:p>
        </p:txBody>
      </p:sp>
      <p:cxnSp>
        <p:nvCxnSpPr>
          <p:cNvPr id="5" name="直接箭头连接符 4"/>
          <p:cNvCxnSpPr/>
          <p:nvPr/>
        </p:nvCxnSpPr>
        <p:spPr>
          <a:xfrm>
            <a:off x="4271645" y="3252470"/>
            <a:ext cx="3047365" cy="1670685"/>
          </a:xfrm>
          <a:prstGeom prst="straightConnector1">
            <a:avLst/>
          </a:prstGeom>
          <a:ln>
            <a:tailEnd type="arrow" w="med" len="med"/>
          </a:ln>
        </p:spPr>
        <p:style>
          <a:lnRef idx="1">
            <a:schemeClr val="accent2"/>
          </a:lnRef>
          <a:fillRef idx="0">
            <a:schemeClr val="accent2"/>
          </a:fillRef>
          <a:effectRef idx="0">
            <a:schemeClr val="accent2"/>
          </a:effectRef>
          <a:fontRef idx="minor">
            <a:schemeClr val="tx1"/>
          </a:fontRef>
        </p:style>
      </p:cxnSp>
    </p:spTree>
    <p:custDataLst>
      <p:tags r:id="rId1"/>
    </p:custDataLst>
  </p:cSld>
  <p:clrMapOvr>
    <a:masterClrMapping/>
  </p:clrMapOvr>
  <p:transition advTm="3000"/>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2"/>
          <p:cNvSpPr>
            <a:spLocks noGrp="1"/>
          </p:cNvSpPr>
          <p:nvPr>
            <p:custDataLst>
              <p:tags r:id="rId1"/>
            </p:custDataLst>
          </p:nvPr>
        </p:nvSpPr>
        <p:spPr>
          <a:xfrm>
            <a:off x="2160000" y="406800"/>
            <a:ext cx="9216000" cy="864000"/>
          </a:xfrm>
          <a:prstGeom prst="rect">
            <a:avLst/>
          </a:prstGeom>
          <a:noFill/>
          <a:ln>
            <a:noFill/>
          </a:ln>
        </p:spPr>
        <p:txBody>
          <a:bodyPr vert="horz" wrap="square" lIns="91440" tIns="45720" rIns="91440" bIns="45720" numCol="1" anchor="ctr" anchorCtr="0" compatLnSpc="1">
            <a:normAutofit/>
          </a:bodyPr>
          <a:lstStyle>
            <a:lvl1pPr algn="l" rtl="0" eaLnBrk="0" fontAlgn="base" hangingPunct="0">
              <a:spcBef>
                <a:spcPct val="0"/>
              </a:spcBef>
              <a:spcAft>
                <a:spcPct val="0"/>
              </a:spcAft>
              <a:defRPr sz="4000" b="1" kern="1200">
                <a:solidFill>
                  <a:srgbClr val="333399"/>
                </a:solidFill>
                <a:latin typeface="Arial" panose="020B0604020202020204" pitchFamily="34" charset="0"/>
                <a:ea typeface="黑体" panose="02010609060101010101" pitchFamily="49" charset="-122"/>
                <a:cs typeface="+mn-ea"/>
                <a:sym typeface="Arial" panose="020B0604020202020204" pitchFamily="34" charset="0"/>
              </a:defRPr>
            </a:lvl1pPr>
            <a:lvl2pPr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2pPr>
            <a:lvl3pPr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3pPr>
            <a:lvl4pPr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4pPr>
            <a:lvl5pPr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5pPr>
            <a:lvl6pPr marL="457200"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6pPr>
            <a:lvl7pPr marL="914400"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7pPr>
            <a:lvl8pPr marL="1371600"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8pPr>
            <a:lvl9pPr marL="1828800"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9pPr>
          </a:lstStyle>
          <a:p>
            <a:pPr marL="0" marR="0" lvl="0" indent="0" algn="l" defTabSz="457200" rtl="0" eaLnBrk="0" fontAlgn="base" latinLnBrk="0" hangingPunct="0">
              <a:lnSpc>
                <a:spcPct val="100000"/>
              </a:lnSpc>
              <a:spcBef>
                <a:spcPct val="0"/>
              </a:spcBef>
              <a:spcAft>
                <a:spcPct val="0"/>
              </a:spcAft>
              <a:buClrTx/>
              <a:buSzTx/>
              <a:buFontTx/>
              <a:buNone/>
              <a:defRPr/>
            </a:pPr>
            <a:r>
              <a:rPr kumimoji="0" lang="en-US" altLang="zh-CN" sz="4000" b="1" i="0" u="none" strike="noStrike" kern="1200" cap="none" spc="0" normalizeH="0" baseline="0" noProof="0" dirty="0">
                <a:ln>
                  <a:noFill/>
                </a:ln>
                <a:solidFill>
                  <a:srgbClr val="333399"/>
                </a:solidFill>
                <a:effectLst/>
                <a:uLnTx/>
                <a:uFillTx/>
                <a:latin typeface="Arial" panose="020B0604020202020204" pitchFamily="34" charset="0"/>
                <a:ea typeface="黑体" panose="02010609060101010101" pitchFamily="49" charset="-122"/>
                <a:sym typeface="Arial" panose="020B0604020202020204" pitchFamily="34" charset="0"/>
              </a:rPr>
              <a:t> </a:t>
            </a:r>
            <a:endParaRPr kumimoji="0" lang="en-US" altLang="zh-CN" sz="4000" b="1" i="0" u="none" strike="noStrike" kern="1200" cap="none" spc="0" normalizeH="0" baseline="0" noProof="0" dirty="0">
              <a:ln>
                <a:noFill/>
              </a:ln>
              <a:solidFill>
                <a:srgbClr val="333399"/>
              </a:solidFill>
              <a:effectLst/>
              <a:uLnTx/>
              <a:uFillTx/>
              <a:latin typeface="Arial" panose="020B0604020202020204" pitchFamily="34" charset="0"/>
              <a:ea typeface="黑体" panose="02010609060101010101" pitchFamily="49" charset="-122"/>
              <a:sym typeface="Arial" panose="020B0604020202020204" pitchFamily="34" charset="0"/>
            </a:endParaRPr>
          </a:p>
        </p:txBody>
      </p:sp>
      <p:sp>
        <p:nvSpPr>
          <p:cNvPr id="12291" name="Rectangle 2"/>
          <p:cNvSpPr>
            <a:spLocks noGrp="1" noChangeArrowheads="1"/>
          </p:cNvSpPr>
          <p:nvPr>
            <p:custDataLst>
              <p:tags r:id="rId2"/>
            </p:custDataLst>
          </p:nvPr>
        </p:nvSpPr>
        <p:spPr>
          <a:xfrm>
            <a:off x="912000" y="1699200"/>
            <a:ext cx="10464000" cy="4356000"/>
          </a:xfrm>
          <a:prstGeom prst="rect">
            <a:avLst/>
          </a:prstGeom>
          <a:noFill/>
          <a:ln>
            <a:noFill/>
          </a:ln>
        </p:spPr>
        <p:txBody>
          <a:bodyPr vert="horz" wrap="square" lIns="91440" tIns="45720" rIns="91440" bIns="45720" numCol="1" anchor="t" anchorCtr="0" compatLnSpc="1">
            <a:normAutofit/>
          </a:bodyPr>
          <a:lstStyle>
            <a:lvl1pPr marL="285750" indent="-285750" algn="l" rtl="0" eaLnBrk="0" fontAlgn="base" hangingPunct="0">
              <a:spcBef>
                <a:spcPts val="0"/>
              </a:spcBef>
              <a:spcAft>
                <a:spcPct val="0"/>
              </a:spcAft>
              <a:buFont typeface="Arial" panose="020B0604020202020204" pitchFamily="34" charset="0"/>
              <a:buChar char="•"/>
              <a:defRPr sz="2400" kern="1200">
                <a:solidFill>
                  <a:srgbClr val="808080"/>
                </a:solidFill>
                <a:latin typeface="Arial" panose="020B0604020202020204" pitchFamily="34" charset="0"/>
                <a:ea typeface="黑体" panose="02010609060101010101" pitchFamily="49" charset="-122"/>
                <a:cs typeface="+mn-ea"/>
                <a:sym typeface="Arial" panose="020B0604020202020204" pitchFamily="34" charset="0"/>
              </a:defRPr>
            </a:lvl1pPr>
            <a:lvl2pPr marL="742950" indent="-285750" algn="l" rtl="0" eaLnBrk="0" fontAlgn="base" hangingPunct="0">
              <a:spcBef>
                <a:spcPts val="0"/>
              </a:spcBef>
              <a:spcAft>
                <a:spcPct val="0"/>
              </a:spcAft>
              <a:buFont typeface="Arial" panose="020B0604020202020204" pitchFamily="34" charset="0"/>
              <a:buChar char="•"/>
              <a:defRPr sz="2000" kern="1200">
                <a:solidFill>
                  <a:srgbClr val="808080"/>
                </a:solidFill>
                <a:latin typeface="Arial" panose="020B0604020202020204" pitchFamily="34" charset="0"/>
                <a:ea typeface="黑体" panose="02010609060101010101" pitchFamily="49" charset="-122"/>
                <a:cs typeface="+mn-ea"/>
                <a:sym typeface="Arial" panose="020B0604020202020204" pitchFamily="34" charset="0"/>
              </a:defRPr>
            </a:lvl2pPr>
            <a:lvl3pPr marL="1200150" indent="-285750" algn="l" rtl="0" eaLnBrk="0" fontAlgn="base" hangingPunct="0">
              <a:spcBef>
                <a:spcPts val="0"/>
              </a:spcBef>
              <a:spcAft>
                <a:spcPct val="0"/>
              </a:spcAft>
              <a:buFont typeface="Arial" panose="020B0604020202020204" pitchFamily="34" charset="0"/>
              <a:buChar char="•"/>
              <a:defRPr sz="1800" kern="1200">
                <a:solidFill>
                  <a:srgbClr val="808080"/>
                </a:solidFill>
                <a:latin typeface="Arial" panose="020B0604020202020204" pitchFamily="34" charset="0"/>
                <a:ea typeface="黑体" panose="02010609060101010101" pitchFamily="49" charset="-122"/>
                <a:cs typeface="+mn-ea"/>
                <a:sym typeface="Arial" panose="020B0604020202020204" pitchFamily="34" charset="0"/>
              </a:defRPr>
            </a:lvl3pPr>
            <a:lvl4pPr marL="1657350" indent="-285750" algn="l" rtl="0" eaLnBrk="0" fontAlgn="base" hangingPunct="0">
              <a:spcBef>
                <a:spcPts val="0"/>
              </a:spcBef>
              <a:spcAft>
                <a:spcPct val="0"/>
              </a:spcAft>
              <a:buFont typeface="Arial" panose="020B0604020202020204" pitchFamily="34" charset="0"/>
              <a:buChar char="•"/>
              <a:defRPr sz="1800" kern="1200">
                <a:solidFill>
                  <a:srgbClr val="808080"/>
                </a:solidFill>
                <a:latin typeface="Arial" panose="020B0604020202020204" pitchFamily="34" charset="0"/>
                <a:ea typeface="黑体" panose="02010609060101010101" pitchFamily="49" charset="-122"/>
                <a:cs typeface="+mn-ea"/>
                <a:sym typeface="Arial" panose="020B0604020202020204" pitchFamily="34" charset="0"/>
              </a:defRPr>
            </a:lvl4pPr>
            <a:lvl5pPr marL="2114550" indent="-285750" algn="l" rtl="0" eaLnBrk="0" fontAlgn="base" hangingPunct="0">
              <a:spcBef>
                <a:spcPts val="0"/>
              </a:spcBef>
              <a:spcAft>
                <a:spcPct val="0"/>
              </a:spcAft>
              <a:buFont typeface="Arial" panose="020B0604020202020204" pitchFamily="34" charset="0"/>
              <a:buChar char="•"/>
              <a:defRPr sz="1800" kern="1200">
                <a:solidFill>
                  <a:srgbClr val="808080"/>
                </a:solidFill>
                <a:latin typeface="Arial" panose="020B0604020202020204" pitchFamily="34" charset="0"/>
                <a:ea typeface="黑体" panose="02010609060101010101" pitchFamily="49" charset="-122"/>
                <a:cs typeface="+mn-ea"/>
                <a:sym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黑体" panose="02010609060101010101" pitchFamily="49"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黑体" panose="02010609060101010101" pitchFamily="49"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黑体" panose="02010609060101010101" pitchFamily="49"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黑体" panose="02010609060101010101" pitchFamily="49" charset="-122"/>
                <a:cs typeface="+mn-ea"/>
              </a:defRPr>
            </a:lvl9pPr>
          </a:lstStyle>
          <a:p>
            <a:pPr marL="306070" marR="0" lvl="0" indent="-306070" algn="l" defTabSz="457200" rtl="0" eaLnBrk="1" fontAlgn="base" latinLnBrk="0" hangingPunct="1">
              <a:lnSpc>
                <a:spcPct val="130000"/>
              </a:lnSpc>
              <a:spcBef>
                <a:spcPts val="0"/>
              </a:spcBef>
              <a:spcAft>
                <a:spcPct val="0"/>
              </a:spcAft>
              <a:buClr>
                <a:srgbClr val="FFBF2B"/>
              </a:buClr>
              <a:buSzTx/>
              <a:buFont typeface="Wingdings 2" panose="05020102010507070707" pitchFamily="18" charset="2"/>
              <a:buChar char=""/>
              <a:defRPr/>
            </a:pPr>
            <a:r>
              <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rPr>
              <a:t>1、</a:t>
            </a:r>
            <a:r>
              <a:rPr kumimoji="0" lang="zh-CN" altLang="en-US" sz="2400" b="0" i="0" u="none" strike="noStrike" kern="1200" cap="none" spc="0" normalizeH="0" baseline="0" noProof="0" smtClean="0">
                <a:ln>
                  <a:noFill/>
                </a:ln>
                <a:solidFill>
                  <a:srgbClr val="000000"/>
                </a:solidFill>
                <a:effectLst>
                  <a:outerShdw blurRad="38100" dist="19050" dir="2700000" algn="tl" rotWithShape="0">
                    <a:srgbClr val="000000">
                      <a:alpha val="40000"/>
                    </a:srgbClr>
                  </a:outerShdw>
                </a:effectLst>
                <a:uLnTx/>
                <a:uFillTx/>
                <a:latin typeface="Arial" panose="020B0604020202020204" pitchFamily="34" charset="0"/>
                <a:ea typeface="黑体" panose="02010609060101010101" pitchFamily="49" charset="-122"/>
                <a:sym typeface="黑体" panose="02010609060101010101" pitchFamily="49" charset="-122"/>
              </a:rPr>
              <a:t>运行环境</a:t>
            </a:r>
            <a:r>
              <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黑体" panose="02010609060101010101" pitchFamily="49" charset="-122"/>
              </a:rPr>
              <a:t>（剖面）</a:t>
            </a:r>
            <a:endPar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黑体" panose="02010609060101010101" pitchFamily="49" charset="-122"/>
            </a:endParaRPr>
          </a:p>
          <a:p>
            <a:pPr marL="0" marR="0" lvl="0" indent="0" algn="l" defTabSz="457200" rtl="0" eaLnBrk="1" fontAlgn="base" latinLnBrk="0" hangingPunct="1">
              <a:lnSpc>
                <a:spcPct val="130000"/>
              </a:lnSpc>
              <a:spcBef>
                <a:spcPts val="0"/>
              </a:spcBef>
              <a:spcAft>
                <a:spcPct val="0"/>
              </a:spcAft>
              <a:buClrTx/>
              <a:buSzTx/>
              <a:buFont typeface="Arial" panose="020B0604020202020204" pitchFamily="34" charset="0"/>
              <a:buNone/>
              <a:defRPr/>
            </a:pPr>
            <a:r>
              <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黑体" panose="02010609060101010101" pitchFamily="49" charset="-122"/>
              </a:rPr>
              <a:t>	软件可靠性相对于运行环境而言，同一软件在不同运行剖面下，可靠性可能极不相同</a:t>
            </a:r>
            <a:endPar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黑体" panose="02010609060101010101" pitchFamily="49" charset="-122"/>
            </a:endParaRPr>
          </a:p>
          <a:p>
            <a:pPr marL="0" marR="0" lvl="0" indent="0" algn="l" defTabSz="457200" rtl="0" eaLnBrk="1" fontAlgn="base" latinLnBrk="0" hangingPunct="1">
              <a:lnSpc>
                <a:spcPct val="130000"/>
              </a:lnSpc>
              <a:spcBef>
                <a:spcPts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黑体" panose="02010609060101010101" pitchFamily="49" charset="-122"/>
            </a:endParaRPr>
          </a:p>
          <a:p>
            <a:pPr marL="306070" marR="0" lvl="0" indent="-306070" algn="l" defTabSz="457200" rtl="0" eaLnBrk="1" fontAlgn="base" latinLnBrk="0" hangingPunct="1">
              <a:lnSpc>
                <a:spcPct val="130000"/>
              </a:lnSpc>
              <a:spcBef>
                <a:spcPts val="0"/>
              </a:spcBef>
              <a:spcAft>
                <a:spcPct val="0"/>
              </a:spcAft>
              <a:buClr>
                <a:srgbClr val="FFBF2B"/>
              </a:buClr>
              <a:buSzTx/>
              <a:buFont typeface="Wingdings 2" panose="05020102010507070707" pitchFamily="18" charset="2"/>
              <a:buChar char=""/>
              <a:defRPr/>
            </a:pPr>
            <a:r>
              <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rPr>
              <a:t>2、</a:t>
            </a:r>
            <a:r>
              <a:rPr kumimoji="0" lang="zh-CN" altLang="en-US" sz="2400" b="0" i="0" u="none" strike="noStrike" kern="1200" cap="none" spc="0" normalizeH="0" baseline="0" noProof="0" smtClean="0">
                <a:ln>
                  <a:noFill/>
                </a:ln>
                <a:solidFill>
                  <a:srgbClr val="000000"/>
                </a:solidFill>
                <a:effectLst>
                  <a:outerShdw blurRad="38100" dist="19050" dir="2700000" algn="tl" rotWithShape="0">
                    <a:srgbClr val="000000">
                      <a:alpha val="40000"/>
                    </a:srgbClr>
                  </a:outerShdw>
                </a:effectLst>
                <a:uLnTx/>
                <a:uFillTx/>
                <a:latin typeface="Arial" panose="020B0604020202020204" pitchFamily="34" charset="0"/>
                <a:ea typeface="黑体" panose="02010609060101010101" pitchFamily="49" charset="-122"/>
                <a:sym typeface="黑体" panose="02010609060101010101" pitchFamily="49" charset="-122"/>
              </a:rPr>
              <a:t>软件规模</a:t>
            </a:r>
            <a:r>
              <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黑体" panose="02010609060101010101" pitchFamily="49" charset="-122"/>
              </a:rPr>
              <a:t>→指令数目</a:t>
            </a:r>
            <a:endPar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黑体" panose="02010609060101010101" pitchFamily="49" charset="-122"/>
            </a:endParaRPr>
          </a:p>
          <a:p>
            <a:pPr marL="0" marR="0" lvl="0" indent="0" algn="l" defTabSz="457200" rtl="0" eaLnBrk="1" fontAlgn="base" latinLnBrk="0" hangingPunct="1">
              <a:lnSpc>
                <a:spcPct val="130000"/>
              </a:lnSpc>
              <a:spcBef>
                <a:spcPts val="0"/>
              </a:spcBef>
              <a:spcAft>
                <a:spcPct val="0"/>
              </a:spcAft>
              <a:buClrTx/>
              <a:buSzTx/>
              <a:buFont typeface="Arial" panose="020B0604020202020204" pitchFamily="34" charset="0"/>
              <a:buNone/>
              <a:defRPr/>
            </a:pPr>
            <a:r>
              <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黑体" panose="02010609060101010101" pitchFamily="49" charset="-122"/>
              </a:rPr>
              <a:t>	规模越大可靠性越低</a:t>
            </a:r>
            <a:endPar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黑体" panose="02010609060101010101" pitchFamily="49" charset="-122"/>
            </a:endParaRPr>
          </a:p>
          <a:p>
            <a:pPr marL="0" marR="0" lvl="0" indent="0" algn="l" defTabSz="457200" rtl="0" eaLnBrk="1" fontAlgn="base" latinLnBrk="0" hangingPunct="1">
              <a:lnSpc>
                <a:spcPct val="130000"/>
              </a:lnSpc>
              <a:spcBef>
                <a:spcPts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黑体" panose="02010609060101010101" pitchFamily="49" charset="-122"/>
            </a:endParaRPr>
          </a:p>
          <a:p>
            <a:pPr marL="306070" marR="0" lvl="0" indent="-306070" algn="l" defTabSz="457200" rtl="0" eaLnBrk="1" fontAlgn="base" latinLnBrk="0" hangingPunct="1">
              <a:lnSpc>
                <a:spcPct val="130000"/>
              </a:lnSpc>
              <a:spcBef>
                <a:spcPts val="0"/>
              </a:spcBef>
              <a:spcAft>
                <a:spcPct val="0"/>
              </a:spcAft>
              <a:buClr>
                <a:srgbClr val="FFBF2B"/>
              </a:buClr>
              <a:buSzTx/>
              <a:buFont typeface="Wingdings 2" panose="05020102010507070707" pitchFamily="18" charset="2"/>
              <a:buChar char=""/>
              <a:defRPr/>
            </a:pPr>
            <a:r>
              <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rPr>
              <a:t>3、</a:t>
            </a:r>
            <a:r>
              <a:rPr kumimoji="0" lang="zh-CN" altLang="en-US" sz="2400" b="0" i="0" u="none" strike="noStrike" kern="1200" cap="none" spc="0" normalizeH="0" baseline="0" noProof="0" smtClean="0">
                <a:ln>
                  <a:noFill/>
                </a:ln>
                <a:solidFill>
                  <a:srgbClr val="000000"/>
                </a:solidFill>
                <a:effectLst>
                  <a:outerShdw blurRad="38100" dist="19050" dir="2700000" algn="tl" rotWithShape="0">
                    <a:srgbClr val="000000">
                      <a:alpha val="40000"/>
                    </a:srgbClr>
                  </a:outerShdw>
                </a:effectLst>
                <a:uLnTx/>
                <a:uFillTx/>
                <a:latin typeface="Arial" panose="020B0604020202020204" pitchFamily="34" charset="0"/>
                <a:ea typeface="黑体" panose="02010609060101010101" pitchFamily="49" charset="-122"/>
                <a:sym typeface="黑体" panose="02010609060101010101" pitchFamily="49" charset="-122"/>
              </a:rPr>
              <a:t>软件内部结构</a:t>
            </a:r>
            <a:endParaRPr kumimoji="0" lang="zh-CN" altLang="en-US" sz="2400" b="0" i="0" u="none" strike="noStrike" kern="1200" cap="none" spc="0" normalizeH="0" baseline="0" noProof="0" smtClean="0">
              <a:ln>
                <a:noFill/>
              </a:ln>
              <a:solidFill>
                <a:srgbClr val="000000"/>
              </a:solidFill>
              <a:effectLst>
                <a:outerShdw blurRad="38100" dist="19050" dir="2700000" algn="tl" rotWithShape="0">
                  <a:srgbClr val="000000">
                    <a:alpha val="40000"/>
                  </a:srgbClr>
                </a:outerShdw>
              </a:effectLst>
              <a:uLnTx/>
              <a:uFillTx/>
              <a:latin typeface="Arial" panose="020B0604020202020204" pitchFamily="34" charset="0"/>
              <a:ea typeface="黑体" panose="02010609060101010101" pitchFamily="49" charset="-122"/>
              <a:sym typeface="黑体" panose="02010609060101010101" pitchFamily="49" charset="-122"/>
            </a:endParaRPr>
          </a:p>
          <a:p>
            <a:pPr marL="323850" marR="0" lvl="1" indent="0" algn="l" defTabSz="457200" rtl="0" eaLnBrk="1" fontAlgn="base" latinLnBrk="0" hangingPunct="1">
              <a:lnSpc>
                <a:spcPct val="130000"/>
              </a:lnSpc>
              <a:spcBef>
                <a:spcPts val="0"/>
              </a:spcBef>
              <a:spcAft>
                <a:spcPct val="0"/>
              </a:spcAft>
              <a:buClrTx/>
              <a:buSzTx/>
              <a:buFont typeface="Arial" panose="020B0604020202020204" pitchFamily="34" charset="0"/>
              <a:buNone/>
              <a:defRPr/>
            </a:pPr>
            <a:r>
              <a:rPr kumimoji="0" lang="zh-CN" altLang="en-US" sz="20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黑体" panose="02010609060101010101" pitchFamily="49" charset="-122"/>
              </a:rPr>
              <a:t>结构越复杂，内含缺陷数越多，可靠度越低</a:t>
            </a:r>
            <a:endParaRPr kumimoji="0" lang="zh-CN" altLang="en-US" sz="20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黑体" panose="02010609060101010101" pitchFamily="49" charset="-122"/>
            </a:endParaRPr>
          </a:p>
        </p:txBody>
      </p:sp>
    </p:spTree>
    <p:custDataLst>
      <p:tags r:id="rId3"/>
    </p:custDataLst>
  </p:cSld>
  <p:clrMapOvr>
    <a:masterClrMapping/>
  </p:clrMapOvr>
  <p:transition advTm="3000"/>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2"/>
          <p:cNvSpPr>
            <a:spLocks noGrp="1"/>
          </p:cNvSpPr>
          <p:nvPr>
            <p:custDataLst>
              <p:tags r:id="rId1"/>
            </p:custDataLst>
          </p:nvPr>
        </p:nvSpPr>
        <p:spPr>
          <a:xfrm>
            <a:off x="2160000" y="406800"/>
            <a:ext cx="9216000" cy="864000"/>
          </a:xfrm>
          <a:prstGeom prst="rect">
            <a:avLst/>
          </a:prstGeom>
          <a:noFill/>
          <a:ln>
            <a:noFill/>
          </a:ln>
        </p:spPr>
        <p:txBody>
          <a:bodyPr vert="horz" wrap="square" lIns="91440" tIns="45720" rIns="91440" bIns="45720" numCol="1" anchor="ctr" anchorCtr="0" compatLnSpc="1">
            <a:normAutofit/>
          </a:bodyPr>
          <a:lstStyle>
            <a:lvl1pPr algn="l" rtl="0" eaLnBrk="0" fontAlgn="base" hangingPunct="0">
              <a:spcBef>
                <a:spcPct val="0"/>
              </a:spcBef>
              <a:spcAft>
                <a:spcPct val="0"/>
              </a:spcAft>
              <a:defRPr sz="4000" b="1" kern="1200">
                <a:solidFill>
                  <a:srgbClr val="333399"/>
                </a:solidFill>
                <a:latin typeface="Arial" panose="020B0604020202020204" pitchFamily="34" charset="0"/>
                <a:ea typeface="黑体" panose="02010609060101010101" pitchFamily="49" charset="-122"/>
                <a:cs typeface="+mn-ea"/>
                <a:sym typeface="Arial" panose="020B0604020202020204" pitchFamily="34" charset="0"/>
              </a:defRPr>
            </a:lvl1pPr>
            <a:lvl2pPr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2pPr>
            <a:lvl3pPr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3pPr>
            <a:lvl4pPr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4pPr>
            <a:lvl5pPr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5pPr>
            <a:lvl6pPr marL="457200"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6pPr>
            <a:lvl7pPr marL="914400"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7pPr>
            <a:lvl8pPr marL="1371600"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8pPr>
            <a:lvl9pPr marL="1828800"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9pPr>
          </a:lstStyle>
          <a:p>
            <a:pPr marL="0" marR="0" lvl="0" indent="0" algn="l" defTabSz="457200" rtl="0" eaLnBrk="0" fontAlgn="base" latinLnBrk="0" hangingPunct="0">
              <a:lnSpc>
                <a:spcPct val="100000"/>
              </a:lnSpc>
              <a:spcBef>
                <a:spcPct val="0"/>
              </a:spcBef>
              <a:spcAft>
                <a:spcPct val="0"/>
              </a:spcAft>
              <a:buClrTx/>
              <a:buSzTx/>
              <a:buFontTx/>
              <a:buNone/>
              <a:defRPr/>
            </a:pPr>
            <a:r>
              <a:rPr kumimoji="0" lang="en-US" altLang="zh-CN" sz="4000" b="1" i="0" u="none" strike="noStrike" kern="1200" cap="none" spc="0" normalizeH="0" baseline="0" noProof="0" dirty="0">
                <a:ln>
                  <a:noFill/>
                </a:ln>
                <a:solidFill>
                  <a:srgbClr val="333399"/>
                </a:solidFill>
                <a:effectLst/>
                <a:uLnTx/>
                <a:uFillTx/>
                <a:latin typeface="Arial" panose="020B0604020202020204" pitchFamily="34" charset="0"/>
                <a:ea typeface="黑体" panose="02010609060101010101" pitchFamily="49" charset="-122"/>
                <a:sym typeface="Arial" panose="020B0604020202020204" pitchFamily="34" charset="0"/>
              </a:rPr>
              <a:t> </a:t>
            </a:r>
            <a:endParaRPr kumimoji="0" lang="en-US" altLang="zh-CN" sz="4000" b="1" i="0" u="none" strike="noStrike" kern="1200" cap="none" spc="0" normalizeH="0" baseline="0" noProof="0" dirty="0">
              <a:ln>
                <a:noFill/>
              </a:ln>
              <a:solidFill>
                <a:srgbClr val="333399"/>
              </a:solidFill>
              <a:effectLst/>
              <a:uLnTx/>
              <a:uFillTx/>
              <a:latin typeface="Arial" panose="020B0604020202020204" pitchFamily="34" charset="0"/>
              <a:ea typeface="黑体" panose="02010609060101010101" pitchFamily="49" charset="-122"/>
              <a:sym typeface="Arial" panose="020B0604020202020204" pitchFamily="34" charset="0"/>
            </a:endParaRPr>
          </a:p>
        </p:txBody>
      </p:sp>
      <p:sp>
        <p:nvSpPr>
          <p:cNvPr id="12291" name="Rectangle 2"/>
          <p:cNvSpPr>
            <a:spLocks noGrp="1" noChangeArrowheads="1"/>
          </p:cNvSpPr>
          <p:nvPr>
            <p:custDataLst>
              <p:tags r:id="rId2"/>
            </p:custDataLst>
          </p:nvPr>
        </p:nvSpPr>
        <p:spPr>
          <a:xfrm>
            <a:off x="912000" y="1699200"/>
            <a:ext cx="10464000" cy="4356000"/>
          </a:xfrm>
          <a:prstGeom prst="rect">
            <a:avLst/>
          </a:prstGeom>
          <a:noFill/>
          <a:ln>
            <a:noFill/>
          </a:ln>
        </p:spPr>
        <p:txBody>
          <a:bodyPr vert="horz" wrap="square" lIns="91440" tIns="45720" rIns="91440" bIns="45720" numCol="1" anchor="t" anchorCtr="0" compatLnSpc="1">
            <a:normAutofit/>
          </a:bodyPr>
          <a:lstStyle>
            <a:lvl1pPr marL="285750" indent="-285750" algn="l" rtl="0" eaLnBrk="0" fontAlgn="base" hangingPunct="0">
              <a:spcBef>
                <a:spcPts val="0"/>
              </a:spcBef>
              <a:spcAft>
                <a:spcPct val="0"/>
              </a:spcAft>
              <a:buFont typeface="Arial" panose="020B0604020202020204" pitchFamily="34" charset="0"/>
              <a:buChar char="•"/>
              <a:defRPr sz="2400" kern="1200">
                <a:solidFill>
                  <a:srgbClr val="808080"/>
                </a:solidFill>
                <a:latin typeface="Arial" panose="020B0604020202020204" pitchFamily="34" charset="0"/>
                <a:ea typeface="黑体" panose="02010609060101010101" pitchFamily="49" charset="-122"/>
                <a:cs typeface="+mn-ea"/>
                <a:sym typeface="Arial" panose="020B0604020202020204" pitchFamily="34" charset="0"/>
              </a:defRPr>
            </a:lvl1pPr>
            <a:lvl2pPr marL="742950" indent="-285750" algn="l" rtl="0" eaLnBrk="0" fontAlgn="base" hangingPunct="0">
              <a:spcBef>
                <a:spcPts val="0"/>
              </a:spcBef>
              <a:spcAft>
                <a:spcPct val="0"/>
              </a:spcAft>
              <a:buFont typeface="Arial" panose="020B0604020202020204" pitchFamily="34" charset="0"/>
              <a:buChar char="•"/>
              <a:defRPr sz="2000" kern="1200">
                <a:solidFill>
                  <a:srgbClr val="808080"/>
                </a:solidFill>
                <a:latin typeface="Arial" panose="020B0604020202020204" pitchFamily="34" charset="0"/>
                <a:ea typeface="黑体" panose="02010609060101010101" pitchFamily="49" charset="-122"/>
                <a:cs typeface="+mn-ea"/>
                <a:sym typeface="Arial" panose="020B0604020202020204" pitchFamily="34" charset="0"/>
              </a:defRPr>
            </a:lvl2pPr>
            <a:lvl3pPr marL="1200150" indent="-285750" algn="l" rtl="0" eaLnBrk="0" fontAlgn="base" hangingPunct="0">
              <a:spcBef>
                <a:spcPts val="0"/>
              </a:spcBef>
              <a:spcAft>
                <a:spcPct val="0"/>
              </a:spcAft>
              <a:buFont typeface="Arial" panose="020B0604020202020204" pitchFamily="34" charset="0"/>
              <a:buChar char="•"/>
              <a:defRPr sz="1800" kern="1200">
                <a:solidFill>
                  <a:srgbClr val="808080"/>
                </a:solidFill>
                <a:latin typeface="Arial" panose="020B0604020202020204" pitchFamily="34" charset="0"/>
                <a:ea typeface="黑体" panose="02010609060101010101" pitchFamily="49" charset="-122"/>
                <a:cs typeface="+mn-ea"/>
                <a:sym typeface="Arial" panose="020B0604020202020204" pitchFamily="34" charset="0"/>
              </a:defRPr>
            </a:lvl3pPr>
            <a:lvl4pPr marL="1657350" indent="-285750" algn="l" rtl="0" eaLnBrk="0" fontAlgn="base" hangingPunct="0">
              <a:spcBef>
                <a:spcPts val="0"/>
              </a:spcBef>
              <a:spcAft>
                <a:spcPct val="0"/>
              </a:spcAft>
              <a:buFont typeface="Arial" panose="020B0604020202020204" pitchFamily="34" charset="0"/>
              <a:buChar char="•"/>
              <a:defRPr sz="1800" kern="1200">
                <a:solidFill>
                  <a:srgbClr val="808080"/>
                </a:solidFill>
                <a:latin typeface="Arial" panose="020B0604020202020204" pitchFamily="34" charset="0"/>
                <a:ea typeface="黑体" panose="02010609060101010101" pitchFamily="49" charset="-122"/>
                <a:cs typeface="+mn-ea"/>
                <a:sym typeface="Arial" panose="020B0604020202020204" pitchFamily="34" charset="0"/>
              </a:defRPr>
            </a:lvl4pPr>
            <a:lvl5pPr marL="2114550" indent="-285750" algn="l" rtl="0" eaLnBrk="0" fontAlgn="base" hangingPunct="0">
              <a:spcBef>
                <a:spcPts val="0"/>
              </a:spcBef>
              <a:spcAft>
                <a:spcPct val="0"/>
              </a:spcAft>
              <a:buFont typeface="Arial" panose="020B0604020202020204" pitchFamily="34" charset="0"/>
              <a:buChar char="•"/>
              <a:defRPr sz="1800" kern="1200">
                <a:solidFill>
                  <a:srgbClr val="808080"/>
                </a:solidFill>
                <a:latin typeface="Arial" panose="020B0604020202020204" pitchFamily="34" charset="0"/>
                <a:ea typeface="黑体" panose="02010609060101010101" pitchFamily="49" charset="-122"/>
                <a:cs typeface="+mn-ea"/>
                <a:sym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黑体" panose="02010609060101010101" pitchFamily="49"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黑体" panose="02010609060101010101" pitchFamily="49"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黑体" panose="02010609060101010101" pitchFamily="49"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黑体" panose="02010609060101010101" pitchFamily="49" charset="-122"/>
                <a:cs typeface="+mn-ea"/>
              </a:defRPr>
            </a:lvl9pPr>
          </a:lstStyle>
          <a:p>
            <a:pPr marL="306070" marR="0" lvl="0" indent="-306070" algn="l" defTabSz="457200" rtl="0" eaLnBrk="1" fontAlgn="base" latinLnBrk="0" hangingPunct="1">
              <a:lnSpc>
                <a:spcPct val="130000"/>
              </a:lnSpc>
              <a:spcBef>
                <a:spcPts val="0"/>
              </a:spcBef>
              <a:spcAft>
                <a:spcPct val="0"/>
              </a:spcAft>
              <a:buClr>
                <a:srgbClr val="FFBF2B"/>
              </a:buClr>
              <a:buSzTx/>
              <a:buFont typeface="Wingdings 2" panose="05020102010507070707" pitchFamily="18" charset="2"/>
              <a:buChar char=""/>
              <a:defRPr/>
            </a:pPr>
            <a:r>
              <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rPr>
              <a:t>4、</a:t>
            </a:r>
            <a:r>
              <a:rPr kumimoji="0" lang="zh-CN" altLang="en-US" sz="2400" b="0" i="0" u="none" strike="noStrike" kern="1200" cap="none" spc="0" normalizeH="0" baseline="0" noProof="0" smtClean="0">
                <a:ln>
                  <a:noFill/>
                </a:ln>
                <a:solidFill>
                  <a:srgbClr val="000000"/>
                </a:solidFill>
                <a:effectLst>
                  <a:outerShdw blurRad="38100" dist="19050" dir="2700000" algn="tl" rotWithShape="0">
                    <a:srgbClr val="000000">
                      <a:alpha val="40000"/>
                    </a:srgbClr>
                  </a:outerShdw>
                </a:effectLst>
                <a:uLnTx/>
                <a:uFillTx/>
                <a:latin typeface="Arial" panose="020B0604020202020204" pitchFamily="34" charset="0"/>
                <a:ea typeface="黑体" panose="02010609060101010101" pitchFamily="49" charset="-122"/>
                <a:sym typeface="Arial" panose="020B0604020202020204" pitchFamily="34" charset="0"/>
              </a:rPr>
              <a:t>软件可靠性的设计</a:t>
            </a:r>
            <a:endParaRPr kumimoji="0" lang="zh-CN" altLang="en-US" sz="2400" b="0" i="0" u="none" strike="noStrike" kern="1200" cap="none" spc="0" normalizeH="0" baseline="0" noProof="0" smtClean="0">
              <a:ln>
                <a:noFill/>
              </a:ln>
              <a:solidFill>
                <a:srgbClr val="000000"/>
              </a:solidFill>
              <a:effectLst>
                <a:outerShdw blurRad="38100" dist="19050" dir="2700000" algn="tl" rotWithShape="0">
                  <a:srgbClr val="000000">
                    <a:alpha val="40000"/>
                  </a:srgbClr>
                </a:outerShdw>
              </a:effectLst>
              <a:uLnTx/>
              <a:uFillTx/>
              <a:latin typeface="Arial" panose="020B0604020202020204" pitchFamily="34" charset="0"/>
              <a:ea typeface="黑体" panose="02010609060101010101" pitchFamily="49" charset="-122"/>
              <a:sym typeface="Arial" panose="020B0604020202020204" pitchFamily="34" charset="0"/>
            </a:endParaRPr>
          </a:p>
          <a:p>
            <a:pPr marL="0" marR="0" lvl="0" indent="0" algn="l" defTabSz="457200" rtl="0" eaLnBrk="1" fontAlgn="base" latinLnBrk="0" hangingPunct="1">
              <a:lnSpc>
                <a:spcPct val="130000"/>
              </a:lnSpc>
              <a:spcBef>
                <a:spcPts val="0"/>
              </a:spcBef>
              <a:spcAft>
                <a:spcPct val="0"/>
              </a:spcAft>
              <a:buClrTx/>
              <a:buSzTx/>
              <a:buFont typeface="Arial" panose="020B0604020202020204" pitchFamily="34" charset="0"/>
              <a:buNone/>
              <a:defRPr/>
            </a:pPr>
            <a:r>
              <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rPr>
              <a:t>	要保证和提高软件可靠性，</a:t>
            </a:r>
            <a:r>
              <a:rPr kumimoji="0" lang="zh-CN" altLang="en-US" sz="2400" b="0" i="0" u="sng"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rPr>
              <a:t>关键在于软件可靠性的设计</a:t>
            </a:r>
            <a:endParaRPr kumimoji="0" lang="zh-CN" altLang="en-US" sz="2400" b="0" i="0" u="sng"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endParaRPr>
          </a:p>
          <a:p>
            <a:pPr marL="0" marR="0" lvl="0" indent="0" algn="l" defTabSz="457200" rtl="0" eaLnBrk="1" fontAlgn="base" latinLnBrk="0" hangingPunct="1">
              <a:lnSpc>
                <a:spcPct val="130000"/>
              </a:lnSpc>
              <a:spcBef>
                <a:spcPts val="0"/>
              </a:spcBef>
              <a:spcAft>
                <a:spcPct val="0"/>
              </a:spcAft>
              <a:buClrTx/>
              <a:buSzTx/>
              <a:buFont typeface="Arial" panose="020B0604020202020204" pitchFamily="34" charset="0"/>
              <a:buNone/>
              <a:defRPr/>
            </a:pPr>
            <a:r>
              <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黑体" panose="02010609060101010101" pitchFamily="49" charset="-122"/>
              </a:rPr>
              <a:t>	设计阶段中采用的用以保证和提高可靠性的技术：防错设计、容错设计、检错设计、纠错设计、故障恢复设计</a:t>
            </a:r>
            <a:endPar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黑体" panose="02010609060101010101" pitchFamily="49" charset="-122"/>
            </a:endParaRPr>
          </a:p>
          <a:p>
            <a:pPr marL="306070" marR="0" lvl="0" indent="-306070" algn="l" defTabSz="457200" rtl="0" eaLnBrk="1" fontAlgn="base" latinLnBrk="0" hangingPunct="1">
              <a:lnSpc>
                <a:spcPct val="130000"/>
              </a:lnSpc>
              <a:spcBef>
                <a:spcPts val="0"/>
              </a:spcBef>
              <a:spcAft>
                <a:spcPct val="0"/>
              </a:spcAft>
              <a:buClr>
                <a:srgbClr val="FFBF2B"/>
              </a:buClr>
              <a:buSzTx/>
              <a:buFont typeface="Wingdings 2" panose="05020102010507070707" pitchFamily="18" charset="2"/>
              <a:buChar char=""/>
              <a:defRPr/>
            </a:pPr>
            <a:endPar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黑体" panose="02010609060101010101" pitchFamily="49" charset="-122"/>
            </a:endParaRPr>
          </a:p>
          <a:p>
            <a:pPr marL="0" marR="0" lvl="0" indent="0" algn="l" defTabSz="457200" rtl="0" eaLnBrk="1" fontAlgn="base" latinLnBrk="0" hangingPunct="1">
              <a:lnSpc>
                <a:spcPct val="130000"/>
              </a:lnSpc>
              <a:spcBef>
                <a:spcPts val="0"/>
              </a:spcBef>
              <a:spcAft>
                <a:spcPct val="0"/>
              </a:spcAft>
              <a:buClr>
                <a:srgbClr val="FFBF2B"/>
              </a:buClr>
              <a:buSzTx/>
              <a:buFont typeface="Wingdings 2" panose="05020102010507070707" pitchFamily="18" charset="2"/>
              <a:buNone/>
              <a:defRPr/>
            </a:pPr>
            <a:r>
              <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rPr>
              <a:t>     保证软件可靠性的两种设计途径：</a:t>
            </a:r>
            <a:endPar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endParaRPr>
          </a:p>
          <a:p>
            <a:pPr marL="0" marR="0" lvl="0" indent="0" algn="l" defTabSz="457200" rtl="0" eaLnBrk="1" fontAlgn="base" latinLnBrk="0" hangingPunct="1">
              <a:lnSpc>
                <a:spcPct val="130000"/>
              </a:lnSpc>
              <a:spcBef>
                <a:spcPts val="0"/>
              </a:spcBef>
              <a:spcAft>
                <a:spcPct val="0"/>
              </a:spcAft>
              <a:buClrTx/>
              <a:buSzTx/>
              <a:buFont typeface="Arial" panose="020B0604020202020204" pitchFamily="34" charset="0"/>
              <a:buNone/>
              <a:defRPr/>
            </a:pPr>
            <a:r>
              <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rPr>
              <a:t>	1、避免引入缺陷（避错设计）</a:t>
            </a:r>
            <a:endPar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endParaRPr>
          </a:p>
          <a:p>
            <a:pPr marL="0" marR="0" lvl="0" indent="0" algn="l" defTabSz="457200" rtl="0" eaLnBrk="1" fontAlgn="base" latinLnBrk="0" hangingPunct="1">
              <a:lnSpc>
                <a:spcPct val="130000"/>
              </a:lnSpc>
              <a:spcBef>
                <a:spcPts val="0"/>
              </a:spcBef>
              <a:spcAft>
                <a:spcPct val="0"/>
              </a:spcAft>
              <a:buClrTx/>
              <a:buSzTx/>
              <a:buFont typeface="Arial" panose="020B0604020202020204" pitchFamily="34" charset="0"/>
              <a:buNone/>
              <a:defRPr/>
            </a:pPr>
            <a:r>
              <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rPr>
              <a:t>	2、万一引入了缺陷，避免因缺陷导致失效（容错设计）</a:t>
            </a:r>
            <a:endPar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endParaRPr>
          </a:p>
        </p:txBody>
      </p:sp>
    </p:spTree>
    <p:custDataLst>
      <p:tags r:id="rId3"/>
    </p:custDataLst>
  </p:cSld>
  <p:clrMapOvr>
    <a:masterClrMapping/>
  </p:clrMapOvr>
  <p:transition advTm="3000"/>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2"/>
          <p:cNvSpPr>
            <a:spLocks noGrp="1"/>
          </p:cNvSpPr>
          <p:nvPr>
            <p:custDataLst>
              <p:tags r:id="rId1"/>
            </p:custDataLst>
          </p:nvPr>
        </p:nvSpPr>
        <p:spPr>
          <a:xfrm>
            <a:off x="2160000" y="406800"/>
            <a:ext cx="9216000" cy="864000"/>
          </a:xfrm>
          <a:prstGeom prst="rect">
            <a:avLst/>
          </a:prstGeom>
          <a:noFill/>
          <a:ln>
            <a:noFill/>
          </a:ln>
        </p:spPr>
        <p:txBody>
          <a:bodyPr vert="horz" wrap="square" lIns="91440" tIns="45720" rIns="91440" bIns="45720" numCol="1" anchor="ctr" anchorCtr="0" compatLnSpc="1">
            <a:normAutofit/>
          </a:bodyPr>
          <a:lstStyle>
            <a:lvl1pPr algn="l" rtl="0" eaLnBrk="0" fontAlgn="base" hangingPunct="0">
              <a:spcBef>
                <a:spcPct val="0"/>
              </a:spcBef>
              <a:spcAft>
                <a:spcPct val="0"/>
              </a:spcAft>
              <a:defRPr sz="4000" b="1" kern="1200">
                <a:solidFill>
                  <a:srgbClr val="333399"/>
                </a:solidFill>
                <a:latin typeface="Arial" panose="020B0604020202020204" pitchFamily="34" charset="0"/>
                <a:ea typeface="黑体" panose="02010609060101010101" pitchFamily="49" charset="-122"/>
                <a:cs typeface="+mn-ea"/>
                <a:sym typeface="Arial" panose="020B0604020202020204" pitchFamily="34" charset="0"/>
              </a:defRPr>
            </a:lvl1pPr>
            <a:lvl2pPr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2pPr>
            <a:lvl3pPr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3pPr>
            <a:lvl4pPr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4pPr>
            <a:lvl5pPr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5pPr>
            <a:lvl6pPr marL="457200"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6pPr>
            <a:lvl7pPr marL="914400"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7pPr>
            <a:lvl8pPr marL="1371600"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8pPr>
            <a:lvl9pPr marL="1828800"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9pPr>
          </a:lstStyle>
          <a:p>
            <a:pPr marL="0" marR="0" lvl="0" indent="0" algn="l" defTabSz="457200" rtl="0" eaLnBrk="0" fontAlgn="base" latinLnBrk="0" hangingPunct="0">
              <a:lnSpc>
                <a:spcPct val="100000"/>
              </a:lnSpc>
              <a:spcBef>
                <a:spcPct val="0"/>
              </a:spcBef>
              <a:spcAft>
                <a:spcPct val="0"/>
              </a:spcAft>
              <a:buClrTx/>
              <a:buSzTx/>
              <a:buFontTx/>
              <a:buNone/>
              <a:defRPr/>
            </a:pPr>
            <a:r>
              <a:rPr kumimoji="0" lang="en-US" altLang="zh-CN" sz="4000" b="1" i="0" u="none" strike="noStrike" kern="1200" cap="none" spc="0" normalizeH="0" baseline="0" noProof="0" dirty="0">
                <a:ln>
                  <a:noFill/>
                </a:ln>
                <a:solidFill>
                  <a:srgbClr val="333399"/>
                </a:solidFill>
                <a:effectLst/>
                <a:uLnTx/>
                <a:uFillTx/>
                <a:latin typeface="Arial" panose="020B0604020202020204" pitchFamily="34" charset="0"/>
                <a:ea typeface="黑体" panose="02010609060101010101" pitchFamily="49" charset="-122"/>
                <a:sym typeface="Arial" panose="020B0604020202020204" pitchFamily="34" charset="0"/>
              </a:rPr>
              <a:t> </a:t>
            </a:r>
            <a:endParaRPr kumimoji="0" lang="en-US" altLang="zh-CN" sz="4000" b="1" i="0" u="none" strike="noStrike" kern="1200" cap="none" spc="0" normalizeH="0" baseline="0" noProof="0" dirty="0">
              <a:ln>
                <a:noFill/>
              </a:ln>
              <a:solidFill>
                <a:srgbClr val="333399"/>
              </a:solidFill>
              <a:effectLst/>
              <a:uLnTx/>
              <a:uFillTx/>
              <a:latin typeface="Arial" panose="020B0604020202020204" pitchFamily="34" charset="0"/>
              <a:ea typeface="黑体" panose="02010609060101010101" pitchFamily="49" charset="-122"/>
              <a:sym typeface="Arial" panose="020B0604020202020204" pitchFamily="34" charset="0"/>
            </a:endParaRPr>
          </a:p>
        </p:txBody>
      </p:sp>
      <p:sp>
        <p:nvSpPr>
          <p:cNvPr id="12291" name="Rectangle 2"/>
          <p:cNvSpPr>
            <a:spLocks noGrp="1" noChangeArrowheads="1"/>
          </p:cNvSpPr>
          <p:nvPr>
            <p:custDataLst>
              <p:tags r:id="rId2"/>
            </p:custDataLst>
          </p:nvPr>
        </p:nvSpPr>
        <p:spPr>
          <a:xfrm>
            <a:off x="912000" y="1699200"/>
            <a:ext cx="10464000" cy="4356000"/>
          </a:xfrm>
          <a:prstGeom prst="rect">
            <a:avLst/>
          </a:prstGeom>
          <a:noFill/>
          <a:ln>
            <a:noFill/>
          </a:ln>
        </p:spPr>
        <p:txBody>
          <a:bodyPr vert="horz" wrap="square" lIns="91440" tIns="45720" rIns="91440" bIns="45720" numCol="1" anchor="t" anchorCtr="0" compatLnSpc="1">
            <a:normAutofit/>
          </a:bodyPr>
          <a:lstStyle>
            <a:lvl1pPr marL="285750" indent="-285750" algn="l" rtl="0" eaLnBrk="0" fontAlgn="base" hangingPunct="0">
              <a:spcBef>
                <a:spcPts val="0"/>
              </a:spcBef>
              <a:spcAft>
                <a:spcPct val="0"/>
              </a:spcAft>
              <a:buFont typeface="Arial" panose="020B0604020202020204" pitchFamily="34" charset="0"/>
              <a:buChar char="•"/>
              <a:defRPr sz="2400" kern="1200">
                <a:solidFill>
                  <a:srgbClr val="808080"/>
                </a:solidFill>
                <a:latin typeface="Arial" panose="020B0604020202020204" pitchFamily="34" charset="0"/>
                <a:ea typeface="黑体" panose="02010609060101010101" pitchFamily="49" charset="-122"/>
                <a:cs typeface="+mn-ea"/>
                <a:sym typeface="Arial" panose="020B0604020202020204" pitchFamily="34" charset="0"/>
              </a:defRPr>
            </a:lvl1pPr>
            <a:lvl2pPr marL="742950" indent="-285750" algn="l" rtl="0" eaLnBrk="0" fontAlgn="base" hangingPunct="0">
              <a:spcBef>
                <a:spcPts val="0"/>
              </a:spcBef>
              <a:spcAft>
                <a:spcPct val="0"/>
              </a:spcAft>
              <a:buFont typeface="Arial" panose="020B0604020202020204" pitchFamily="34" charset="0"/>
              <a:buChar char="•"/>
              <a:defRPr sz="2000" kern="1200">
                <a:solidFill>
                  <a:srgbClr val="808080"/>
                </a:solidFill>
                <a:latin typeface="Arial" panose="020B0604020202020204" pitchFamily="34" charset="0"/>
                <a:ea typeface="黑体" panose="02010609060101010101" pitchFamily="49" charset="-122"/>
                <a:cs typeface="+mn-ea"/>
                <a:sym typeface="Arial" panose="020B0604020202020204" pitchFamily="34" charset="0"/>
              </a:defRPr>
            </a:lvl2pPr>
            <a:lvl3pPr marL="1200150" indent="-285750" algn="l" rtl="0" eaLnBrk="0" fontAlgn="base" hangingPunct="0">
              <a:spcBef>
                <a:spcPts val="0"/>
              </a:spcBef>
              <a:spcAft>
                <a:spcPct val="0"/>
              </a:spcAft>
              <a:buFont typeface="Arial" panose="020B0604020202020204" pitchFamily="34" charset="0"/>
              <a:buChar char="•"/>
              <a:defRPr sz="1800" kern="1200">
                <a:solidFill>
                  <a:srgbClr val="808080"/>
                </a:solidFill>
                <a:latin typeface="Arial" panose="020B0604020202020204" pitchFamily="34" charset="0"/>
                <a:ea typeface="黑体" panose="02010609060101010101" pitchFamily="49" charset="-122"/>
                <a:cs typeface="+mn-ea"/>
                <a:sym typeface="Arial" panose="020B0604020202020204" pitchFamily="34" charset="0"/>
              </a:defRPr>
            </a:lvl3pPr>
            <a:lvl4pPr marL="1657350" indent="-285750" algn="l" rtl="0" eaLnBrk="0" fontAlgn="base" hangingPunct="0">
              <a:spcBef>
                <a:spcPts val="0"/>
              </a:spcBef>
              <a:spcAft>
                <a:spcPct val="0"/>
              </a:spcAft>
              <a:buFont typeface="Arial" panose="020B0604020202020204" pitchFamily="34" charset="0"/>
              <a:buChar char="•"/>
              <a:defRPr sz="1800" kern="1200">
                <a:solidFill>
                  <a:srgbClr val="808080"/>
                </a:solidFill>
                <a:latin typeface="Arial" panose="020B0604020202020204" pitchFamily="34" charset="0"/>
                <a:ea typeface="黑体" panose="02010609060101010101" pitchFamily="49" charset="-122"/>
                <a:cs typeface="+mn-ea"/>
                <a:sym typeface="Arial" panose="020B0604020202020204" pitchFamily="34" charset="0"/>
              </a:defRPr>
            </a:lvl4pPr>
            <a:lvl5pPr marL="2114550" indent="-285750" algn="l" rtl="0" eaLnBrk="0" fontAlgn="base" hangingPunct="0">
              <a:spcBef>
                <a:spcPts val="0"/>
              </a:spcBef>
              <a:spcAft>
                <a:spcPct val="0"/>
              </a:spcAft>
              <a:buFont typeface="Arial" panose="020B0604020202020204" pitchFamily="34" charset="0"/>
              <a:buChar char="•"/>
              <a:defRPr sz="1800" kern="1200">
                <a:solidFill>
                  <a:srgbClr val="808080"/>
                </a:solidFill>
                <a:latin typeface="Arial" panose="020B0604020202020204" pitchFamily="34" charset="0"/>
                <a:ea typeface="黑体" panose="02010609060101010101" pitchFamily="49" charset="-122"/>
                <a:cs typeface="+mn-ea"/>
                <a:sym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黑体" panose="02010609060101010101" pitchFamily="49"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黑体" panose="02010609060101010101" pitchFamily="49"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黑体" panose="02010609060101010101" pitchFamily="49"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黑体" panose="02010609060101010101" pitchFamily="49" charset="-122"/>
                <a:cs typeface="+mn-ea"/>
              </a:defRPr>
            </a:lvl9pPr>
          </a:lstStyle>
          <a:p>
            <a:pPr marL="306070" marR="0" lvl="0" indent="-306070" algn="l" defTabSz="457200" rtl="0" eaLnBrk="1" fontAlgn="base" latinLnBrk="0" hangingPunct="1">
              <a:lnSpc>
                <a:spcPct val="130000"/>
              </a:lnSpc>
              <a:spcBef>
                <a:spcPts val="0"/>
              </a:spcBef>
              <a:spcAft>
                <a:spcPct val="0"/>
              </a:spcAft>
              <a:buClr>
                <a:srgbClr val="FFBF2B"/>
              </a:buClr>
              <a:buSzTx/>
              <a:buFont typeface="Wingdings 2" panose="05020102010507070707" pitchFamily="18" charset="2"/>
              <a:buChar char=""/>
              <a:defRPr/>
            </a:pPr>
            <a:r>
              <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rPr>
              <a:t>5、</a:t>
            </a:r>
            <a:r>
              <a:rPr kumimoji="0" lang="zh-CN" altLang="en-US" sz="2400" b="0" i="0" u="none" strike="noStrike" kern="1200" cap="none" spc="0" normalizeH="0" baseline="0" noProof="0" smtClean="0">
                <a:ln>
                  <a:noFill/>
                </a:ln>
                <a:solidFill>
                  <a:srgbClr val="000000"/>
                </a:solidFill>
                <a:effectLst>
                  <a:outerShdw blurRad="38100" dist="19050" dir="2700000" algn="tl" rotWithShape="0">
                    <a:srgbClr val="000000">
                      <a:alpha val="40000"/>
                    </a:srgbClr>
                  </a:outerShdw>
                </a:effectLst>
                <a:uLnTx/>
                <a:uFillTx/>
                <a:latin typeface="Arial" panose="020B0604020202020204" pitchFamily="34" charset="0"/>
                <a:ea typeface="黑体" panose="02010609060101010101" pitchFamily="49" charset="-122"/>
                <a:sym typeface="Arial" panose="020B0604020202020204" pitchFamily="34" charset="0"/>
              </a:rPr>
              <a:t>软件可靠性测试</a:t>
            </a:r>
            <a:endParaRPr kumimoji="0" lang="zh-CN" altLang="en-US" sz="2400" b="0" i="0" u="none" strike="noStrike" kern="1200" cap="none" spc="0" normalizeH="0" baseline="0" noProof="0" smtClean="0">
              <a:ln>
                <a:noFill/>
              </a:ln>
              <a:solidFill>
                <a:srgbClr val="000000"/>
              </a:solidFill>
              <a:effectLst>
                <a:outerShdw blurRad="38100" dist="19050" dir="2700000" algn="tl" rotWithShape="0">
                  <a:srgbClr val="000000">
                    <a:alpha val="40000"/>
                  </a:srgbClr>
                </a:outerShdw>
              </a:effectLst>
              <a:uLnTx/>
              <a:uFillTx/>
              <a:latin typeface="Arial" panose="020B0604020202020204" pitchFamily="34" charset="0"/>
              <a:ea typeface="黑体" panose="02010609060101010101" pitchFamily="49" charset="-122"/>
              <a:sym typeface="Arial" panose="020B0604020202020204" pitchFamily="34" charset="0"/>
            </a:endParaRPr>
          </a:p>
          <a:p>
            <a:pPr marL="0" marR="0" lvl="0" indent="0" algn="l" defTabSz="457200" rtl="0" eaLnBrk="1" fontAlgn="base" latinLnBrk="0" hangingPunct="1">
              <a:lnSpc>
                <a:spcPct val="130000"/>
              </a:lnSpc>
              <a:spcBef>
                <a:spcPts val="0"/>
              </a:spcBef>
              <a:spcAft>
                <a:spcPct val="0"/>
              </a:spcAft>
              <a:buClrTx/>
              <a:buSzTx/>
              <a:buFont typeface="Arial" panose="020B0604020202020204" pitchFamily="34" charset="0"/>
              <a:buNone/>
              <a:defRPr/>
            </a:pPr>
            <a:r>
              <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rPr>
              <a:t>（1）测试目的</a:t>
            </a:r>
            <a:endPar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endParaRPr>
          </a:p>
          <a:p>
            <a:pPr marL="323850" marR="0" lvl="1" indent="0" algn="l" defTabSz="457200" rtl="0" eaLnBrk="1" fontAlgn="base" latinLnBrk="0" hangingPunct="1">
              <a:lnSpc>
                <a:spcPct val="130000"/>
              </a:lnSpc>
              <a:spcBef>
                <a:spcPts val="0"/>
              </a:spcBef>
              <a:spcAft>
                <a:spcPct val="0"/>
              </a:spcAft>
              <a:buClrTx/>
              <a:buSzTx/>
              <a:buFont typeface="Arial" panose="020B0604020202020204" pitchFamily="34" charset="0"/>
              <a:buNone/>
              <a:defRPr/>
            </a:pPr>
            <a:r>
              <a:rPr kumimoji="0" lang="zh-CN" altLang="en-US" sz="20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rPr>
              <a:t>		a、发现影响可靠性的缺陷，有效实现可靠性增长</a:t>
            </a:r>
            <a:endParaRPr kumimoji="0" lang="zh-CN" altLang="en-US" sz="20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endParaRPr>
          </a:p>
          <a:p>
            <a:pPr marL="323850" marR="0" lvl="1" indent="0" algn="l" defTabSz="457200" rtl="0" eaLnBrk="1" fontAlgn="base" latinLnBrk="0" hangingPunct="1">
              <a:lnSpc>
                <a:spcPct val="130000"/>
              </a:lnSpc>
              <a:spcBef>
                <a:spcPts val="0"/>
              </a:spcBef>
              <a:spcAft>
                <a:spcPct val="0"/>
              </a:spcAft>
              <a:buClrTx/>
              <a:buSzTx/>
              <a:buFont typeface="Arial" panose="020B0604020202020204" pitchFamily="34" charset="0"/>
              <a:buNone/>
              <a:defRPr/>
            </a:pPr>
            <a:r>
              <a:rPr kumimoji="0" lang="zh-CN" altLang="en-US" sz="20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rPr>
              <a:t>		b、验证可靠性要求</a:t>
            </a:r>
            <a:endParaRPr kumimoji="0" lang="zh-CN" altLang="en-US" sz="20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endParaRPr>
          </a:p>
          <a:p>
            <a:pPr marL="323850" marR="0" lvl="1" indent="0" algn="l" defTabSz="457200" rtl="0" eaLnBrk="1" fontAlgn="base" latinLnBrk="0" hangingPunct="1">
              <a:lnSpc>
                <a:spcPct val="130000"/>
              </a:lnSpc>
              <a:spcBef>
                <a:spcPts val="0"/>
              </a:spcBef>
              <a:spcAft>
                <a:spcPct val="0"/>
              </a:spcAft>
              <a:buClrTx/>
              <a:buSzTx/>
              <a:buFont typeface="Arial" panose="020B0604020202020204" pitchFamily="34" charset="0"/>
              <a:buNone/>
              <a:defRPr/>
            </a:pPr>
            <a:r>
              <a:rPr kumimoji="0" lang="zh-CN" altLang="en-US" sz="20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rPr>
              <a:t>		c、估计可靠性水平</a:t>
            </a:r>
            <a:endParaRPr kumimoji="0" lang="zh-CN" altLang="en-US" sz="20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endParaRPr>
          </a:p>
          <a:p>
            <a:pPr marL="0" marR="0" lvl="0" indent="0" algn="l" defTabSz="457200" rtl="0" eaLnBrk="1" fontAlgn="base" latinLnBrk="0" hangingPunct="1">
              <a:lnSpc>
                <a:spcPct val="130000"/>
              </a:lnSpc>
              <a:spcBef>
                <a:spcPts val="0"/>
              </a:spcBef>
              <a:spcAft>
                <a:spcPct val="0"/>
              </a:spcAft>
              <a:buClrTx/>
              <a:buSzTx/>
              <a:buFont typeface="Arial" panose="020B0604020202020204" pitchFamily="34" charset="0"/>
              <a:buNone/>
              <a:defRPr/>
            </a:pPr>
            <a:r>
              <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rPr>
              <a:t>（2）主要特征：按照用户实际使用软件的方法测试软件</a:t>
            </a:r>
            <a:endPar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endParaRPr>
          </a:p>
          <a:p>
            <a:pPr marL="0" marR="0" lvl="0" indent="0" algn="l" defTabSz="457200" rtl="0" eaLnBrk="1" fontAlgn="base" latinLnBrk="0" hangingPunct="1">
              <a:lnSpc>
                <a:spcPct val="130000"/>
              </a:lnSpc>
              <a:spcBef>
                <a:spcPts val="0"/>
              </a:spcBef>
              <a:spcAft>
                <a:spcPct val="0"/>
              </a:spcAft>
              <a:buClrTx/>
              <a:buSzTx/>
              <a:buFont typeface="Arial" panose="020B0604020202020204" pitchFamily="34" charset="0"/>
              <a:buNone/>
              <a:defRPr/>
            </a:pPr>
            <a:r>
              <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rPr>
              <a:t>（3）测试方法：按照软件操作剖面进行随机测试的黑盒方法</a:t>
            </a:r>
            <a:endPar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endParaRPr>
          </a:p>
          <a:p>
            <a:pPr marL="0" marR="0" lvl="0" indent="0" algn="l" defTabSz="457200" rtl="0" eaLnBrk="1" fontAlgn="base" latinLnBrk="0" hangingPunct="1">
              <a:lnSpc>
                <a:spcPct val="130000"/>
              </a:lnSpc>
              <a:spcBef>
                <a:spcPts val="0"/>
              </a:spcBef>
              <a:spcAft>
                <a:spcPct val="0"/>
              </a:spcAft>
              <a:buClrTx/>
              <a:buSzTx/>
              <a:buFont typeface="Arial" panose="020B0604020202020204" pitchFamily="34" charset="0"/>
              <a:buNone/>
              <a:defRPr/>
            </a:pPr>
            <a:r>
              <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rPr>
              <a:t>（4）主要阶段：测试阶段-交付验收阶段</a:t>
            </a:r>
            <a:endPar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endParaRPr>
          </a:p>
          <a:p>
            <a:pPr marL="0" marR="0" lvl="0" indent="0" algn="l" defTabSz="457200" rtl="0" eaLnBrk="1" fontAlgn="base" latinLnBrk="0" hangingPunct="1">
              <a:lnSpc>
                <a:spcPct val="130000"/>
              </a:lnSpc>
              <a:spcBef>
                <a:spcPts val="0"/>
              </a:spcBef>
              <a:spcAft>
                <a:spcPct val="0"/>
              </a:spcAft>
              <a:buClrTx/>
              <a:buSzTx/>
              <a:buFont typeface="Arial" panose="020B0604020202020204" pitchFamily="34" charset="0"/>
              <a:buNone/>
              <a:defRPr/>
            </a:pPr>
            <a:r>
              <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rPr>
              <a:t>（5）测试环境：实验室仿真、现场使用测试</a:t>
            </a:r>
            <a:endPar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endParaRPr>
          </a:p>
        </p:txBody>
      </p:sp>
    </p:spTree>
    <p:custDataLst>
      <p:tags r:id="rId3"/>
    </p:custDataLst>
  </p:cSld>
  <p:clrMapOvr>
    <a:masterClrMapping/>
  </p:clrMapOvr>
  <p:transition advTm="3000"/>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2"/>
          <p:cNvSpPr>
            <a:spLocks noGrp="1"/>
          </p:cNvSpPr>
          <p:nvPr>
            <p:custDataLst>
              <p:tags r:id="rId1"/>
            </p:custDataLst>
          </p:nvPr>
        </p:nvSpPr>
        <p:spPr>
          <a:xfrm>
            <a:off x="2160000" y="406800"/>
            <a:ext cx="9216000" cy="864000"/>
          </a:xfrm>
          <a:prstGeom prst="rect">
            <a:avLst/>
          </a:prstGeom>
          <a:noFill/>
          <a:ln>
            <a:noFill/>
          </a:ln>
        </p:spPr>
        <p:txBody>
          <a:bodyPr vert="horz" wrap="square" lIns="91440" tIns="45720" rIns="91440" bIns="45720" numCol="1" anchor="ctr" anchorCtr="0" compatLnSpc="1">
            <a:normAutofit/>
          </a:bodyPr>
          <a:lstStyle>
            <a:lvl1pPr algn="l" rtl="0" eaLnBrk="0" fontAlgn="base" hangingPunct="0">
              <a:spcBef>
                <a:spcPct val="0"/>
              </a:spcBef>
              <a:spcAft>
                <a:spcPct val="0"/>
              </a:spcAft>
              <a:defRPr sz="4000" b="1" kern="1200">
                <a:solidFill>
                  <a:srgbClr val="333399"/>
                </a:solidFill>
                <a:latin typeface="Arial" panose="020B0604020202020204" pitchFamily="34" charset="0"/>
                <a:ea typeface="黑体" panose="02010609060101010101" pitchFamily="49" charset="-122"/>
                <a:cs typeface="+mn-ea"/>
                <a:sym typeface="Arial" panose="020B0604020202020204" pitchFamily="34" charset="0"/>
              </a:defRPr>
            </a:lvl1pPr>
            <a:lvl2pPr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2pPr>
            <a:lvl3pPr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3pPr>
            <a:lvl4pPr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4pPr>
            <a:lvl5pPr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5pPr>
            <a:lvl6pPr marL="457200"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6pPr>
            <a:lvl7pPr marL="914400"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7pPr>
            <a:lvl8pPr marL="1371600"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8pPr>
            <a:lvl9pPr marL="1828800"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9pPr>
          </a:lstStyle>
          <a:p>
            <a:pPr marL="0" marR="0" lvl="0" indent="0" algn="l" defTabSz="457200" rtl="0" eaLnBrk="0" fontAlgn="base" latinLnBrk="0" hangingPunct="0">
              <a:lnSpc>
                <a:spcPct val="100000"/>
              </a:lnSpc>
              <a:spcBef>
                <a:spcPct val="0"/>
              </a:spcBef>
              <a:spcAft>
                <a:spcPct val="0"/>
              </a:spcAft>
              <a:buClrTx/>
              <a:buSzTx/>
              <a:buFontTx/>
              <a:buNone/>
              <a:defRPr/>
            </a:pPr>
            <a:r>
              <a:rPr kumimoji="0" lang="en-US" altLang="zh-CN" sz="4000" b="1" i="0" u="none" strike="noStrike" kern="1200" cap="none" spc="0" normalizeH="0" baseline="0" noProof="0" dirty="0">
                <a:ln>
                  <a:noFill/>
                </a:ln>
                <a:solidFill>
                  <a:srgbClr val="333399"/>
                </a:solidFill>
                <a:effectLst/>
                <a:uLnTx/>
                <a:uFillTx/>
                <a:latin typeface="Arial" panose="020B0604020202020204" pitchFamily="34" charset="0"/>
                <a:ea typeface="黑体" panose="02010609060101010101" pitchFamily="49" charset="-122"/>
                <a:sym typeface="Arial" panose="020B0604020202020204" pitchFamily="34" charset="0"/>
              </a:rPr>
              <a:t> </a:t>
            </a:r>
            <a:endParaRPr kumimoji="0" lang="en-US" altLang="zh-CN" sz="4000" b="1" i="0" u="none" strike="noStrike" kern="1200" cap="none" spc="0" normalizeH="0" baseline="0" noProof="0" dirty="0">
              <a:ln>
                <a:noFill/>
              </a:ln>
              <a:solidFill>
                <a:srgbClr val="333399"/>
              </a:solidFill>
              <a:effectLst/>
              <a:uLnTx/>
              <a:uFillTx/>
              <a:latin typeface="Arial" panose="020B0604020202020204" pitchFamily="34" charset="0"/>
              <a:ea typeface="黑体" panose="02010609060101010101" pitchFamily="49" charset="-122"/>
              <a:sym typeface="Arial" panose="020B0604020202020204" pitchFamily="34" charset="0"/>
            </a:endParaRPr>
          </a:p>
        </p:txBody>
      </p:sp>
      <p:sp>
        <p:nvSpPr>
          <p:cNvPr id="12291" name="Rectangle 2"/>
          <p:cNvSpPr>
            <a:spLocks noGrp="1" noChangeArrowheads="1"/>
          </p:cNvSpPr>
          <p:nvPr>
            <p:custDataLst>
              <p:tags r:id="rId2"/>
            </p:custDataLst>
          </p:nvPr>
        </p:nvSpPr>
        <p:spPr>
          <a:xfrm>
            <a:off x="912000" y="1699200"/>
            <a:ext cx="10464000" cy="4356000"/>
          </a:xfrm>
          <a:prstGeom prst="rect">
            <a:avLst/>
          </a:prstGeom>
          <a:noFill/>
          <a:ln>
            <a:noFill/>
          </a:ln>
        </p:spPr>
        <p:txBody>
          <a:bodyPr vert="horz" wrap="square" lIns="91440" tIns="45720" rIns="91440" bIns="45720" numCol="1" anchor="t" anchorCtr="0" compatLnSpc="1">
            <a:normAutofit/>
          </a:bodyPr>
          <a:lstStyle>
            <a:lvl1pPr marL="285750" indent="-285750" algn="l" rtl="0" eaLnBrk="0" fontAlgn="base" hangingPunct="0">
              <a:spcBef>
                <a:spcPts val="0"/>
              </a:spcBef>
              <a:spcAft>
                <a:spcPct val="0"/>
              </a:spcAft>
              <a:buFont typeface="Arial" panose="020B0604020202020204" pitchFamily="34" charset="0"/>
              <a:buChar char="•"/>
              <a:defRPr sz="2400" kern="1200">
                <a:solidFill>
                  <a:srgbClr val="808080"/>
                </a:solidFill>
                <a:latin typeface="Arial" panose="020B0604020202020204" pitchFamily="34" charset="0"/>
                <a:ea typeface="黑体" panose="02010609060101010101" pitchFamily="49" charset="-122"/>
                <a:cs typeface="+mn-ea"/>
                <a:sym typeface="Arial" panose="020B0604020202020204" pitchFamily="34" charset="0"/>
              </a:defRPr>
            </a:lvl1pPr>
            <a:lvl2pPr marL="742950" indent="-285750" algn="l" rtl="0" eaLnBrk="0" fontAlgn="base" hangingPunct="0">
              <a:spcBef>
                <a:spcPts val="0"/>
              </a:spcBef>
              <a:spcAft>
                <a:spcPct val="0"/>
              </a:spcAft>
              <a:buFont typeface="Arial" panose="020B0604020202020204" pitchFamily="34" charset="0"/>
              <a:buChar char="•"/>
              <a:defRPr sz="2000" kern="1200">
                <a:solidFill>
                  <a:srgbClr val="808080"/>
                </a:solidFill>
                <a:latin typeface="Arial" panose="020B0604020202020204" pitchFamily="34" charset="0"/>
                <a:ea typeface="黑体" panose="02010609060101010101" pitchFamily="49" charset="-122"/>
                <a:cs typeface="+mn-ea"/>
                <a:sym typeface="Arial" panose="020B0604020202020204" pitchFamily="34" charset="0"/>
              </a:defRPr>
            </a:lvl2pPr>
            <a:lvl3pPr marL="1200150" indent="-285750" algn="l" rtl="0" eaLnBrk="0" fontAlgn="base" hangingPunct="0">
              <a:spcBef>
                <a:spcPts val="0"/>
              </a:spcBef>
              <a:spcAft>
                <a:spcPct val="0"/>
              </a:spcAft>
              <a:buFont typeface="Arial" panose="020B0604020202020204" pitchFamily="34" charset="0"/>
              <a:buChar char="•"/>
              <a:defRPr sz="1800" kern="1200">
                <a:solidFill>
                  <a:srgbClr val="808080"/>
                </a:solidFill>
                <a:latin typeface="Arial" panose="020B0604020202020204" pitchFamily="34" charset="0"/>
                <a:ea typeface="黑体" panose="02010609060101010101" pitchFamily="49" charset="-122"/>
                <a:cs typeface="+mn-ea"/>
                <a:sym typeface="Arial" panose="020B0604020202020204" pitchFamily="34" charset="0"/>
              </a:defRPr>
            </a:lvl3pPr>
            <a:lvl4pPr marL="1657350" indent="-285750" algn="l" rtl="0" eaLnBrk="0" fontAlgn="base" hangingPunct="0">
              <a:spcBef>
                <a:spcPts val="0"/>
              </a:spcBef>
              <a:spcAft>
                <a:spcPct val="0"/>
              </a:spcAft>
              <a:buFont typeface="Arial" panose="020B0604020202020204" pitchFamily="34" charset="0"/>
              <a:buChar char="•"/>
              <a:defRPr sz="1800" kern="1200">
                <a:solidFill>
                  <a:srgbClr val="808080"/>
                </a:solidFill>
                <a:latin typeface="Arial" panose="020B0604020202020204" pitchFamily="34" charset="0"/>
                <a:ea typeface="黑体" panose="02010609060101010101" pitchFamily="49" charset="-122"/>
                <a:cs typeface="+mn-ea"/>
                <a:sym typeface="Arial" panose="020B0604020202020204" pitchFamily="34" charset="0"/>
              </a:defRPr>
            </a:lvl4pPr>
            <a:lvl5pPr marL="2114550" indent="-285750" algn="l" rtl="0" eaLnBrk="0" fontAlgn="base" hangingPunct="0">
              <a:spcBef>
                <a:spcPts val="0"/>
              </a:spcBef>
              <a:spcAft>
                <a:spcPct val="0"/>
              </a:spcAft>
              <a:buFont typeface="Arial" panose="020B0604020202020204" pitchFamily="34" charset="0"/>
              <a:buChar char="•"/>
              <a:defRPr sz="1800" kern="1200">
                <a:solidFill>
                  <a:srgbClr val="808080"/>
                </a:solidFill>
                <a:latin typeface="Arial" panose="020B0604020202020204" pitchFamily="34" charset="0"/>
                <a:ea typeface="黑体" panose="02010609060101010101" pitchFamily="49" charset="-122"/>
                <a:cs typeface="+mn-ea"/>
                <a:sym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黑体" panose="02010609060101010101" pitchFamily="49"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黑体" panose="02010609060101010101" pitchFamily="49"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黑体" panose="02010609060101010101" pitchFamily="49"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黑体" panose="02010609060101010101" pitchFamily="49" charset="-122"/>
                <a:cs typeface="+mn-ea"/>
              </a:defRPr>
            </a:lvl9pPr>
          </a:lstStyle>
          <a:p>
            <a:pPr marL="306070" marR="0" lvl="0" indent="-306070" algn="l" defTabSz="457200" rtl="0" eaLnBrk="1" fontAlgn="base" latinLnBrk="0" hangingPunct="1">
              <a:lnSpc>
                <a:spcPct val="130000"/>
              </a:lnSpc>
              <a:spcBef>
                <a:spcPts val="0"/>
              </a:spcBef>
              <a:spcAft>
                <a:spcPct val="0"/>
              </a:spcAft>
              <a:buClr>
                <a:srgbClr val="FFBF2B"/>
              </a:buClr>
              <a:buSzTx/>
              <a:buFont typeface="Wingdings 2" panose="05020102010507070707" pitchFamily="18" charset="2"/>
              <a:buChar char=""/>
              <a:defRPr/>
            </a:pPr>
            <a:r>
              <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rPr>
              <a:t>6、</a:t>
            </a:r>
            <a:r>
              <a:rPr kumimoji="0" lang="zh-CN" altLang="en-US" sz="2400" b="0" i="0" u="none" strike="noStrike" kern="1200" cap="none" spc="0" normalizeH="0" baseline="0" noProof="0" smtClean="0">
                <a:ln>
                  <a:noFill/>
                </a:ln>
                <a:solidFill>
                  <a:srgbClr val="000000"/>
                </a:solidFill>
                <a:effectLst>
                  <a:outerShdw blurRad="38100" dist="19050" dir="2700000" algn="tl" rotWithShape="0">
                    <a:srgbClr val="000000">
                      <a:alpha val="40000"/>
                    </a:srgbClr>
                  </a:outerShdw>
                </a:effectLst>
                <a:uLnTx/>
                <a:uFillTx/>
                <a:latin typeface="Arial" panose="020B0604020202020204" pitchFamily="34" charset="0"/>
                <a:ea typeface="黑体" panose="02010609060101010101" pitchFamily="49" charset="-122"/>
                <a:sym typeface="Arial" panose="020B0604020202020204" pitchFamily="34" charset="0"/>
              </a:rPr>
              <a:t>软件可靠性的管理</a:t>
            </a:r>
            <a:endParaRPr kumimoji="0" lang="zh-CN" altLang="en-US" sz="2400" b="0" i="0" u="none" strike="noStrike" kern="1200" cap="none" spc="0" normalizeH="0" baseline="0" noProof="0" smtClean="0">
              <a:ln>
                <a:noFill/>
              </a:ln>
              <a:solidFill>
                <a:srgbClr val="000000"/>
              </a:solidFill>
              <a:effectLst>
                <a:outerShdw blurRad="38100" dist="19050" dir="2700000" algn="tl" rotWithShape="0">
                  <a:srgbClr val="000000">
                    <a:alpha val="40000"/>
                  </a:srgbClr>
                </a:outerShdw>
              </a:effectLst>
              <a:uLnTx/>
              <a:uFillTx/>
              <a:latin typeface="Arial" panose="020B0604020202020204" pitchFamily="34" charset="0"/>
              <a:ea typeface="黑体" panose="02010609060101010101" pitchFamily="49" charset="-122"/>
              <a:sym typeface="Arial" panose="020B0604020202020204" pitchFamily="34" charset="0"/>
            </a:endParaRPr>
          </a:p>
          <a:p>
            <a:pPr marL="0" marR="0" lvl="0" indent="0" algn="l" defTabSz="457200" rtl="0" eaLnBrk="1" fontAlgn="base" latinLnBrk="0" hangingPunct="1">
              <a:lnSpc>
                <a:spcPct val="130000"/>
              </a:lnSpc>
              <a:spcBef>
                <a:spcPts val="0"/>
              </a:spcBef>
              <a:spcAft>
                <a:spcPct val="0"/>
              </a:spcAft>
              <a:buClrTx/>
              <a:buSzTx/>
              <a:buFont typeface="Arial" panose="020B0604020202020204" pitchFamily="34" charset="0"/>
              <a:buNone/>
              <a:defRPr/>
            </a:pPr>
            <a:r>
              <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rPr>
              <a:t>	软件可靠性管理旨在系统管理软件生存期各阶段的可靠性活动，使之系统化、规范化、一体化，这样就可以避免许多人为错误，提供软件可靠性</a:t>
            </a:r>
            <a:endPar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endParaRPr>
          </a:p>
          <a:p>
            <a:pPr marL="0" marR="0" lvl="0" indent="0" algn="l" defTabSz="457200" rtl="0" eaLnBrk="1" fontAlgn="base" latinLnBrk="0" hangingPunct="1">
              <a:lnSpc>
                <a:spcPct val="130000"/>
              </a:lnSpc>
              <a:spcBef>
                <a:spcPts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endParaRPr>
          </a:p>
          <a:p>
            <a:pPr marL="306070" marR="0" lvl="0" indent="-306070" algn="l" defTabSz="457200" rtl="0" eaLnBrk="1" fontAlgn="base" latinLnBrk="0" hangingPunct="1">
              <a:lnSpc>
                <a:spcPct val="130000"/>
              </a:lnSpc>
              <a:spcBef>
                <a:spcPts val="0"/>
              </a:spcBef>
              <a:spcAft>
                <a:spcPct val="0"/>
              </a:spcAft>
              <a:buClr>
                <a:srgbClr val="FFBF2B"/>
              </a:buClr>
              <a:buSzTx/>
              <a:buFont typeface="Wingdings 2" panose="05020102010507070707" pitchFamily="18" charset="2"/>
              <a:buChar char=""/>
              <a:defRPr/>
            </a:pPr>
            <a:r>
              <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黑体" panose="02010609060101010101" pitchFamily="49" charset="-122"/>
              </a:rPr>
              <a:t>7、</a:t>
            </a:r>
            <a:r>
              <a:rPr kumimoji="0" lang="zh-CN" altLang="en-US" sz="2400" b="0" i="0" u="none" strike="noStrike" kern="1200" cap="none" spc="0" normalizeH="0" baseline="0" noProof="0" smtClean="0">
                <a:ln>
                  <a:noFill/>
                </a:ln>
                <a:solidFill>
                  <a:srgbClr val="000000"/>
                </a:solidFill>
                <a:effectLst>
                  <a:outerShdw blurRad="38100" dist="19050" dir="2700000" algn="tl" rotWithShape="0">
                    <a:srgbClr val="000000">
                      <a:alpha val="40000"/>
                    </a:srgbClr>
                  </a:outerShdw>
                </a:effectLst>
                <a:uLnTx/>
                <a:uFillTx/>
                <a:latin typeface="Arial" panose="020B0604020202020204" pitchFamily="34" charset="0"/>
                <a:ea typeface="黑体" panose="02010609060101010101" pitchFamily="49" charset="-122"/>
                <a:sym typeface="黑体" panose="02010609060101010101" pitchFamily="49" charset="-122"/>
              </a:rPr>
              <a:t>软件开发人员的能力和经验</a:t>
            </a:r>
            <a:endParaRPr kumimoji="0" lang="zh-CN" altLang="en-US" sz="2400" b="0" i="0" u="none" strike="noStrike" kern="1200" cap="none" spc="0" normalizeH="0" baseline="0" noProof="0" smtClean="0">
              <a:ln>
                <a:noFill/>
              </a:ln>
              <a:solidFill>
                <a:srgbClr val="000000"/>
              </a:solidFill>
              <a:effectLst>
                <a:outerShdw blurRad="38100" dist="19050" dir="2700000" algn="tl" rotWithShape="0">
                  <a:srgbClr val="000000">
                    <a:alpha val="40000"/>
                  </a:srgbClr>
                </a:outerShdw>
              </a:effectLst>
              <a:uLnTx/>
              <a:uFillTx/>
              <a:latin typeface="Arial" panose="020B0604020202020204" pitchFamily="34" charset="0"/>
              <a:ea typeface="黑体" panose="02010609060101010101" pitchFamily="49" charset="-122"/>
              <a:sym typeface="黑体" panose="02010609060101010101" pitchFamily="49" charset="-122"/>
            </a:endParaRPr>
          </a:p>
          <a:p>
            <a:pPr marL="306070" marR="0" lvl="0" indent="-306070" algn="l" defTabSz="457200" rtl="0" eaLnBrk="1" fontAlgn="base" latinLnBrk="0" hangingPunct="1">
              <a:lnSpc>
                <a:spcPct val="130000"/>
              </a:lnSpc>
              <a:spcBef>
                <a:spcPts val="0"/>
              </a:spcBef>
              <a:spcAft>
                <a:spcPct val="0"/>
              </a:spcAft>
              <a:buClr>
                <a:srgbClr val="FFBF2B"/>
              </a:buClr>
              <a:buSzTx/>
              <a:buFont typeface="Wingdings 2" panose="05020102010507070707" pitchFamily="18" charset="2"/>
              <a:buChar char=""/>
              <a:defRPr/>
            </a:pPr>
            <a:endPar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黑体" panose="02010609060101010101" pitchFamily="49" charset="-122"/>
            </a:endParaRPr>
          </a:p>
          <a:p>
            <a:pPr marL="306070" marR="0" lvl="0" indent="-306070" algn="l" defTabSz="457200" rtl="0" eaLnBrk="1" fontAlgn="base" latinLnBrk="0" hangingPunct="1">
              <a:lnSpc>
                <a:spcPct val="130000"/>
              </a:lnSpc>
              <a:spcBef>
                <a:spcPts val="0"/>
              </a:spcBef>
              <a:spcAft>
                <a:spcPct val="0"/>
              </a:spcAft>
              <a:buClr>
                <a:srgbClr val="FFBF2B"/>
              </a:buClr>
              <a:buSzTx/>
              <a:buFont typeface="Wingdings 2" panose="05020102010507070707" pitchFamily="18" charset="2"/>
              <a:buChar char=""/>
              <a:defRPr/>
            </a:pPr>
            <a:r>
              <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rPr>
              <a:t>8、</a:t>
            </a:r>
            <a:r>
              <a:rPr kumimoji="0" lang="zh-CN" altLang="en-US" sz="2400" b="0" i="0" u="none" strike="noStrike" kern="1200" cap="none" spc="0" normalizeH="0" baseline="0" noProof="0" smtClean="0">
                <a:ln>
                  <a:noFill/>
                </a:ln>
                <a:solidFill>
                  <a:srgbClr val="000000"/>
                </a:solidFill>
                <a:effectLst>
                  <a:outerShdw blurRad="38100" dist="19050" dir="2700000" algn="tl" rotWithShape="0">
                    <a:srgbClr val="000000">
                      <a:alpha val="40000"/>
                    </a:srgbClr>
                  </a:outerShdw>
                </a:effectLst>
                <a:uLnTx/>
                <a:uFillTx/>
                <a:latin typeface="Arial" panose="020B0604020202020204" pitchFamily="34" charset="0"/>
                <a:ea typeface="黑体" panose="02010609060101010101" pitchFamily="49" charset="-122"/>
                <a:sym typeface="Arial" panose="020B0604020202020204" pitchFamily="34" charset="0"/>
              </a:rPr>
              <a:t>软件开发方法</a:t>
            </a:r>
            <a:endParaRPr kumimoji="0" lang="zh-CN" altLang="en-US" sz="2400" b="0" i="0" u="none" strike="noStrike" kern="1200" cap="none" spc="0" normalizeH="0" baseline="0" noProof="0" smtClean="0">
              <a:ln>
                <a:noFill/>
              </a:ln>
              <a:solidFill>
                <a:srgbClr val="000000"/>
              </a:solidFill>
              <a:effectLst>
                <a:outerShdw blurRad="38100" dist="19050" dir="2700000" algn="tl" rotWithShape="0">
                  <a:srgbClr val="000000">
                    <a:alpha val="40000"/>
                  </a:srgbClr>
                </a:outerShdw>
              </a:effectLst>
              <a:uLnTx/>
              <a:uFillTx/>
              <a:latin typeface="Arial" panose="020B0604020202020204" pitchFamily="34" charset="0"/>
              <a:ea typeface="黑体" panose="02010609060101010101" pitchFamily="49" charset="-122"/>
              <a:sym typeface="Arial" panose="020B0604020202020204" pitchFamily="34" charset="0"/>
            </a:endParaRPr>
          </a:p>
          <a:p>
            <a:pPr marL="0" marR="0" lvl="0" indent="0" algn="l" defTabSz="457200" rtl="0" eaLnBrk="1" fontAlgn="base" latinLnBrk="0" hangingPunct="1">
              <a:lnSpc>
                <a:spcPct val="130000"/>
              </a:lnSpc>
              <a:spcBef>
                <a:spcPts val="0"/>
              </a:spcBef>
              <a:spcAft>
                <a:spcPct val="0"/>
              </a:spcAft>
              <a:buClrTx/>
              <a:buSzTx/>
              <a:buFont typeface="Arial" panose="020B0604020202020204" pitchFamily="34" charset="0"/>
              <a:buNone/>
              <a:defRPr/>
            </a:pPr>
            <a:r>
              <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rPr>
              <a:t>	与非结构化方法比较，结构化方法可以明显减少软件缺陷数</a:t>
            </a:r>
            <a:endPar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endParaRPr>
          </a:p>
          <a:p>
            <a:pPr marL="306070" marR="0" lvl="0" indent="-306070" algn="l" defTabSz="457200" rtl="0" eaLnBrk="1" fontAlgn="base" latinLnBrk="0" hangingPunct="1">
              <a:lnSpc>
                <a:spcPct val="130000"/>
              </a:lnSpc>
              <a:spcBef>
                <a:spcPts val="0"/>
              </a:spcBef>
              <a:spcAft>
                <a:spcPct val="0"/>
              </a:spcAft>
              <a:buClr>
                <a:srgbClr val="FFBF2B"/>
              </a:buClr>
              <a:buSzTx/>
              <a:buFont typeface="Wingdings 2" panose="05020102010507070707" pitchFamily="18" charset="2"/>
              <a:buChar char=""/>
              <a:defRPr/>
            </a:pPr>
            <a:endPar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endParaRPr>
          </a:p>
        </p:txBody>
      </p:sp>
    </p:spTree>
    <p:custDataLst>
      <p:tags r:id="rId3"/>
    </p:custDataLst>
  </p:cSld>
  <p:clrMapOvr>
    <a:masterClrMapping/>
  </p:clrMapOvr>
  <p:transition advTm="3000"/>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2"/>
          <p:cNvSpPr>
            <a:spLocks noGrp="1"/>
          </p:cNvSpPr>
          <p:nvPr>
            <p:custDataLst>
              <p:tags r:id="rId1"/>
            </p:custDataLst>
          </p:nvPr>
        </p:nvSpPr>
        <p:spPr>
          <a:xfrm>
            <a:off x="2160000" y="406800"/>
            <a:ext cx="9216000" cy="864000"/>
          </a:xfrm>
          <a:prstGeom prst="rect">
            <a:avLst/>
          </a:prstGeom>
          <a:noFill/>
          <a:ln>
            <a:noFill/>
          </a:ln>
        </p:spPr>
        <p:txBody>
          <a:bodyPr vert="horz" wrap="square" lIns="91440" tIns="45720" rIns="91440" bIns="45720" numCol="1" anchor="ctr" anchorCtr="0" compatLnSpc="1">
            <a:normAutofit fontScale="90000"/>
          </a:bodyPr>
          <a:lstStyle>
            <a:lvl1pPr algn="l" rtl="0" eaLnBrk="0" fontAlgn="base" hangingPunct="0">
              <a:spcBef>
                <a:spcPct val="0"/>
              </a:spcBef>
              <a:spcAft>
                <a:spcPct val="0"/>
              </a:spcAft>
              <a:defRPr sz="4000" b="1" kern="1200">
                <a:solidFill>
                  <a:srgbClr val="333399"/>
                </a:solidFill>
                <a:latin typeface="Arial" panose="020B0604020202020204" pitchFamily="34" charset="0"/>
                <a:ea typeface="黑体" panose="02010609060101010101" pitchFamily="49" charset="-122"/>
                <a:cs typeface="+mn-ea"/>
                <a:sym typeface="Arial" panose="020B0604020202020204" pitchFamily="34" charset="0"/>
              </a:defRPr>
            </a:lvl1pPr>
            <a:lvl2pPr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2pPr>
            <a:lvl3pPr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3pPr>
            <a:lvl4pPr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4pPr>
            <a:lvl5pPr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5pPr>
            <a:lvl6pPr marL="457200"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6pPr>
            <a:lvl7pPr marL="914400"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7pPr>
            <a:lvl8pPr marL="1371600"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8pPr>
            <a:lvl9pPr marL="1828800"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9pPr>
          </a:lstStyle>
          <a:p>
            <a:pPr marL="0" marR="0" lvl="0" indent="0" algn="l" defTabSz="457200" rtl="0" eaLnBrk="0" fontAlgn="base" latinLnBrk="0" hangingPunct="0">
              <a:lnSpc>
                <a:spcPct val="100000"/>
              </a:lnSpc>
              <a:spcBef>
                <a:spcPct val="0"/>
              </a:spcBef>
              <a:spcAft>
                <a:spcPct val="0"/>
              </a:spcAft>
              <a:buClrTx/>
              <a:buSzTx/>
              <a:buFontTx/>
              <a:buNone/>
              <a:defRPr/>
            </a:pPr>
            <a:r>
              <a:rPr kumimoji="0" lang="zh-CN" altLang="en-US" sz="4000" b="1" i="0" u="none" strike="noStrike" kern="1200" cap="none" spc="0" normalizeH="0" baseline="0" noProof="0" dirty="0" smtClean="0">
                <a:ln>
                  <a:noFill/>
                </a:ln>
                <a:solidFill>
                  <a:srgbClr val="333399"/>
                </a:solidFill>
                <a:effectLst/>
                <a:uLnTx/>
                <a:uFillTx/>
                <a:latin typeface="Arial" panose="020B0604020202020204" pitchFamily="34" charset="0"/>
                <a:ea typeface="黑体" panose="02010609060101010101" pitchFamily="49" charset="-122"/>
                <a:sym typeface="黑体" panose="02010609060101010101" pitchFamily="49" charset="-122"/>
              </a:rPr>
              <a:t>四、 软件可靠性的基本特征（可靠性参数）</a:t>
            </a:r>
            <a:endParaRPr kumimoji="0" lang="zh-CN" altLang="en-US" sz="4000" b="1" i="0" u="none" strike="noStrike" kern="1200" cap="none" spc="0" normalizeH="0" baseline="0" noProof="0" dirty="0" smtClean="0">
              <a:ln>
                <a:noFill/>
              </a:ln>
              <a:solidFill>
                <a:srgbClr val="333399"/>
              </a:solidFill>
              <a:effectLst/>
              <a:uLnTx/>
              <a:uFillTx/>
              <a:latin typeface="Arial" panose="020B0604020202020204" pitchFamily="34" charset="0"/>
              <a:ea typeface="黑体" panose="02010609060101010101" pitchFamily="49" charset="-122"/>
              <a:sym typeface="黑体" panose="02010609060101010101" pitchFamily="49" charset="-122"/>
            </a:endParaRPr>
          </a:p>
        </p:txBody>
      </p:sp>
      <p:sp>
        <p:nvSpPr>
          <p:cNvPr id="12291" name="Rectangle 2"/>
          <p:cNvSpPr>
            <a:spLocks noGrp="1" noChangeArrowheads="1"/>
          </p:cNvSpPr>
          <p:nvPr>
            <p:custDataLst>
              <p:tags r:id="rId2"/>
            </p:custDataLst>
          </p:nvPr>
        </p:nvSpPr>
        <p:spPr>
          <a:xfrm>
            <a:off x="912000" y="1699200"/>
            <a:ext cx="10464000" cy="4356000"/>
          </a:xfrm>
          <a:prstGeom prst="rect">
            <a:avLst/>
          </a:prstGeom>
          <a:noFill/>
          <a:ln>
            <a:noFill/>
          </a:ln>
        </p:spPr>
        <p:txBody>
          <a:bodyPr vert="horz" wrap="square" lIns="91440" tIns="45720" rIns="91440" bIns="45720" numCol="1" anchor="t" anchorCtr="0" compatLnSpc="1">
            <a:normAutofit/>
          </a:bodyPr>
          <a:lstStyle>
            <a:lvl1pPr marL="285750" indent="-285750" algn="l" rtl="0" eaLnBrk="0" fontAlgn="base" hangingPunct="0">
              <a:spcBef>
                <a:spcPts val="0"/>
              </a:spcBef>
              <a:spcAft>
                <a:spcPct val="0"/>
              </a:spcAft>
              <a:buFont typeface="Arial" panose="020B0604020202020204" pitchFamily="34" charset="0"/>
              <a:buChar char="•"/>
              <a:defRPr sz="2400" kern="1200">
                <a:solidFill>
                  <a:srgbClr val="808080"/>
                </a:solidFill>
                <a:latin typeface="Arial" panose="020B0604020202020204" pitchFamily="34" charset="0"/>
                <a:ea typeface="黑体" panose="02010609060101010101" pitchFamily="49" charset="-122"/>
                <a:cs typeface="+mn-ea"/>
                <a:sym typeface="Arial" panose="020B0604020202020204" pitchFamily="34" charset="0"/>
              </a:defRPr>
            </a:lvl1pPr>
            <a:lvl2pPr marL="742950" indent="-285750" algn="l" rtl="0" eaLnBrk="0" fontAlgn="base" hangingPunct="0">
              <a:spcBef>
                <a:spcPts val="0"/>
              </a:spcBef>
              <a:spcAft>
                <a:spcPct val="0"/>
              </a:spcAft>
              <a:buFont typeface="Arial" panose="020B0604020202020204" pitchFamily="34" charset="0"/>
              <a:buChar char="•"/>
              <a:defRPr sz="2000" kern="1200">
                <a:solidFill>
                  <a:srgbClr val="808080"/>
                </a:solidFill>
                <a:latin typeface="Arial" panose="020B0604020202020204" pitchFamily="34" charset="0"/>
                <a:ea typeface="黑体" panose="02010609060101010101" pitchFamily="49" charset="-122"/>
                <a:cs typeface="+mn-ea"/>
                <a:sym typeface="Arial" panose="020B0604020202020204" pitchFamily="34" charset="0"/>
              </a:defRPr>
            </a:lvl2pPr>
            <a:lvl3pPr marL="1200150" indent="-285750" algn="l" rtl="0" eaLnBrk="0" fontAlgn="base" hangingPunct="0">
              <a:spcBef>
                <a:spcPts val="0"/>
              </a:spcBef>
              <a:spcAft>
                <a:spcPct val="0"/>
              </a:spcAft>
              <a:buFont typeface="Arial" panose="020B0604020202020204" pitchFamily="34" charset="0"/>
              <a:buChar char="•"/>
              <a:defRPr sz="1800" kern="1200">
                <a:solidFill>
                  <a:srgbClr val="808080"/>
                </a:solidFill>
                <a:latin typeface="Arial" panose="020B0604020202020204" pitchFamily="34" charset="0"/>
                <a:ea typeface="黑体" panose="02010609060101010101" pitchFamily="49" charset="-122"/>
                <a:cs typeface="+mn-ea"/>
                <a:sym typeface="Arial" panose="020B0604020202020204" pitchFamily="34" charset="0"/>
              </a:defRPr>
            </a:lvl3pPr>
            <a:lvl4pPr marL="1657350" indent="-285750" algn="l" rtl="0" eaLnBrk="0" fontAlgn="base" hangingPunct="0">
              <a:spcBef>
                <a:spcPts val="0"/>
              </a:spcBef>
              <a:spcAft>
                <a:spcPct val="0"/>
              </a:spcAft>
              <a:buFont typeface="Arial" panose="020B0604020202020204" pitchFamily="34" charset="0"/>
              <a:buChar char="•"/>
              <a:defRPr sz="1800" kern="1200">
                <a:solidFill>
                  <a:srgbClr val="808080"/>
                </a:solidFill>
                <a:latin typeface="Arial" panose="020B0604020202020204" pitchFamily="34" charset="0"/>
                <a:ea typeface="黑体" panose="02010609060101010101" pitchFamily="49" charset="-122"/>
                <a:cs typeface="+mn-ea"/>
                <a:sym typeface="Arial" panose="020B0604020202020204" pitchFamily="34" charset="0"/>
              </a:defRPr>
            </a:lvl4pPr>
            <a:lvl5pPr marL="2114550" indent="-285750" algn="l" rtl="0" eaLnBrk="0" fontAlgn="base" hangingPunct="0">
              <a:spcBef>
                <a:spcPts val="0"/>
              </a:spcBef>
              <a:spcAft>
                <a:spcPct val="0"/>
              </a:spcAft>
              <a:buFont typeface="Arial" panose="020B0604020202020204" pitchFamily="34" charset="0"/>
              <a:buChar char="•"/>
              <a:defRPr sz="1800" kern="1200">
                <a:solidFill>
                  <a:srgbClr val="808080"/>
                </a:solidFill>
                <a:latin typeface="Arial" panose="020B0604020202020204" pitchFamily="34" charset="0"/>
                <a:ea typeface="黑体" panose="02010609060101010101" pitchFamily="49" charset="-122"/>
                <a:cs typeface="+mn-ea"/>
                <a:sym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黑体" panose="02010609060101010101" pitchFamily="49"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黑体" panose="02010609060101010101" pitchFamily="49"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黑体" panose="02010609060101010101" pitchFamily="49"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黑体" panose="02010609060101010101" pitchFamily="49" charset="-122"/>
                <a:cs typeface="+mn-ea"/>
              </a:defRPr>
            </a:lvl9pPr>
          </a:lstStyle>
          <a:p>
            <a:pPr marL="306070" marR="0" lvl="0" indent="-306070" algn="l" defTabSz="457200" rtl="0" eaLnBrk="1" fontAlgn="base" latinLnBrk="0" hangingPunct="1">
              <a:lnSpc>
                <a:spcPct val="130000"/>
              </a:lnSpc>
              <a:spcBef>
                <a:spcPts val="0"/>
              </a:spcBef>
              <a:spcAft>
                <a:spcPct val="0"/>
              </a:spcAft>
              <a:buClr>
                <a:srgbClr val="FFBF2B"/>
              </a:buClr>
              <a:buSzTx/>
              <a:buFont typeface="Wingdings 2" panose="05020102010507070707" pitchFamily="18" charset="2"/>
              <a:buChar char=""/>
              <a:defRPr/>
            </a:pPr>
            <a:r>
              <a:rPr kumimoji="0" lang="zh-CN" altLang="en-US" sz="2400" b="0" i="0" u="none" strike="noStrike" kern="1200" cap="none" spc="0" normalizeH="0" baseline="0" noProof="0" smtClean="0">
                <a:ln>
                  <a:noFill/>
                </a:ln>
                <a:solidFill>
                  <a:srgbClr val="000000"/>
                </a:solidFill>
                <a:effectLst>
                  <a:outerShdw blurRad="38100" dist="19050" dir="2700000" algn="tl" rotWithShape="0">
                    <a:srgbClr val="000000">
                      <a:alpha val="40000"/>
                    </a:srgbClr>
                  </a:outerShdw>
                </a:effectLst>
                <a:uLnTx/>
                <a:uFillTx/>
                <a:latin typeface="Arial" panose="020B0604020202020204" pitchFamily="34" charset="0"/>
                <a:ea typeface="黑体" panose="02010609060101010101" pitchFamily="49" charset="-122"/>
                <a:sym typeface="Arial" panose="020B0604020202020204" pitchFamily="34" charset="0"/>
              </a:rPr>
              <a:t>时间因素</a:t>
            </a:r>
            <a:r>
              <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rPr>
              <a:t>：平均故障间隔时间、平均失效时间、平均系统不工作间隔时间、平均修复时间</a:t>
            </a:r>
            <a:endPar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endParaRPr>
          </a:p>
          <a:p>
            <a:pPr marL="306070" marR="0" lvl="0" indent="-306070" algn="l" defTabSz="457200" rtl="0" eaLnBrk="1" fontAlgn="base" latinLnBrk="0" hangingPunct="1">
              <a:lnSpc>
                <a:spcPct val="130000"/>
              </a:lnSpc>
              <a:spcBef>
                <a:spcPts val="0"/>
              </a:spcBef>
              <a:spcAft>
                <a:spcPct val="0"/>
              </a:spcAft>
              <a:buClr>
                <a:srgbClr val="FFBF2B"/>
              </a:buClr>
              <a:buSzTx/>
              <a:buFont typeface="Wingdings 2" panose="05020102010507070707" pitchFamily="18" charset="2"/>
              <a:buChar char=""/>
              <a:defRPr/>
            </a:pPr>
            <a:r>
              <a:rPr kumimoji="0" lang="zh-CN" altLang="en-US" sz="2400" b="0" i="0" u="none" strike="noStrike" kern="1200" cap="none" spc="0" normalizeH="0" baseline="0" noProof="0" smtClean="0">
                <a:ln>
                  <a:noFill/>
                </a:ln>
                <a:solidFill>
                  <a:srgbClr val="000000"/>
                </a:solidFill>
                <a:effectLst>
                  <a:outerShdw blurRad="38100" dist="19050" dir="2700000" algn="tl" rotWithShape="0">
                    <a:srgbClr val="000000">
                      <a:alpha val="40000"/>
                    </a:srgbClr>
                  </a:outerShdw>
                </a:effectLst>
                <a:uLnTx/>
                <a:uFillTx/>
                <a:latin typeface="Arial" panose="020B0604020202020204" pitchFamily="34" charset="0"/>
                <a:ea typeface="黑体" panose="02010609060101010101" pitchFamily="49" charset="-122"/>
                <a:sym typeface="Arial" panose="020B0604020202020204" pitchFamily="34" charset="0"/>
              </a:rPr>
              <a:t>缺陷频数</a:t>
            </a:r>
            <a:r>
              <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rPr>
              <a:t>：软件缺陷数、文件缺陷数、用户提出的补充要求数等</a:t>
            </a:r>
            <a:endPar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endParaRPr>
          </a:p>
          <a:p>
            <a:pPr marL="306070" marR="0" lvl="0" indent="-306070" algn="l" defTabSz="457200" rtl="0" eaLnBrk="1" fontAlgn="base" latinLnBrk="0" hangingPunct="1">
              <a:lnSpc>
                <a:spcPct val="130000"/>
              </a:lnSpc>
              <a:spcBef>
                <a:spcPts val="0"/>
              </a:spcBef>
              <a:spcAft>
                <a:spcPct val="0"/>
              </a:spcAft>
              <a:buClr>
                <a:srgbClr val="FFBF2B"/>
              </a:buClr>
              <a:buSzTx/>
              <a:buFont typeface="Wingdings 2" panose="05020102010507070707" pitchFamily="18" charset="2"/>
              <a:buChar char=""/>
              <a:defRPr/>
            </a:pPr>
            <a:r>
              <a:rPr kumimoji="0" lang="zh-CN" altLang="en-US" sz="2400" b="0" i="0" u="none" strike="noStrike" kern="1200" cap="none" spc="0" normalizeH="0" baseline="0" noProof="0" smtClean="0">
                <a:ln>
                  <a:noFill/>
                </a:ln>
                <a:solidFill>
                  <a:srgbClr val="000000"/>
                </a:solidFill>
                <a:effectLst>
                  <a:outerShdw blurRad="38100" dist="19050" dir="2700000" algn="tl" rotWithShape="0">
                    <a:srgbClr val="000000">
                      <a:alpha val="40000"/>
                    </a:srgbClr>
                  </a:outerShdw>
                </a:effectLst>
                <a:uLnTx/>
                <a:uFillTx/>
                <a:latin typeface="Arial" panose="020B0604020202020204" pitchFamily="34" charset="0"/>
                <a:ea typeface="黑体" panose="02010609060101010101" pitchFamily="49" charset="-122"/>
                <a:sym typeface="Arial" panose="020B0604020202020204" pitchFamily="34" charset="0"/>
              </a:rPr>
              <a:t>与软件可靠性有关的百分率</a:t>
            </a:r>
            <a:r>
              <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rPr>
              <a:t>：可靠性、有效性、可维护性、故障率、不合格率、延迟率、错误操作率、原因不明率、同故障事件率、可靠性经济率</a:t>
            </a:r>
            <a:endPar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endParaRPr>
          </a:p>
          <a:p>
            <a:pPr marL="306070" marR="0" lvl="0" indent="-306070" algn="l" defTabSz="457200" rtl="0" eaLnBrk="1" fontAlgn="base" latinLnBrk="0" hangingPunct="1">
              <a:lnSpc>
                <a:spcPct val="130000"/>
              </a:lnSpc>
              <a:spcBef>
                <a:spcPts val="0"/>
              </a:spcBef>
              <a:spcAft>
                <a:spcPct val="0"/>
              </a:spcAft>
              <a:buClr>
                <a:srgbClr val="FFBF2B"/>
              </a:buClr>
              <a:buSzTx/>
              <a:buFont typeface="Wingdings 2" panose="05020102010507070707" pitchFamily="18" charset="2"/>
              <a:buChar char=""/>
              <a:defRPr/>
            </a:pPr>
            <a:r>
              <a:rPr kumimoji="0" lang="zh-CN" altLang="en-US" sz="2400" b="0" i="0" u="none" strike="noStrike" kern="1200" cap="none" spc="0" normalizeH="0" baseline="0" noProof="0" smtClean="0">
                <a:ln>
                  <a:noFill/>
                </a:ln>
                <a:solidFill>
                  <a:srgbClr val="000000"/>
                </a:solidFill>
                <a:effectLst>
                  <a:outerShdw blurRad="38100" dist="19050" dir="2700000" algn="tl" rotWithShape="0">
                    <a:srgbClr val="000000">
                      <a:alpha val="40000"/>
                    </a:srgbClr>
                  </a:outerShdw>
                </a:effectLst>
                <a:uLnTx/>
                <a:uFillTx/>
                <a:latin typeface="Arial" panose="020B0604020202020204" pitchFamily="34" charset="0"/>
                <a:ea typeface="黑体" panose="02010609060101010101" pitchFamily="49" charset="-122"/>
                <a:sym typeface="Arial" panose="020B0604020202020204" pitchFamily="34" charset="0"/>
              </a:rPr>
              <a:t>对软件的投入</a:t>
            </a:r>
            <a:r>
              <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rPr>
              <a:t>：工作人员水平、工作时长、检查项目数</a:t>
            </a:r>
            <a:endPar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endParaRPr>
          </a:p>
          <a:p>
            <a:pPr marL="306070" marR="0" lvl="0" indent="-306070" algn="l" defTabSz="457200" rtl="0" eaLnBrk="1" fontAlgn="base" latinLnBrk="0" hangingPunct="1">
              <a:lnSpc>
                <a:spcPct val="130000"/>
              </a:lnSpc>
              <a:spcBef>
                <a:spcPts val="0"/>
              </a:spcBef>
              <a:spcAft>
                <a:spcPct val="0"/>
              </a:spcAft>
              <a:buClr>
                <a:srgbClr val="FFBF2B"/>
              </a:buClr>
              <a:buSzTx/>
              <a:buFont typeface="Wingdings 2" panose="05020102010507070707" pitchFamily="18" charset="2"/>
              <a:buChar char=""/>
              <a:defRPr/>
            </a:pPr>
            <a:r>
              <a:rPr kumimoji="0" lang="zh-CN" altLang="en-US" sz="2400" b="0" i="0" u="none" strike="noStrike" kern="1200" cap="none" spc="0" normalizeH="0" baseline="0" noProof="0" smtClean="0">
                <a:ln>
                  <a:noFill/>
                </a:ln>
                <a:solidFill>
                  <a:srgbClr val="000000"/>
                </a:solidFill>
                <a:effectLst>
                  <a:outerShdw blurRad="38100" dist="19050" dir="2700000" algn="tl" rotWithShape="0">
                    <a:srgbClr val="000000">
                      <a:alpha val="40000"/>
                    </a:srgbClr>
                  </a:outerShdw>
                </a:effectLst>
                <a:uLnTx/>
                <a:uFillTx/>
                <a:latin typeface="Arial" panose="020B0604020202020204" pitchFamily="34" charset="0"/>
                <a:ea typeface="黑体" panose="02010609060101010101" pitchFamily="49" charset="-122"/>
                <a:sym typeface="Arial" panose="020B0604020202020204" pitchFamily="34" charset="0"/>
              </a:rPr>
              <a:t>软件特征</a:t>
            </a:r>
            <a:r>
              <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rPr>
              <a:t>：复杂性、标准化程度、寿命周期、结构、规模大小</a:t>
            </a:r>
            <a:endPar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endParaRPr>
          </a:p>
          <a:p>
            <a:pPr marL="306070" marR="0" lvl="0" indent="-306070" algn="l" defTabSz="457200" rtl="0" eaLnBrk="1" fontAlgn="base" latinLnBrk="0" hangingPunct="1">
              <a:lnSpc>
                <a:spcPct val="130000"/>
              </a:lnSpc>
              <a:spcBef>
                <a:spcPts val="0"/>
              </a:spcBef>
              <a:spcAft>
                <a:spcPct val="0"/>
              </a:spcAft>
              <a:buClr>
                <a:srgbClr val="FFBF2B"/>
              </a:buClr>
              <a:buSzTx/>
              <a:buFont typeface="Wingdings 2" panose="05020102010507070707" pitchFamily="18" charset="2"/>
              <a:buChar char=""/>
              <a:defRPr/>
            </a:pPr>
            <a:r>
              <a:rPr kumimoji="0" lang="zh-CN" altLang="en-US" sz="2400" b="0" i="0" u="none" strike="noStrike" kern="1200" cap="none" spc="0" normalizeH="0" baseline="0" noProof="0" smtClean="0">
                <a:ln>
                  <a:noFill/>
                </a:ln>
                <a:solidFill>
                  <a:srgbClr val="000000"/>
                </a:solidFill>
                <a:effectLst>
                  <a:outerShdw blurRad="38100" dist="19050" dir="2700000" algn="tl" rotWithShape="0">
                    <a:srgbClr val="000000">
                      <a:alpha val="40000"/>
                    </a:srgbClr>
                  </a:outerShdw>
                </a:effectLst>
                <a:uLnTx/>
                <a:uFillTx/>
                <a:latin typeface="Arial" panose="020B0604020202020204" pitchFamily="34" charset="0"/>
                <a:ea typeface="黑体" panose="02010609060101010101" pitchFamily="49" charset="-122"/>
                <a:sym typeface="Arial" panose="020B0604020202020204" pitchFamily="34" charset="0"/>
              </a:rPr>
              <a:t>使用方特征</a:t>
            </a:r>
            <a:r>
              <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rPr>
              <a:t>：系统</a:t>
            </a:r>
            <a:endPar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endParaRPr>
          </a:p>
        </p:txBody>
      </p:sp>
    </p:spTree>
    <p:custDataLst>
      <p:tags r:id="rId3"/>
    </p:custDataLst>
  </p:cSld>
  <p:clrMapOvr>
    <a:masterClrMapping/>
  </p:clrMapOvr>
  <p:transition advTm="3000"/>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2"/>
          <p:cNvSpPr>
            <a:spLocks noGrp="1"/>
          </p:cNvSpPr>
          <p:nvPr>
            <p:custDataLst>
              <p:tags r:id="rId1"/>
            </p:custDataLst>
          </p:nvPr>
        </p:nvSpPr>
        <p:spPr>
          <a:xfrm>
            <a:off x="2160000" y="406800"/>
            <a:ext cx="9216000" cy="864000"/>
          </a:xfrm>
          <a:prstGeom prst="rect">
            <a:avLst/>
          </a:prstGeom>
          <a:noFill/>
          <a:ln>
            <a:noFill/>
          </a:ln>
        </p:spPr>
        <p:txBody>
          <a:bodyPr vert="horz" wrap="square" lIns="91440" tIns="45720" rIns="91440" bIns="45720" numCol="1" anchor="ctr" anchorCtr="0" compatLnSpc="1">
            <a:normAutofit/>
          </a:bodyPr>
          <a:lstStyle>
            <a:lvl1pPr algn="l" rtl="0" eaLnBrk="0" fontAlgn="base" hangingPunct="0">
              <a:spcBef>
                <a:spcPct val="0"/>
              </a:spcBef>
              <a:spcAft>
                <a:spcPct val="0"/>
              </a:spcAft>
              <a:defRPr sz="4000" b="1" kern="1200">
                <a:solidFill>
                  <a:srgbClr val="333399"/>
                </a:solidFill>
                <a:latin typeface="Arial" panose="020B0604020202020204" pitchFamily="34" charset="0"/>
                <a:ea typeface="黑体" panose="02010609060101010101" pitchFamily="49" charset="-122"/>
                <a:cs typeface="+mn-ea"/>
                <a:sym typeface="Arial" panose="020B0604020202020204" pitchFamily="34" charset="0"/>
              </a:defRPr>
            </a:lvl1pPr>
            <a:lvl2pPr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2pPr>
            <a:lvl3pPr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3pPr>
            <a:lvl4pPr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4pPr>
            <a:lvl5pPr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5pPr>
            <a:lvl6pPr marL="457200"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6pPr>
            <a:lvl7pPr marL="914400"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7pPr>
            <a:lvl8pPr marL="1371600"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8pPr>
            <a:lvl9pPr marL="1828800"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9pPr>
          </a:lstStyle>
          <a:p>
            <a:pPr marL="0" marR="0" lvl="0" indent="0" algn="l" defTabSz="457200" rtl="0" eaLnBrk="0" fontAlgn="base" latinLnBrk="0" hangingPunct="0">
              <a:lnSpc>
                <a:spcPct val="100000"/>
              </a:lnSpc>
              <a:spcBef>
                <a:spcPct val="0"/>
              </a:spcBef>
              <a:spcAft>
                <a:spcPct val="0"/>
              </a:spcAft>
              <a:buClrTx/>
              <a:buSzTx/>
              <a:buFontTx/>
              <a:buNone/>
              <a:defRPr/>
            </a:pPr>
            <a:r>
              <a:rPr kumimoji="0" lang="zh-CN" altLang="en-US" sz="4000" b="1" i="0" u="none" strike="noStrike" kern="1200" cap="none" spc="0" normalizeH="0" baseline="0" noProof="0" smtClean="0">
                <a:ln>
                  <a:noFill/>
                </a:ln>
                <a:solidFill>
                  <a:srgbClr val="333399"/>
                </a:solidFill>
                <a:effectLst/>
                <a:uLnTx/>
                <a:uFillTx/>
                <a:latin typeface="Arial" panose="020B0604020202020204" pitchFamily="34" charset="0"/>
                <a:ea typeface="黑体" panose="02010609060101010101" pitchFamily="49" charset="-122"/>
                <a:sym typeface="Arial" panose="020B0604020202020204" pitchFamily="34" charset="0"/>
              </a:rPr>
              <a:t>十大常用可靠性参数</a:t>
            </a:r>
            <a:endParaRPr kumimoji="0" lang="zh-CN" altLang="en-US" sz="4000" b="1" i="0" u="none" strike="noStrike" kern="1200" cap="none" spc="0" normalizeH="0" baseline="0" noProof="0" smtClean="0">
              <a:ln>
                <a:noFill/>
              </a:ln>
              <a:solidFill>
                <a:srgbClr val="333399"/>
              </a:solidFill>
              <a:effectLst/>
              <a:uLnTx/>
              <a:uFillTx/>
              <a:latin typeface="Arial" panose="020B0604020202020204" pitchFamily="34" charset="0"/>
              <a:ea typeface="黑体" panose="02010609060101010101" pitchFamily="49" charset="-122"/>
              <a:sym typeface="Arial" panose="020B0604020202020204" pitchFamily="34" charset="0"/>
            </a:endParaRPr>
          </a:p>
        </p:txBody>
      </p:sp>
      <p:sp>
        <p:nvSpPr>
          <p:cNvPr id="12291" name="Rectangle 2"/>
          <p:cNvSpPr>
            <a:spLocks noGrp="1" noChangeArrowheads="1"/>
          </p:cNvSpPr>
          <p:nvPr>
            <p:custDataLst>
              <p:tags r:id="rId2"/>
            </p:custDataLst>
          </p:nvPr>
        </p:nvSpPr>
        <p:spPr>
          <a:xfrm>
            <a:off x="912000" y="1699200"/>
            <a:ext cx="10464000" cy="4356000"/>
          </a:xfrm>
          <a:prstGeom prst="rect">
            <a:avLst/>
          </a:prstGeom>
          <a:noFill/>
          <a:ln>
            <a:noFill/>
          </a:ln>
        </p:spPr>
        <p:txBody>
          <a:bodyPr vert="horz" wrap="square" lIns="91440" tIns="45720" rIns="91440" bIns="45720" numCol="1" anchor="t" anchorCtr="0" compatLnSpc="1">
            <a:normAutofit/>
          </a:bodyPr>
          <a:lstStyle>
            <a:lvl1pPr marL="285750" indent="-285750" algn="l" rtl="0" eaLnBrk="0" fontAlgn="base" hangingPunct="0">
              <a:spcBef>
                <a:spcPts val="0"/>
              </a:spcBef>
              <a:spcAft>
                <a:spcPct val="0"/>
              </a:spcAft>
              <a:buFont typeface="Arial" panose="020B0604020202020204" pitchFamily="34" charset="0"/>
              <a:buChar char="•"/>
              <a:defRPr sz="2400" kern="1200">
                <a:solidFill>
                  <a:srgbClr val="808080"/>
                </a:solidFill>
                <a:latin typeface="Arial" panose="020B0604020202020204" pitchFamily="34" charset="0"/>
                <a:ea typeface="黑体" panose="02010609060101010101" pitchFamily="49" charset="-122"/>
                <a:cs typeface="+mn-ea"/>
                <a:sym typeface="Arial" panose="020B0604020202020204" pitchFamily="34" charset="0"/>
              </a:defRPr>
            </a:lvl1pPr>
            <a:lvl2pPr marL="742950" indent="-285750" algn="l" rtl="0" eaLnBrk="0" fontAlgn="base" hangingPunct="0">
              <a:spcBef>
                <a:spcPts val="0"/>
              </a:spcBef>
              <a:spcAft>
                <a:spcPct val="0"/>
              </a:spcAft>
              <a:buFont typeface="Arial" panose="020B0604020202020204" pitchFamily="34" charset="0"/>
              <a:buChar char="•"/>
              <a:defRPr sz="2000" kern="1200">
                <a:solidFill>
                  <a:srgbClr val="808080"/>
                </a:solidFill>
                <a:latin typeface="Arial" panose="020B0604020202020204" pitchFamily="34" charset="0"/>
                <a:ea typeface="黑体" panose="02010609060101010101" pitchFamily="49" charset="-122"/>
                <a:cs typeface="+mn-ea"/>
                <a:sym typeface="Arial" panose="020B0604020202020204" pitchFamily="34" charset="0"/>
              </a:defRPr>
            </a:lvl2pPr>
            <a:lvl3pPr marL="1200150" indent="-285750" algn="l" rtl="0" eaLnBrk="0" fontAlgn="base" hangingPunct="0">
              <a:spcBef>
                <a:spcPts val="0"/>
              </a:spcBef>
              <a:spcAft>
                <a:spcPct val="0"/>
              </a:spcAft>
              <a:buFont typeface="Arial" panose="020B0604020202020204" pitchFamily="34" charset="0"/>
              <a:buChar char="•"/>
              <a:defRPr sz="1800" kern="1200">
                <a:solidFill>
                  <a:srgbClr val="808080"/>
                </a:solidFill>
                <a:latin typeface="Arial" panose="020B0604020202020204" pitchFamily="34" charset="0"/>
                <a:ea typeface="黑体" panose="02010609060101010101" pitchFamily="49" charset="-122"/>
                <a:cs typeface="+mn-ea"/>
                <a:sym typeface="Arial" panose="020B0604020202020204" pitchFamily="34" charset="0"/>
              </a:defRPr>
            </a:lvl3pPr>
            <a:lvl4pPr marL="1657350" indent="-285750" algn="l" rtl="0" eaLnBrk="0" fontAlgn="base" hangingPunct="0">
              <a:spcBef>
                <a:spcPts val="0"/>
              </a:spcBef>
              <a:spcAft>
                <a:spcPct val="0"/>
              </a:spcAft>
              <a:buFont typeface="Arial" panose="020B0604020202020204" pitchFamily="34" charset="0"/>
              <a:buChar char="•"/>
              <a:defRPr sz="1800" kern="1200">
                <a:solidFill>
                  <a:srgbClr val="808080"/>
                </a:solidFill>
                <a:latin typeface="Arial" panose="020B0604020202020204" pitchFamily="34" charset="0"/>
                <a:ea typeface="黑体" panose="02010609060101010101" pitchFamily="49" charset="-122"/>
                <a:cs typeface="+mn-ea"/>
                <a:sym typeface="Arial" panose="020B0604020202020204" pitchFamily="34" charset="0"/>
              </a:defRPr>
            </a:lvl4pPr>
            <a:lvl5pPr marL="2114550" indent="-285750" algn="l" rtl="0" eaLnBrk="0" fontAlgn="base" hangingPunct="0">
              <a:spcBef>
                <a:spcPts val="0"/>
              </a:spcBef>
              <a:spcAft>
                <a:spcPct val="0"/>
              </a:spcAft>
              <a:buFont typeface="Arial" panose="020B0604020202020204" pitchFamily="34" charset="0"/>
              <a:buChar char="•"/>
              <a:defRPr sz="1800" kern="1200">
                <a:solidFill>
                  <a:srgbClr val="808080"/>
                </a:solidFill>
                <a:latin typeface="Arial" panose="020B0604020202020204" pitchFamily="34" charset="0"/>
                <a:ea typeface="黑体" panose="02010609060101010101" pitchFamily="49" charset="-122"/>
                <a:cs typeface="+mn-ea"/>
                <a:sym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黑体" panose="02010609060101010101" pitchFamily="49"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黑体" panose="02010609060101010101" pitchFamily="49"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黑体" panose="02010609060101010101" pitchFamily="49"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黑体" panose="02010609060101010101" pitchFamily="49" charset="-122"/>
                <a:cs typeface="+mn-ea"/>
              </a:defRPr>
            </a:lvl9pPr>
          </a:lstStyle>
          <a:p>
            <a:pPr marL="12700" marR="0" lvl="0" indent="-12700" algn="l" defTabSz="457200" rtl="0" eaLnBrk="1" fontAlgn="base" latinLnBrk="0" hangingPunct="1">
              <a:lnSpc>
                <a:spcPct val="130000"/>
              </a:lnSpc>
              <a:spcBef>
                <a:spcPts val="0"/>
              </a:spcBef>
              <a:spcAft>
                <a:spcPct val="0"/>
              </a:spcAft>
              <a:buClrTx/>
              <a:buSzTx/>
              <a:buFont typeface="Arial" panose="020B0604020202020204" pitchFamily="34" charset="0"/>
              <a:buChar char="•"/>
              <a:defRPr/>
            </a:pPr>
            <a:endPar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endParaRPr>
          </a:p>
          <a:p>
            <a:pPr marL="12700" marR="0" lvl="0" indent="-12700" algn="l" defTabSz="457200" rtl="0" eaLnBrk="1" fontAlgn="base" latinLnBrk="0" hangingPunct="1">
              <a:lnSpc>
                <a:spcPct val="130000"/>
              </a:lnSpc>
              <a:spcBef>
                <a:spcPts val="0"/>
              </a:spcBef>
              <a:spcAft>
                <a:spcPct val="0"/>
              </a:spcAft>
              <a:buClrTx/>
              <a:buSzTx/>
              <a:buFont typeface="Arial" panose="020B0604020202020204" pitchFamily="34" charset="0"/>
              <a:buChar char="•"/>
              <a:defRPr/>
            </a:pPr>
            <a:r>
              <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rPr>
              <a:t>1、系统不工作次数					2、系统平均不工作时间间隔 MTBD</a:t>
            </a:r>
            <a:endPar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endParaRPr>
          </a:p>
          <a:p>
            <a:pPr marL="12700" marR="0" lvl="0" indent="-12700" algn="l" defTabSz="457200" rtl="0" eaLnBrk="1" fontAlgn="base" latinLnBrk="0" hangingPunct="1">
              <a:lnSpc>
                <a:spcPct val="130000"/>
              </a:lnSpc>
              <a:spcBef>
                <a:spcPts val="0"/>
              </a:spcBef>
              <a:spcAft>
                <a:spcPct val="0"/>
              </a:spcAft>
              <a:buClrTx/>
              <a:buSzTx/>
              <a:buFont typeface="Arial" panose="020B0604020202020204" pitchFamily="34" charset="0"/>
              <a:buChar char="•"/>
              <a:defRPr/>
            </a:pPr>
            <a:r>
              <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rPr>
              <a:t>3、有效性A							4、平均修复时间MTTR</a:t>
            </a:r>
            <a:endPar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endParaRPr>
          </a:p>
          <a:p>
            <a:pPr marL="12700" marR="0" lvl="0" indent="-12700" algn="l" defTabSz="457200" rtl="0" eaLnBrk="1" fontAlgn="base" latinLnBrk="0" hangingPunct="1">
              <a:lnSpc>
                <a:spcPct val="130000"/>
              </a:lnSpc>
              <a:spcBef>
                <a:spcPts val="0"/>
              </a:spcBef>
              <a:spcAft>
                <a:spcPct val="0"/>
              </a:spcAft>
              <a:buClrTx/>
              <a:buSzTx/>
              <a:buFont typeface="Arial" panose="020B0604020202020204" pitchFamily="34" charset="0"/>
              <a:buChar char="•"/>
              <a:defRPr/>
            </a:pPr>
            <a:r>
              <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rPr>
              <a:t>5、平均不工作时间 MDT			6、初期故障率</a:t>
            </a:r>
            <a:endPar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endParaRPr>
          </a:p>
          <a:p>
            <a:pPr marL="12700" marR="0" lvl="0" indent="-12700" algn="l" defTabSz="457200" rtl="0" eaLnBrk="1" fontAlgn="base" latinLnBrk="0" hangingPunct="1">
              <a:lnSpc>
                <a:spcPct val="130000"/>
              </a:lnSpc>
              <a:spcBef>
                <a:spcPts val="0"/>
              </a:spcBef>
              <a:spcAft>
                <a:spcPct val="0"/>
              </a:spcAft>
              <a:buClrTx/>
              <a:buSzTx/>
              <a:buFont typeface="Arial" panose="020B0604020202020204" pitchFamily="34" charset="0"/>
              <a:buChar char="•"/>
              <a:defRPr/>
            </a:pPr>
            <a:r>
              <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rPr>
              <a:t>7、偶然故障率						8、使用方误用率</a:t>
            </a:r>
            <a:endPar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endParaRPr>
          </a:p>
          <a:p>
            <a:pPr marL="12700" marR="0" lvl="0" indent="-12700" algn="l" defTabSz="457200" rtl="0" eaLnBrk="1" fontAlgn="base" latinLnBrk="0" hangingPunct="1">
              <a:lnSpc>
                <a:spcPct val="130000"/>
              </a:lnSpc>
              <a:spcBef>
                <a:spcPts val="0"/>
              </a:spcBef>
              <a:spcAft>
                <a:spcPct val="0"/>
              </a:spcAft>
              <a:buClrTx/>
              <a:buSzTx/>
              <a:buFont typeface="Arial" panose="020B0604020202020204" pitchFamily="34" charset="0"/>
              <a:buChar char="•"/>
              <a:defRPr/>
            </a:pPr>
            <a:r>
              <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rPr>
              <a:t>9、用户提出补充要求数			10、处理能力</a:t>
            </a:r>
            <a:endPar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endParaRPr>
          </a:p>
        </p:txBody>
      </p:sp>
    </p:spTree>
    <p:custDataLst>
      <p:tags r:id="rId3"/>
    </p:custDataLst>
  </p:cSld>
  <p:clrMapOvr>
    <a:masterClrMapping/>
  </p:clrMapOvr>
  <p:transition advTm="3000"/>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 </a:t>
            </a:r>
            <a:endParaRPr lang="en-US" altLang="zh-CN"/>
          </a:p>
        </p:txBody>
      </p:sp>
      <p:sp>
        <p:nvSpPr>
          <p:cNvPr id="3" name="内容占位符 2"/>
          <p:cNvSpPr>
            <a:spLocks noGrp="1"/>
          </p:cNvSpPr>
          <p:nvPr>
            <p:ph idx="1"/>
          </p:nvPr>
        </p:nvSpPr>
        <p:spPr>
          <a:xfrm>
            <a:off x="581025" y="1571625"/>
            <a:ext cx="11029315" cy="4635500"/>
          </a:xfrm>
        </p:spPr>
        <p:txBody>
          <a:bodyPr>
            <a:normAutofit/>
          </a:bodyPr>
          <a:lstStyle/>
          <a:p>
            <a:pPr marL="0" indent="0" algn="l">
              <a:buNone/>
            </a:pPr>
            <a:endParaRPr lang="zh-CN" altLang="en-US"/>
          </a:p>
          <a:p>
            <a:r>
              <a:rPr lang="en-US" altLang="zh-CN"/>
              <a:t>1</a:t>
            </a:r>
            <a:r>
              <a:rPr lang="zh-CN" altLang="en-US"/>
              <a:t>、</a:t>
            </a:r>
            <a:r>
              <a:rPr lang="zh-CN" altLang="en-US">
                <a:solidFill>
                  <a:schemeClr val="tx1"/>
                </a:solidFill>
                <a:effectLst>
                  <a:outerShdw blurRad="38100" dist="19050" dir="2700000" algn="tl" rotWithShape="0">
                    <a:schemeClr val="dk1">
                      <a:alpha val="40000"/>
                    </a:schemeClr>
                  </a:outerShdw>
                </a:effectLst>
              </a:rPr>
              <a:t>系统不工作次数</a:t>
            </a:r>
            <a:endParaRPr lang="zh-CN" altLang="en-US">
              <a:solidFill>
                <a:schemeClr val="tx1"/>
              </a:solidFill>
              <a:effectLst>
                <a:outerShdw blurRad="38100" dist="19050" dir="2700000" algn="tl" rotWithShape="0">
                  <a:schemeClr val="dk1">
                    <a:alpha val="40000"/>
                  </a:schemeClr>
                </a:outerShdw>
              </a:effectLst>
            </a:endParaRPr>
          </a:p>
          <a:p>
            <a:r>
              <a:rPr lang="en-US" altLang="zh-CN">
                <a:sym typeface="+mn-ea"/>
              </a:rPr>
              <a:t>2</a:t>
            </a:r>
            <a:r>
              <a:rPr lang="zh-CN" altLang="en-US">
                <a:sym typeface="+mn-ea"/>
              </a:rPr>
              <a:t>、</a:t>
            </a:r>
            <a:r>
              <a:rPr lang="zh-CN" altLang="en-US">
                <a:solidFill>
                  <a:schemeClr val="tx1"/>
                </a:solidFill>
                <a:effectLst>
                  <a:outerShdw blurRad="38100" dist="19050" dir="2700000" algn="tl" rotWithShape="0">
                    <a:schemeClr val="dk1">
                      <a:alpha val="40000"/>
                    </a:schemeClr>
                  </a:outerShdw>
                </a:effectLst>
                <a:sym typeface="+mn-ea"/>
              </a:rPr>
              <a:t>系统平均不工作时间间隔 MTBD</a:t>
            </a:r>
            <a:r>
              <a:rPr lang="zh-CN" altLang="en-US">
                <a:sym typeface="+mn-ea"/>
              </a:rPr>
              <a:t>→系统稳定性</a:t>
            </a:r>
            <a:endParaRPr lang="zh-CN" altLang="en-US">
              <a:sym typeface="+mn-ea"/>
            </a:endParaRPr>
          </a:p>
          <a:p>
            <a:pPr marL="0" indent="0">
              <a:buNone/>
            </a:pPr>
            <a:r>
              <a:rPr lang="en-US" altLang="zh-CN">
                <a:sym typeface="+mn-ea"/>
              </a:rPr>
              <a:t>	   </a:t>
            </a:r>
            <a:r>
              <a:rPr lang="zh-CN" altLang="en-US">
                <a:sym typeface="+mn-ea"/>
              </a:rPr>
              <a:t>系统平均不工作时间间隔</a:t>
            </a:r>
            <a:r>
              <a:rPr lang="en-US" altLang="zh-CN">
                <a:sym typeface="+mn-ea"/>
              </a:rPr>
              <a:t>=</a:t>
            </a:r>
            <a:r>
              <a:rPr lang="zh-CN" altLang="en-US">
                <a:sym typeface="+mn-ea"/>
              </a:rPr>
              <a:t>系统正常工作总时间/（系统由于软件故障而停止工作次数+1）</a:t>
            </a:r>
            <a:endParaRPr lang="zh-CN" altLang="en-US">
              <a:sym typeface="+mn-ea"/>
            </a:endParaRPr>
          </a:p>
          <a:p>
            <a:pPr marL="0" indent="0">
              <a:buNone/>
            </a:pPr>
            <a:r>
              <a:rPr lang="en-US" altLang="zh-CN">
                <a:sym typeface="+mn-ea"/>
              </a:rPr>
              <a:t>		</a:t>
            </a:r>
            <a:endParaRPr lang="zh-CN" altLang="en-US">
              <a:solidFill>
                <a:srgbClr val="FF0000"/>
              </a:solidFill>
              <a:sym typeface="+mn-ea"/>
            </a:endParaRPr>
          </a:p>
          <a:p>
            <a:pPr marL="0" indent="0">
              <a:buNone/>
            </a:pPr>
            <a:endParaRPr lang="zh-CN" altLang="en-US">
              <a:solidFill>
                <a:srgbClr val="FF0000"/>
              </a:solidFill>
              <a:sym typeface="+mn-ea"/>
            </a:endParaRPr>
          </a:p>
          <a:p>
            <a:pPr marL="0" indent="0">
              <a:buNone/>
            </a:pPr>
            <a:endParaRPr lang="zh-CN" altLang="en-US">
              <a:solidFill>
                <a:srgbClr val="FF0000"/>
              </a:solidFill>
              <a:sym typeface="+mn-ea"/>
            </a:endParaRPr>
          </a:p>
          <a:p>
            <a:r>
              <a:rPr lang="en-US" altLang="zh-CN">
                <a:sym typeface="+mn-ea"/>
              </a:rPr>
              <a:t>3</a:t>
            </a:r>
            <a:r>
              <a:rPr lang="zh-CN" altLang="en-US">
                <a:sym typeface="+mn-ea"/>
              </a:rPr>
              <a:t>、</a:t>
            </a:r>
            <a:r>
              <a:rPr lang="zh-CN" altLang="en-US">
                <a:solidFill>
                  <a:schemeClr val="tx1"/>
                </a:solidFill>
                <a:effectLst>
                  <a:outerShdw blurRad="38100" dist="19050" dir="2700000" algn="tl" rotWithShape="0">
                    <a:schemeClr val="dk1">
                      <a:alpha val="40000"/>
                    </a:schemeClr>
                  </a:outerShdw>
                </a:effectLst>
                <a:sym typeface="+mn-ea"/>
              </a:rPr>
              <a:t>有效性A</a:t>
            </a:r>
            <a:r>
              <a:rPr lang="zh-CN" altLang="en-US">
                <a:sym typeface="+mn-ea"/>
              </a:rPr>
              <a:t>→系统可靠性和维修性</a:t>
            </a:r>
            <a:endParaRPr lang="en-US" altLang="zh-CN">
              <a:sym typeface="+mn-ea"/>
            </a:endParaRPr>
          </a:p>
          <a:p>
            <a:endParaRPr lang="en-US" altLang="zh-CN">
              <a:sym typeface="+mn-ea"/>
            </a:endParaRPr>
          </a:p>
          <a:p>
            <a:pPr marL="0" indent="0">
              <a:buNone/>
            </a:pPr>
            <a:r>
              <a:rPr lang="en-US" altLang="zh-CN">
                <a:sym typeface="+mn-ea"/>
              </a:rPr>
              <a:t>						</a:t>
            </a:r>
            <a:endParaRPr lang="zh-CN" altLang="en-US"/>
          </a:p>
        </p:txBody>
      </p:sp>
      <p:pic>
        <p:nvPicPr>
          <p:cNvPr id="4" name="图片 3" descr="VJ~NTO5EAS`H[`DBSWSH`UT"/>
          <p:cNvPicPr>
            <a:picLocks noChangeAspect="1"/>
          </p:cNvPicPr>
          <p:nvPr/>
        </p:nvPicPr>
        <p:blipFill>
          <a:blip r:embed="rId1"/>
          <a:stretch>
            <a:fillRect/>
          </a:stretch>
        </p:blipFill>
        <p:spPr>
          <a:xfrm>
            <a:off x="1131570" y="5116830"/>
            <a:ext cx="1987550" cy="787400"/>
          </a:xfrm>
          <a:prstGeom prst="rect">
            <a:avLst/>
          </a:prstGeom>
        </p:spPr>
      </p:pic>
      <p:pic>
        <p:nvPicPr>
          <p:cNvPr id="5" name="图片 4" descr="Y[`R4H9GOZD)FHI92CFQ$]4"/>
          <p:cNvPicPr>
            <a:picLocks noChangeAspect="1"/>
          </p:cNvPicPr>
          <p:nvPr/>
        </p:nvPicPr>
        <p:blipFill>
          <a:blip r:embed="rId2"/>
          <a:stretch>
            <a:fillRect/>
          </a:stretch>
        </p:blipFill>
        <p:spPr>
          <a:xfrm>
            <a:off x="3105785" y="5116830"/>
            <a:ext cx="2457450" cy="787400"/>
          </a:xfrm>
          <a:prstGeom prst="rect">
            <a:avLst/>
          </a:prstGeom>
        </p:spPr>
      </p:pic>
      <p:pic>
        <p:nvPicPr>
          <p:cNvPr id="6" name="图片 5" descr="~HCOV05A{D%1BZS77QNK7Z0"/>
          <p:cNvPicPr>
            <a:picLocks noChangeAspect="1"/>
          </p:cNvPicPr>
          <p:nvPr/>
        </p:nvPicPr>
        <p:blipFill>
          <a:blip r:embed="rId3"/>
          <a:srcRect l="-744" t="46427" r="744" b="3162"/>
          <a:stretch>
            <a:fillRect/>
          </a:stretch>
        </p:blipFill>
        <p:spPr>
          <a:xfrm>
            <a:off x="4794250" y="3552825"/>
            <a:ext cx="3495040" cy="925830"/>
          </a:xfrm>
          <a:prstGeom prst="rect">
            <a:avLst/>
          </a:prstGeom>
        </p:spPr>
      </p:pic>
      <p:pic>
        <p:nvPicPr>
          <p:cNvPr id="7" name="图片 6" descr="JX61NJQAY(0@%0W4{147UJI"/>
          <p:cNvPicPr>
            <a:picLocks noChangeAspect="1"/>
          </p:cNvPicPr>
          <p:nvPr/>
        </p:nvPicPr>
        <p:blipFill>
          <a:blip r:embed="rId4"/>
          <a:stretch>
            <a:fillRect/>
          </a:stretch>
        </p:blipFill>
        <p:spPr>
          <a:xfrm>
            <a:off x="1871345" y="3606165"/>
            <a:ext cx="2193925" cy="819785"/>
          </a:xfrm>
          <a:prstGeom prst="rect">
            <a:avLst/>
          </a:prstGeom>
        </p:spPr>
      </p:pic>
      <p:pic>
        <p:nvPicPr>
          <p:cNvPr id="8" name="图片 7" descr="4Q8_ZKY%JI48FHSU[O]%~71"/>
          <p:cNvPicPr>
            <a:picLocks noChangeAspect="1"/>
          </p:cNvPicPr>
          <p:nvPr/>
        </p:nvPicPr>
        <p:blipFill>
          <a:blip r:embed="rId5"/>
          <a:stretch>
            <a:fillRect/>
          </a:stretch>
        </p:blipFill>
        <p:spPr>
          <a:xfrm>
            <a:off x="6118225" y="5029835"/>
            <a:ext cx="4309745" cy="1522095"/>
          </a:xfrm>
          <a:prstGeom prst="rect">
            <a:avLst/>
          </a:prstGeom>
        </p:spPr>
      </p:pic>
    </p:spTree>
    <p:custDataLst>
      <p:tags r:id="rId6"/>
    </p:custDataLst>
  </p:cSld>
  <p:clrMapOvr>
    <a:masterClrMapping/>
  </p:clrMapOvr>
  <p:transition advTm="3000"/>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2"/>
          <p:cNvSpPr>
            <a:spLocks noGrp="1"/>
          </p:cNvSpPr>
          <p:nvPr>
            <p:custDataLst>
              <p:tags r:id="rId1"/>
            </p:custDataLst>
          </p:nvPr>
        </p:nvSpPr>
        <p:spPr>
          <a:xfrm>
            <a:off x="2160000" y="406800"/>
            <a:ext cx="9216000" cy="864000"/>
          </a:xfrm>
          <a:prstGeom prst="rect">
            <a:avLst/>
          </a:prstGeom>
          <a:noFill/>
          <a:ln>
            <a:noFill/>
          </a:ln>
        </p:spPr>
        <p:txBody>
          <a:bodyPr vert="horz" wrap="square" lIns="91440" tIns="45720" rIns="91440" bIns="45720" numCol="1" anchor="ctr" anchorCtr="0" compatLnSpc="1">
            <a:normAutofit/>
          </a:bodyPr>
          <a:lstStyle>
            <a:lvl1pPr algn="l" rtl="0" eaLnBrk="0" fontAlgn="base" hangingPunct="0">
              <a:spcBef>
                <a:spcPct val="0"/>
              </a:spcBef>
              <a:spcAft>
                <a:spcPct val="0"/>
              </a:spcAft>
              <a:defRPr sz="4000" b="1" kern="1200">
                <a:solidFill>
                  <a:srgbClr val="333399"/>
                </a:solidFill>
                <a:latin typeface="Arial" panose="020B0604020202020204" pitchFamily="34" charset="0"/>
                <a:ea typeface="黑体" panose="02010609060101010101" pitchFamily="49" charset="-122"/>
                <a:cs typeface="+mn-ea"/>
                <a:sym typeface="Arial" panose="020B0604020202020204" pitchFamily="34" charset="0"/>
              </a:defRPr>
            </a:lvl1pPr>
            <a:lvl2pPr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2pPr>
            <a:lvl3pPr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3pPr>
            <a:lvl4pPr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4pPr>
            <a:lvl5pPr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5pPr>
            <a:lvl6pPr marL="457200"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6pPr>
            <a:lvl7pPr marL="914400"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7pPr>
            <a:lvl8pPr marL="1371600"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8pPr>
            <a:lvl9pPr marL="1828800"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9pPr>
          </a:lstStyle>
          <a:p>
            <a:pPr marL="0" marR="0" lvl="0" indent="0" algn="l" defTabSz="457200" rtl="0" eaLnBrk="0" fontAlgn="base" latinLnBrk="0" hangingPunct="0">
              <a:lnSpc>
                <a:spcPct val="100000"/>
              </a:lnSpc>
              <a:spcBef>
                <a:spcPct val="0"/>
              </a:spcBef>
              <a:spcAft>
                <a:spcPct val="0"/>
              </a:spcAft>
              <a:buClrTx/>
              <a:buSzTx/>
              <a:buFontTx/>
              <a:buNone/>
              <a:defRPr/>
            </a:pPr>
            <a:r>
              <a:rPr kumimoji="0" lang="en-US" altLang="zh-CN" sz="4000" b="1" i="0" u="none" strike="noStrike" kern="1200" cap="none" spc="0" normalizeH="0" baseline="0" noProof="0" dirty="0">
                <a:ln>
                  <a:noFill/>
                </a:ln>
                <a:solidFill>
                  <a:srgbClr val="333399"/>
                </a:solidFill>
                <a:effectLst/>
                <a:uLnTx/>
                <a:uFillTx/>
                <a:latin typeface="Arial" panose="020B0604020202020204" pitchFamily="34" charset="0"/>
                <a:ea typeface="黑体" panose="02010609060101010101" pitchFamily="49" charset="-122"/>
                <a:sym typeface="Arial" panose="020B0604020202020204" pitchFamily="34" charset="0"/>
              </a:rPr>
              <a:t> </a:t>
            </a:r>
            <a:endParaRPr kumimoji="0" lang="en-US" altLang="zh-CN" sz="4000" b="1" i="0" u="none" strike="noStrike" kern="1200" cap="none" spc="0" normalizeH="0" baseline="0" noProof="0" dirty="0">
              <a:ln>
                <a:noFill/>
              </a:ln>
              <a:solidFill>
                <a:srgbClr val="333399"/>
              </a:solidFill>
              <a:effectLst/>
              <a:uLnTx/>
              <a:uFillTx/>
              <a:latin typeface="Arial" panose="020B0604020202020204" pitchFamily="34" charset="0"/>
              <a:ea typeface="黑体" panose="02010609060101010101" pitchFamily="49" charset="-122"/>
              <a:sym typeface="Arial" panose="020B0604020202020204" pitchFamily="34" charset="0"/>
            </a:endParaRPr>
          </a:p>
        </p:txBody>
      </p:sp>
      <p:sp>
        <p:nvSpPr>
          <p:cNvPr id="12291" name="Rectangle 2"/>
          <p:cNvSpPr>
            <a:spLocks noGrp="1" noChangeArrowheads="1"/>
          </p:cNvSpPr>
          <p:nvPr>
            <p:custDataLst>
              <p:tags r:id="rId2"/>
            </p:custDataLst>
          </p:nvPr>
        </p:nvSpPr>
        <p:spPr>
          <a:xfrm>
            <a:off x="912000" y="1699200"/>
            <a:ext cx="10464000" cy="4356000"/>
          </a:xfrm>
          <a:prstGeom prst="rect">
            <a:avLst/>
          </a:prstGeom>
          <a:noFill/>
          <a:ln>
            <a:noFill/>
          </a:ln>
        </p:spPr>
        <p:txBody>
          <a:bodyPr vert="horz" wrap="square" lIns="91440" tIns="45720" rIns="91440" bIns="45720" numCol="1" anchor="t" anchorCtr="0" compatLnSpc="1">
            <a:normAutofit fontScale="90000" lnSpcReduction="20000"/>
          </a:bodyPr>
          <a:lstStyle>
            <a:lvl1pPr marL="285750" indent="-285750" algn="l" rtl="0" eaLnBrk="0" fontAlgn="base" hangingPunct="0">
              <a:spcBef>
                <a:spcPts val="0"/>
              </a:spcBef>
              <a:spcAft>
                <a:spcPct val="0"/>
              </a:spcAft>
              <a:buFont typeface="Arial" panose="020B0604020202020204" pitchFamily="34" charset="0"/>
              <a:buChar char="•"/>
              <a:defRPr sz="2400" kern="1200">
                <a:solidFill>
                  <a:srgbClr val="808080"/>
                </a:solidFill>
                <a:latin typeface="Arial" panose="020B0604020202020204" pitchFamily="34" charset="0"/>
                <a:ea typeface="黑体" panose="02010609060101010101" pitchFamily="49" charset="-122"/>
                <a:cs typeface="+mn-ea"/>
                <a:sym typeface="Arial" panose="020B0604020202020204" pitchFamily="34" charset="0"/>
              </a:defRPr>
            </a:lvl1pPr>
            <a:lvl2pPr marL="742950" indent="-285750" algn="l" rtl="0" eaLnBrk="0" fontAlgn="base" hangingPunct="0">
              <a:spcBef>
                <a:spcPts val="0"/>
              </a:spcBef>
              <a:spcAft>
                <a:spcPct val="0"/>
              </a:spcAft>
              <a:buFont typeface="Arial" panose="020B0604020202020204" pitchFamily="34" charset="0"/>
              <a:buChar char="•"/>
              <a:defRPr sz="2000" kern="1200">
                <a:solidFill>
                  <a:srgbClr val="808080"/>
                </a:solidFill>
                <a:latin typeface="Arial" panose="020B0604020202020204" pitchFamily="34" charset="0"/>
                <a:ea typeface="黑体" panose="02010609060101010101" pitchFamily="49" charset="-122"/>
                <a:cs typeface="+mn-ea"/>
                <a:sym typeface="Arial" panose="020B0604020202020204" pitchFamily="34" charset="0"/>
              </a:defRPr>
            </a:lvl2pPr>
            <a:lvl3pPr marL="1200150" indent="-285750" algn="l" rtl="0" eaLnBrk="0" fontAlgn="base" hangingPunct="0">
              <a:spcBef>
                <a:spcPts val="0"/>
              </a:spcBef>
              <a:spcAft>
                <a:spcPct val="0"/>
              </a:spcAft>
              <a:buFont typeface="Arial" panose="020B0604020202020204" pitchFamily="34" charset="0"/>
              <a:buChar char="•"/>
              <a:defRPr sz="1800" kern="1200">
                <a:solidFill>
                  <a:srgbClr val="808080"/>
                </a:solidFill>
                <a:latin typeface="Arial" panose="020B0604020202020204" pitchFamily="34" charset="0"/>
                <a:ea typeface="黑体" panose="02010609060101010101" pitchFamily="49" charset="-122"/>
                <a:cs typeface="+mn-ea"/>
                <a:sym typeface="Arial" panose="020B0604020202020204" pitchFamily="34" charset="0"/>
              </a:defRPr>
            </a:lvl3pPr>
            <a:lvl4pPr marL="1657350" indent="-285750" algn="l" rtl="0" eaLnBrk="0" fontAlgn="base" hangingPunct="0">
              <a:spcBef>
                <a:spcPts val="0"/>
              </a:spcBef>
              <a:spcAft>
                <a:spcPct val="0"/>
              </a:spcAft>
              <a:buFont typeface="Arial" panose="020B0604020202020204" pitchFamily="34" charset="0"/>
              <a:buChar char="•"/>
              <a:defRPr sz="1800" kern="1200">
                <a:solidFill>
                  <a:srgbClr val="808080"/>
                </a:solidFill>
                <a:latin typeface="Arial" panose="020B0604020202020204" pitchFamily="34" charset="0"/>
                <a:ea typeface="黑体" panose="02010609060101010101" pitchFamily="49" charset="-122"/>
                <a:cs typeface="+mn-ea"/>
                <a:sym typeface="Arial" panose="020B0604020202020204" pitchFamily="34" charset="0"/>
              </a:defRPr>
            </a:lvl4pPr>
            <a:lvl5pPr marL="2114550" indent="-285750" algn="l" rtl="0" eaLnBrk="0" fontAlgn="base" hangingPunct="0">
              <a:spcBef>
                <a:spcPts val="0"/>
              </a:spcBef>
              <a:spcAft>
                <a:spcPct val="0"/>
              </a:spcAft>
              <a:buFont typeface="Arial" panose="020B0604020202020204" pitchFamily="34" charset="0"/>
              <a:buChar char="•"/>
              <a:defRPr sz="1800" kern="1200">
                <a:solidFill>
                  <a:srgbClr val="808080"/>
                </a:solidFill>
                <a:latin typeface="Arial" panose="020B0604020202020204" pitchFamily="34" charset="0"/>
                <a:ea typeface="黑体" panose="02010609060101010101" pitchFamily="49" charset="-122"/>
                <a:cs typeface="+mn-ea"/>
                <a:sym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黑体" panose="02010609060101010101" pitchFamily="49"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黑体" panose="02010609060101010101" pitchFamily="49"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黑体" panose="02010609060101010101" pitchFamily="49"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黑体" panose="02010609060101010101" pitchFamily="49" charset="-122"/>
                <a:cs typeface="+mn-ea"/>
              </a:defRPr>
            </a:lvl9pPr>
          </a:lstStyle>
          <a:p>
            <a:pPr marL="306070" marR="0" lvl="0" indent="-306070" algn="l" defTabSz="457200" rtl="0" eaLnBrk="1" fontAlgn="base" latinLnBrk="0" hangingPunct="1">
              <a:lnSpc>
                <a:spcPct val="130000"/>
              </a:lnSpc>
              <a:spcBef>
                <a:spcPts val="0"/>
              </a:spcBef>
              <a:spcAft>
                <a:spcPct val="0"/>
              </a:spcAft>
              <a:buClr>
                <a:srgbClr val="FFBF2B"/>
              </a:buClr>
              <a:buSzTx/>
              <a:buFont typeface="Wingdings 2" panose="05020102010507070707" pitchFamily="18" charset="2"/>
              <a:buChar char=""/>
              <a:defRPr/>
            </a:pPr>
            <a:r>
              <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黑体" panose="02010609060101010101" pitchFamily="49" charset="-122"/>
              </a:rPr>
              <a:t>4、</a:t>
            </a:r>
            <a:r>
              <a:rPr kumimoji="0" lang="zh-CN" altLang="en-US" sz="2400" b="0" i="0" u="none" strike="noStrike" kern="1200" cap="none" spc="0" normalizeH="0" baseline="0" noProof="0" smtClean="0">
                <a:ln>
                  <a:noFill/>
                </a:ln>
                <a:solidFill>
                  <a:srgbClr val="000000"/>
                </a:solidFill>
                <a:effectLst>
                  <a:outerShdw blurRad="38100" dist="19050" dir="2700000" algn="tl" rotWithShape="0">
                    <a:srgbClr val="000000">
                      <a:alpha val="40000"/>
                    </a:srgbClr>
                  </a:outerShdw>
                </a:effectLst>
                <a:uLnTx/>
                <a:uFillTx/>
                <a:latin typeface="Arial" panose="020B0604020202020204" pitchFamily="34" charset="0"/>
                <a:ea typeface="黑体" panose="02010609060101010101" pitchFamily="49" charset="-122"/>
                <a:sym typeface="黑体" panose="02010609060101010101" pitchFamily="49" charset="-122"/>
              </a:rPr>
              <a:t>平均修复时间 MTTR</a:t>
            </a:r>
            <a:r>
              <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黑体" panose="02010609060101010101" pitchFamily="49" charset="-122"/>
              </a:rPr>
              <a:t> </a:t>
            </a:r>
            <a:endPar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黑体" panose="02010609060101010101" pitchFamily="49" charset="-122"/>
            </a:endParaRPr>
          </a:p>
          <a:p>
            <a:pPr marL="0" marR="0" lvl="0" indent="0" algn="l" defTabSz="457200" rtl="0" eaLnBrk="1" fontAlgn="base" latinLnBrk="0" hangingPunct="1">
              <a:lnSpc>
                <a:spcPct val="130000"/>
              </a:lnSpc>
              <a:spcBef>
                <a:spcPts val="0"/>
              </a:spcBef>
              <a:spcAft>
                <a:spcPct val="0"/>
              </a:spcAft>
              <a:buClrTx/>
              <a:buSzTx/>
              <a:buFont typeface="Arial" panose="020B0604020202020204" pitchFamily="34" charset="0"/>
              <a:buNone/>
              <a:defRPr/>
            </a:pPr>
            <a:r>
              <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黑体" panose="02010609060101010101" pitchFamily="49" charset="-122"/>
              </a:rPr>
              <a:t>	反应了出现故障后采取对策的效率</a:t>
            </a:r>
            <a:endPar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黑体" panose="02010609060101010101" pitchFamily="49" charset="-122"/>
            </a:endParaRPr>
          </a:p>
          <a:p>
            <a:pPr marL="306070" marR="0" lvl="0" indent="-306070" algn="l" defTabSz="457200" rtl="0" eaLnBrk="1" fontAlgn="base" latinLnBrk="0" hangingPunct="1">
              <a:lnSpc>
                <a:spcPct val="130000"/>
              </a:lnSpc>
              <a:spcBef>
                <a:spcPts val="0"/>
              </a:spcBef>
              <a:spcAft>
                <a:spcPct val="0"/>
              </a:spcAft>
              <a:buClr>
                <a:srgbClr val="FFBF2B"/>
              </a:buClr>
              <a:buSzTx/>
              <a:buFont typeface="Wingdings 2" panose="05020102010507070707" pitchFamily="18" charset="2"/>
              <a:buChar char=""/>
              <a:defRPr/>
            </a:pPr>
            <a:r>
              <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黑体" panose="02010609060101010101" pitchFamily="49" charset="-122"/>
              </a:rPr>
              <a:t>5、</a:t>
            </a:r>
            <a:r>
              <a:rPr kumimoji="0" lang="zh-CN" altLang="en-US" sz="2400" b="0" i="0" u="none" strike="noStrike" kern="1200" cap="none" spc="0" normalizeH="0" baseline="0" noProof="0" smtClean="0">
                <a:ln>
                  <a:noFill/>
                </a:ln>
                <a:solidFill>
                  <a:srgbClr val="000000"/>
                </a:solidFill>
                <a:effectLst>
                  <a:outerShdw blurRad="38100" dist="19050" dir="2700000" algn="tl" rotWithShape="0">
                    <a:srgbClr val="000000">
                      <a:alpha val="40000"/>
                    </a:srgbClr>
                  </a:outerShdw>
                </a:effectLst>
                <a:uLnTx/>
                <a:uFillTx/>
                <a:latin typeface="Arial" panose="020B0604020202020204" pitchFamily="34" charset="0"/>
                <a:ea typeface="黑体" panose="02010609060101010101" pitchFamily="49" charset="-122"/>
                <a:sym typeface="黑体" panose="02010609060101010101" pitchFamily="49" charset="-122"/>
              </a:rPr>
              <a:t>平均不工作时间 MDT</a:t>
            </a:r>
            <a:endParaRPr kumimoji="0" lang="zh-CN" altLang="en-US" sz="2400" b="0" i="0" u="none" strike="noStrike" kern="1200" cap="none" spc="0" normalizeH="0" baseline="0" noProof="0" smtClean="0">
              <a:ln>
                <a:noFill/>
              </a:ln>
              <a:solidFill>
                <a:srgbClr val="000000"/>
              </a:solidFill>
              <a:effectLst>
                <a:outerShdw blurRad="38100" dist="19050" dir="2700000" algn="tl" rotWithShape="0">
                  <a:srgbClr val="000000">
                    <a:alpha val="40000"/>
                  </a:srgbClr>
                </a:outerShdw>
              </a:effectLst>
              <a:uLnTx/>
              <a:uFillTx/>
              <a:latin typeface="Arial" panose="020B0604020202020204" pitchFamily="34" charset="0"/>
              <a:ea typeface="黑体" panose="02010609060101010101" pitchFamily="49" charset="-122"/>
              <a:sym typeface="黑体" panose="02010609060101010101" pitchFamily="49" charset="-122"/>
            </a:endParaRPr>
          </a:p>
          <a:p>
            <a:pPr marL="0" marR="0" lvl="0" indent="0" algn="l" defTabSz="457200" rtl="0" eaLnBrk="1" fontAlgn="base" latinLnBrk="0" hangingPunct="1">
              <a:lnSpc>
                <a:spcPct val="130000"/>
              </a:lnSpc>
              <a:spcBef>
                <a:spcPts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黑体" panose="02010609060101010101" pitchFamily="49" charset="-122"/>
            </a:endParaRPr>
          </a:p>
          <a:p>
            <a:pPr marL="306070" marR="0" lvl="0" indent="-306070" algn="l" defTabSz="457200" rtl="0" eaLnBrk="1" fontAlgn="base" latinLnBrk="0" hangingPunct="1">
              <a:lnSpc>
                <a:spcPct val="130000"/>
              </a:lnSpc>
              <a:spcBef>
                <a:spcPts val="0"/>
              </a:spcBef>
              <a:spcAft>
                <a:spcPct val="0"/>
              </a:spcAft>
              <a:buClr>
                <a:srgbClr val="FFBF2B"/>
              </a:buClr>
              <a:buSzTx/>
              <a:buFont typeface="Wingdings 2" panose="05020102010507070707" pitchFamily="18" charset="2"/>
              <a:buChar char=""/>
              <a:defRPr/>
            </a:pPr>
            <a:r>
              <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黑体" panose="02010609060101010101" pitchFamily="49" charset="-122"/>
              </a:rPr>
              <a:t>6、</a:t>
            </a:r>
            <a:r>
              <a:rPr kumimoji="0" lang="zh-CN" altLang="en-US" sz="2400" b="0" i="0" u="none" strike="noStrike" kern="1200" cap="none" spc="0" normalizeH="0" baseline="0" noProof="0" smtClean="0">
                <a:ln>
                  <a:noFill/>
                </a:ln>
                <a:solidFill>
                  <a:srgbClr val="000000"/>
                </a:solidFill>
                <a:effectLst>
                  <a:outerShdw blurRad="38100" dist="19050" dir="2700000" algn="tl" rotWithShape="0">
                    <a:srgbClr val="000000">
                      <a:alpha val="40000"/>
                    </a:srgbClr>
                  </a:outerShdw>
                </a:effectLst>
                <a:uLnTx/>
                <a:uFillTx/>
                <a:latin typeface="Arial" panose="020B0604020202020204" pitchFamily="34" charset="0"/>
                <a:ea typeface="黑体" panose="02010609060101010101" pitchFamily="49" charset="-122"/>
                <a:sym typeface="黑体" panose="02010609060101010101" pitchFamily="49" charset="-122"/>
              </a:rPr>
              <a:t>初期故障率</a:t>
            </a:r>
            <a:endParaRPr kumimoji="0" lang="zh-CN" altLang="en-US" sz="2400" b="0" i="0" u="none" strike="noStrike" kern="1200" cap="none" spc="0" normalizeH="0" baseline="0" noProof="0" smtClean="0">
              <a:ln>
                <a:noFill/>
              </a:ln>
              <a:solidFill>
                <a:srgbClr val="000000"/>
              </a:solidFill>
              <a:effectLst>
                <a:outerShdw blurRad="38100" dist="19050" dir="2700000" algn="tl" rotWithShape="0">
                  <a:srgbClr val="000000">
                    <a:alpha val="40000"/>
                  </a:srgbClr>
                </a:outerShdw>
              </a:effectLst>
              <a:uLnTx/>
              <a:uFillTx/>
              <a:latin typeface="Arial" panose="020B0604020202020204" pitchFamily="34" charset="0"/>
              <a:ea typeface="黑体" panose="02010609060101010101" pitchFamily="49" charset="-122"/>
              <a:sym typeface="黑体" panose="02010609060101010101" pitchFamily="49" charset="-122"/>
            </a:endParaRPr>
          </a:p>
          <a:p>
            <a:pPr marL="0" marR="0" lvl="0" indent="0" algn="l" defTabSz="457200" rtl="0" eaLnBrk="1" fontAlgn="base" latinLnBrk="0" hangingPunct="1">
              <a:lnSpc>
                <a:spcPct val="130000"/>
              </a:lnSpc>
              <a:spcBef>
                <a:spcPts val="0"/>
              </a:spcBef>
              <a:spcAft>
                <a:spcPct val="0"/>
              </a:spcAft>
              <a:buClrTx/>
              <a:buSzTx/>
              <a:buFont typeface="Arial" panose="020B0604020202020204" pitchFamily="34" charset="0"/>
              <a:buNone/>
              <a:defRPr/>
            </a:pPr>
            <a:r>
              <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黑体" panose="02010609060101010101" pitchFamily="49" charset="-122"/>
              </a:rPr>
              <a:t>	交付三个月内，每100h的故障为单位</a:t>
            </a:r>
            <a:endPar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黑体" panose="02010609060101010101" pitchFamily="49" charset="-122"/>
            </a:endParaRPr>
          </a:p>
          <a:p>
            <a:pPr marL="0" marR="0" lvl="0" indent="0" algn="l" defTabSz="457200" rtl="0" eaLnBrk="1" fontAlgn="base" latinLnBrk="0" hangingPunct="1">
              <a:lnSpc>
                <a:spcPct val="130000"/>
              </a:lnSpc>
              <a:spcBef>
                <a:spcPts val="0"/>
              </a:spcBef>
              <a:spcAft>
                <a:spcPct val="0"/>
              </a:spcAft>
              <a:buClrTx/>
              <a:buSzTx/>
              <a:buFont typeface="Arial" panose="020B0604020202020204" pitchFamily="34" charset="0"/>
              <a:buNone/>
              <a:defRPr/>
            </a:pPr>
            <a:r>
              <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黑体" panose="02010609060101010101" pitchFamily="49" charset="-122"/>
              </a:rPr>
              <a:t>	初期故障率大小取决于软件的设计水平、检查项目数、软件规模、软件调试彻底与否等</a:t>
            </a:r>
            <a:endPar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黑体" panose="02010609060101010101" pitchFamily="49" charset="-122"/>
            </a:endParaRPr>
          </a:p>
          <a:p>
            <a:pPr marL="306070" marR="0" lvl="0" indent="-306070" algn="l" defTabSz="457200" rtl="0" eaLnBrk="1" fontAlgn="base" latinLnBrk="0" hangingPunct="1">
              <a:lnSpc>
                <a:spcPct val="130000"/>
              </a:lnSpc>
              <a:spcBef>
                <a:spcPts val="0"/>
              </a:spcBef>
              <a:spcAft>
                <a:spcPct val="0"/>
              </a:spcAft>
              <a:buClr>
                <a:srgbClr val="FFBF2B"/>
              </a:buClr>
              <a:buSzTx/>
              <a:buFont typeface="Wingdings 2" panose="05020102010507070707" pitchFamily="18" charset="2"/>
              <a:buChar char=""/>
              <a:defRPr/>
            </a:pPr>
            <a:r>
              <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黑体" panose="02010609060101010101" pitchFamily="49" charset="-122"/>
              </a:rPr>
              <a:t>7、</a:t>
            </a:r>
            <a:r>
              <a:rPr kumimoji="0" lang="zh-CN" altLang="en-US" sz="2400" b="0" i="0" u="none" strike="noStrike" kern="1200" cap="none" spc="0" normalizeH="0" baseline="0" noProof="0" smtClean="0">
                <a:ln>
                  <a:noFill/>
                </a:ln>
                <a:solidFill>
                  <a:srgbClr val="000000"/>
                </a:solidFill>
                <a:effectLst>
                  <a:outerShdw blurRad="38100" dist="19050" dir="2700000" algn="tl" rotWithShape="0">
                    <a:srgbClr val="000000">
                      <a:alpha val="40000"/>
                    </a:srgbClr>
                  </a:outerShdw>
                </a:effectLst>
                <a:uLnTx/>
                <a:uFillTx/>
                <a:latin typeface="Arial" panose="020B0604020202020204" pitchFamily="34" charset="0"/>
                <a:ea typeface="黑体" panose="02010609060101010101" pitchFamily="49" charset="-122"/>
                <a:sym typeface="黑体" panose="02010609060101010101" pitchFamily="49" charset="-122"/>
              </a:rPr>
              <a:t>偶然故障率</a:t>
            </a:r>
            <a:endParaRPr kumimoji="0" lang="zh-CN" altLang="en-US" sz="2400" b="0" i="0" u="none" strike="noStrike" kern="1200" cap="none" spc="0" normalizeH="0" baseline="0" noProof="0" smtClean="0">
              <a:ln>
                <a:noFill/>
              </a:ln>
              <a:solidFill>
                <a:srgbClr val="000000"/>
              </a:solidFill>
              <a:effectLst>
                <a:outerShdw blurRad="38100" dist="19050" dir="2700000" algn="tl" rotWithShape="0">
                  <a:srgbClr val="000000">
                    <a:alpha val="40000"/>
                  </a:srgbClr>
                </a:outerShdw>
              </a:effectLst>
              <a:uLnTx/>
              <a:uFillTx/>
              <a:latin typeface="Arial" panose="020B0604020202020204" pitchFamily="34" charset="0"/>
              <a:ea typeface="黑体" panose="02010609060101010101" pitchFamily="49" charset="-122"/>
              <a:sym typeface="黑体" panose="02010609060101010101" pitchFamily="49" charset="-122"/>
            </a:endParaRPr>
          </a:p>
          <a:p>
            <a:pPr marL="0" marR="0" lvl="0" indent="0" algn="l" defTabSz="457200" rtl="0" eaLnBrk="1" fontAlgn="base" latinLnBrk="0" hangingPunct="1">
              <a:lnSpc>
                <a:spcPct val="130000"/>
              </a:lnSpc>
              <a:spcBef>
                <a:spcPts val="0"/>
              </a:spcBef>
              <a:spcAft>
                <a:spcPct val="0"/>
              </a:spcAft>
              <a:buClrTx/>
              <a:buSzTx/>
              <a:buFont typeface="Arial" panose="020B0604020202020204" pitchFamily="34" charset="0"/>
              <a:buNone/>
              <a:defRPr/>
            </a:pPr>
            <a:r>
              <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黑体" panose="02010609060101010101" pitchFamily="49" charset="-122"/>
              </a:rPr>
              <a:t>	交付四个月后，每1000h的故障数为单位，</a:t>
            </a:r>
            <a:endPar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黑体" panose="02010609060101010101" pitchFamily="49" charset="-122"/>
            </a:endParaRPr>
          </a:p>
          <a:p>
            <a:pPr marL="0" marR="0" lvl="0" indent="0" algn="l" defTabSz="457200" rtl="0" eaLnBrk="1" fontAlgn="base" latinLnBrk="0" hangingPunct="1">
              <a:lnSpc>
                <a:spcPct val="130000"/>
              </a:lnSpc>
              <a:spcBef>
                <a:spcPts val="0"/>
              </a:spcBef>
              <a:spcAft>
                <a:spcPct val="0"/>
              </a:spcAft>
              <a:buClrTx/>
              <a:buSzTx/>
              <a:buFont typeface="Arial" panose="020B0604020202020204" pitchFamily="34" charset="0"/>
              <a:buNone/>
              <a:defRPr/>
            </a:pPr>
            <a:r>
              <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黑体" panose="02010609060101010101" pitchFamily="49" charset="-122"/>
              </a:rPr>
              <a:t>	反映了于稳定状态下的软件质量</a:t>
            </a:r>
            <a:endPar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黑体" panose="02010609060101010101" pitchFamily="49" charset="-122"/>
            </a:endParaRPr>
          </a:p>
          <a:p>
            <a:pPr marL="306070" marR="0" lvl="0" indent="-306070" algn="l" defTabSz="457200" rtl="0" eaLnBrk="1" fontAlgn="base" latinLnBrk="0" hangingPunct="1">
              <a:lnSpc>
                <a:spcPct val="130000"/>
              </a:lnSpc>
              <a:spcBef>
                <a:spcPts val="0"/>
              </a:spcBef>
              <a:spcAft>
                <a:spcPct val="0"/>
              </a:spcAft>
              <a:buClr>
                <a:srgbClr val="FFBF2B"/>
              </a:buClr>
              <a:buSzTx/>
              <a:buFont typeface="Wingdings 2" panose="05020102010507070707" pitchFamily="18" charset="2"/>
              <a:buChar char=""/>
              <a:defRPr/>
            </a:pPr>
            <a:endPar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黑体" panose="02010609060101010101" pitchFamily="49" charset="-122"/>
            </a:endParaRPr>
          </a:p>
          <a:p>
            <a:pPr marL="306070" marR="0" lvl="0" indent="-306070" algn="l" defTabSz="457200" rtl="0" eaLnBrk="1" fontAlgn="base" latinLnBrk="0" hangingPunct="1">
              <a:lnSpc>
                <a:spcPct val="130000"/>
              </a:lnSpc>
              <a:spcBef>
                <a:spcPts val="0"/>
              </a:spcBef>
              <a:spcAft>
                <a:spcPct val="0"/>
              </a:spcAft>
              <a:buClr>
                <a:srgbClr val="FFBF2B"/>
              </a:buClr>
              <a:buSzTx/>
              <a:buFont typeface="Wingdings 2" panose="05020102010507070707" pitchFamily="18" charset="2"/>
              <a:buChar char=""/>
              <a:defRPr/>
            </a:pPr>
            <a:endPar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黑体" panose="02010609060101010101" pitchFamily="49" charset="-122"/>
            </a:endParaRPr>
          </a:p>
        </p:txBody>
      </p:sp>
    </p:spTree>
    <p:custDataLst>
      <p:tags r:id="rId3"/>
    </p:custDataLst>
  </p:cSld>
  <p:clrMapOvr>
    <a:masterClrMapping/>
  </p:clrMapOvr>
  <p:transition advTm="3000"/>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2"/>
          <p:cNvSpPr>
            <a:spLocks noGrp="1"/>
          </p:cNvSpPr>
          <p:nvPr>
            <p:custDataLst>
              <p:tags r:id="rId1"/>
            </p:custDataLst>
          </p:nvPr>
        </p:nvSpPr>
        <p:spPr>
          <a:xfrm>
            <a:off x="2160000" y="406800"/>
            <a:ext cx="9216000" cy="864000"/>
          </a:xfrm>
          <a:prstGeom prst="rect">
            <a:avLst/>
          </a:prstGeom>
          <a:noFill/>
          <a:ln>
            <a:noFill/>
          </a:ln>
        </p:spPr>
        <p:txBody>
          <a:bodyPr vert="horz" wrap="square" lIns="91440" tIns="45720" rIns="91440" bIns="45720" numCol="1" anchor="ctr" anchorCtr="0" compatLnSpc="1">
            <a:normAutofit/>
          </a:bodyPr>
          <a:lstStyle>
            <a:lvl1pPr algn="l" rtl="0" eaLnBrk="0" fontAlgn="base" hangingPunct="0">
              <a:spcBef>
                <a:spcPct val="0"/>
              </a:spcBef>
              <a:spcAft>
                <a:spcPct val="0"/>
              </a:spcAft>
              <a:defRPr sz="4000" b="1" kern="1200">
                <a:solidFill>
                  <a:srgbClr val="333399"/>
                </a:solidFill>
                <a:latin typeface="Arial" panose="020B0604020202020204" pitchFamily="34" charset="0"/>
                <a:ea typeface="黑体" panose="02010609060101010101" pitchFamily="49" charset="-122"/>
                <a:cs typeface="+mn-ea"/>
                <a:sym typeface="Arial" panose="020B0604020202020204" pitchFamily="34" charset="0"/>
              </a:defRPr>
            </a:lvl1pPr>
            <a:lvl2pPr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2pPr>
            <a:lvl3pPr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3pPr>
            <a:lvl4pPr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4pPr>
            <a:lvl5pPr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5pPr>
            <a:lvl6pPr marL="457200"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6pPr>
            <a:lvl7pPr marL="914400"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7pPr>
            <a:lvl8pPr marL="1371600"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8pPr>
            <a:lvl9pPr marL="1828800" algn="l" rtl="0" eaLnBrk="0" fontAlgn="base" hangingPunct="0">
              <a:spcBef>
                <a:spcPct val="0"/>
              </a:spcBef>
              <a:spcAft>
                <a:spcPct val="0"/>
              </a:spcAft>
              <a:defRPr sz="3600" b="1">
                <a:solidFill>
                  <a:srgbClr val="333399"/>
                </a:solidFill>
                <a:latin typeface="Arial" panose="020B0604020202020204" pitchFamily="34" charset="0"/>
                <a:ea typeface="黑体" panose="02010609060101010101" pitchFamily="49" charset="-122"/>
                <a:sym typeface="Arial" panose="020B0604020202020204" pitchFamily="34" charset="0"/>
              </a:defRPr>
            </a:lvl9pPr>
          </a:lstStyle>
          <a:p>
            <a:pPr marL="0" marR="0" lvl="0" indent="0" algn="l" defTabSz="457200" rtl="0" eaLnBrk="0" fontAlgn="base" latinLnBrk="0" hangingPunct="0">
              <a:lnSpc>
                <a:spcPct val="100000"/>
              </a:lnSpc>
              <a:spcBef>
                <a:spcPct val="0"/>
              </a:spcBef>
              <a:spcAft>
                <a:spcPct val="0"/>
              </a:spcAft>
              <a:buClrTx/>
              <a:buSzTx/>
              <a:buFontTx/>
              <a:buNone/>
              <a:defRPr/>
            </a:pPr>
            <a:r>
              <a:rPr kumimoji="0" lang="en-US" altLang="zh-CN" sz="4000" b="1" i="0" u="none" strike="noStrike" kern="1200" cap="none" spc="0" normalizeH="0" baseline="0" noProof="0" dirty="0">
                <a:ln>
                  <a:noFill/>
                </a:ln>
                <a:solidFill>
                  <a:srgbClr val="333399"/>
                </a:solidFill>
                <a:effectLst/>
                <a:uLnTx/>
                <a:uFillTx/>
                <a:latin typeface="Arial" panose="020B0604020202020204" pitchFamily="34" charset="0"/>
                <a:ea typeface="黑体" panose="02010609060101010101" pitchFamily="49" charset="-122"/>
                <a:sym typeface="Arial" panose="020B0604020202020204" pitchFamily="34" charset="0"/>
              </a:rPr>
              <a:t> </a:t>
            </a:r>
            <a:endParaRPr kumimoji="0" lang="en-US" altLang="zh-CN" sz="4000" b="1" i="0" u="none" strike="noStrike" kern="1200" cap="none" spc="0" normalizeH="0" baseline="0" noProof="0" dirty="0">
              <a:ln>
                <a:noFill/>
              </a:ln>
              <a:solidFill>
                <a:srgbClr val="333399"/>
              </a:solidFill>
              <a:effectLst/>
              <a:uLnTx/>
              <a:uFillTx/>
              <a:latin typeface="Arial" panose="020B0604020202020204" pitchFamily="34" charset="0"/>
              <a:ea typeface="黑体" panose="02010609060101010101" pitchFamily="49" charset="-122"/>
              <a:sym typeface="Arial" panose="020B0604020202020204" pitchFamily="34" charset="0"/>
            </a:endParaRPr>
          </a:p>
        </p:txBody>
      </p:sp>
      <p:sp>
        <p:nvSpPr>
          <p:cNvPr id="12291" name="Rectangle 2"/>
          <p:cNvSpPr>
            <a:spLocks noGrp="1" noChangeArrowheads="1"/>
          </p:cNvSpPr>
          <p:nvPr>
            <p:custDataLst>
              <p:tags r:id="rId2"/>
            </p:custDataLst>
          </p:nvPr>
        </p:nvSpPr>
        <p:spPr>
          <a:xfrm>
            <a:off x="912000" y="1699200"/>
            <a:ext cx="10464000" cy="4356000"/>
          </a:xfrm>
          <a:prstGeom prst="rect">
            <a:avLst/>
          </a:prstGeom>
          <a:noFill/>
          <a:ln>
            <a:noFill/>
          </a:ln>
        </p:spPr>
        <p:txBody>
          <a:bodyPr vert="horz" wrap="square" lIns="91440" tIns="45720" rIns="91440" bIns="45720" numCol="1" anchor="t" anchorCtr="0" compatLnSpc="1">
            <a:normAutofit/>
          </a:bodyPr>
          <a:lstStyle>
            <a:lvl1pPr marL="285750" indent="-285750" algn="l" rtl="0" eaLnBrk="0" fontAlgn="base" hangingPunct="0">
              <a:spcBef>
                <a:spcPts val="0"/>
              </a:spcBef>
              <a:spcAft>
                <a:spcPct val="0"/>
              </a:spcAft>
              <a:buFont typeface="Arial" panose="020B0604020202020204" pitchFamily="34" charset="0"/>
              <a:buChar char="•"/>
              <a:defRPr sz="2400" kern="1200">
                <a:solidFill>
                  <a:srgbClr val="808080"/>
                </a:solidFill>
                <a:latin typeface="Arial" panose="020B0604020202020204" pitchFamily="34" charset="0"/>
                <a:ea typeface="黑体" panose="02010609060101010101" pitchFamily="49" charset="-122"/>
                <a:cs typeface="+mn-ea"/>
                <a:sym typeface="Arial" panose="020B0604020202020204" pitchFamily="34" charset="0"/>
              </a:defRPr>
            </a:lvl1pPr>
            <a:lvl2pPr marL="742950" indent="-285750" algn="l" rtl="0" eaLnBrk="0" fontAlgn="base" hangingPunct="0">
              <a:spcBef>
                <a:spcPts val="0"/>
              </a:spcBef>
              <a:spcAft>
                <a:spcPct val="0"/>
              </a:spcAft>
              <a:buFont typeface="Arial" panose="020B0604020202020204" pitchFamily="34" charset="0"/>
              <a:buChar char="•"/>
              <a:defRPr sz="2000" kern="1200">
                <a:solidFill>
                  <a:srgbClr val="808080"/>
                </a:solidFill>
                <a:latin typeface="Arial" panose="020B0604020202020204" pitchFamily="34" charset="0"/>
                <a:ea typeface="黑体" panose="02010609060101010101" pitchFamily="49" charset="-122"/>
                <a:cs typeface="+mn-ea"/>
                <a:sym typeface="Arial" panose="020B0604020202020204" pitchFamily="34" charset="0"/>
              </a:defRPr>
            </a:lvl2pPr>
            <a:lvl3pPr marL="1200150" indent="-285750" algn="l" rtl="0" eaLnBrk="0" fontAlgn="base" hangingPunct="0">
              <a:spcBef>
                <a:spcPts val="0"/>
              </a:spcBef>
              <a:spcAft>
                <a:spcPct val="0"/>
              </a:spcAft>
              <a:buFont typeface="Arial" panose="020B0604020202020204" pitchFamily="34" charset="0"/>
              <a:buChar char="•"/>
              <a:defRPr sz="1800" kern="1200">
                <a:solidFill>
                  <a:srgbClr val="808080"/>
                </a:solidFill>
                <a:latin typeface="Arial" panose="020B0604020202020204" pitchFamily="34" charset="0"/>
                <a:ea typeface="黑体" panose="02010609060101010101" pitchFamily="49" charset="-122"/>
                <a:cs typeface="+mn-ea"/>
                <a:sym typeface="Arial" panose="020B0604020202020204" pitchFamily="34" charset="0"/>
              </a:defRPr>
            </a:lvl3pPr>
            <a:lvl4pPr marL="1657350" indent="-285750" algn="l" rtl="0" eaLnBrk="0" fontAlgn="base" hangingPunct="0">
              <a:spcBef>
                <a:spcPts val="0"/>
              </a:spcBef>
              <a:spcAft>
                <a:spcPct val="0"/>
              </a:spcAft>
              <a:buFont typeface="Arial" panose="020B0604020202020204" pitchFamily="34" charset="0"/>
              <a:buChar char="•"/>
              <a:defRPr sz="1800" kern="1200">
                <a:solidFill>
                  <a:srgbClr val="808080"/>
                </a:solidFill>
                <a:latin typeface="Arial" panose="020B0604020202020204" pitchFamily="34" charset="0"/>
                <a:ea typeface="黑体" panose="02010609060101010101" pitchFamily="49" charset="-122"/>
                <a:cs typeface="+mn-ea"/>
                <a:sym typeface="Arial" panose="020B0604020202020204" pitchFamily="34" charset="0"/>
              </a:defRPr>
            </a:lvl4pPr>
            <a:lvl5pPr marL="2114550" indent="-285750" algn="l" rtl="0" eaLnBrk="0" fontAlgn="base" hangingPunct="0">
              <a:spcBef>
                <a:spcPts val="0"/>
              </a:spcBef>
              <a:spcAft>
                <a:spcPct val="0"/>
              </a:spcAft>
              <a:buFont typeface="Arial" panose="020B0604020202020204" pitchFamily="34" charset="0"/>
              <a:buChar char="•"/>
              <a:defRPr sz="1800" kern="1200">
                <a:solidFill>
                  <a:srgbClr val="808080"/>
                </a:solidFill>
                <a:latin typeface="Arial" panose="020B0604020202020204" pitchFamily="34" charset="0"/>
                <a:ea typeface="黑体" panose="02010609060101010101" pitchFamily="49" charset="-122"/>
                <a:cs typeface="+mn-ea"/>
                <a:sym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黑体" panose="02010609060101010101" pitchFamily="49" charset="-122"/>
                <a:cs typeface="+mn-ea"/>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黑体" panose="02010609060101010101" pitchFamily="49" charset="-122"/>
                <a:cs typeface="+mn-ea"/>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黑体" panose="02010609060101010101" pitchFamily="49" charset="-122"/>
                <a:cs typeface="+mn-ea"/>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panose="020B0604020202020204" pitchFamily="34" charset="0"/>
                <a:ea typeface="黑体" panose="02010609060101010101" pitchFamily="49" charset="-122"/>
                <a:cs typeface="+mn-ea"/>
              </a:defRPr>
            </a:lvl9pPr>
          </a:lstStyle>
          <a:p>
            <a:pPr marL="306070" marR="0" lvl="0" indent="-306070" algn="l" defTabSz="457200" rtl="0" eaLnBrk="1" fontAlgn="base" latinLnBrk="0" hangingPunct="1">
              <a:lnSpc>
                <a:spcPct val="130000"/>
              </a:lnSpc>
              <a:spcBef>
                <a:spcPts val="0"/>
              </a:spcBef>
              <a:spcAft>
                <a:spcPct val="0"/>
              </a:spcAft>
              <a:buClr>
                <a:srgbClr val="FFBF2B"/>
              </a:buClr>
              <a:buSzTx/>
              <a:buFont typeface="Wingdings 2" panose="05020102010507070707" pitchFamily="18" charset="2"/>
              <a:buChar char=""/>
              <a:defRPr/>
            </a:pPr>
            <a:r>
              <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rPr>
              <a:t>8、</a:t>
            </a:r>
            <a:r>
              <a:rPr kumimoji="0" lang="zh-CN" altLang="en-US" sz="2400" b="0" i="0" u="none" strike="noStrike" kern="1200" cap="none" spc="0" normalizeH="0" baseline="0" noProof="0" smtClean="0">
                <a:ln>
                  <a:noFill/>
                </a:ln>
                <a:solidFill>
                  <a:srgbClr val="000000"/>
                </a:solidFill>
                <a:effectLst>
                  <a:outerShdw blurRad="38100" dist="19050" dir="2700000" algn="tl" rotWithShape="0">
                    <a:srgbClr val="000000">
                      <a:alpha val="40000"/>
                    </a:srgbClr>
                  </a:outerShdw>
                </a:effectLst>
                <a:uLnTx/>
                <a:uFillTx/>
                <a:latin typeface="Arial" panose="020B0604020202020204" pitchFamily="34" charset="0"/>
                <a:ea typeface="黑体" panose="02010609060101010101" pitchFamily="49" charset="-122"/>
                <a:sym typeface="黑体" panose="02010609060101010101" pitchFamily="49" charset="-122"/>
              </a:rPr>
              <a:t>使用方误用率</a:t>
            </a:r>
            <a:endParaRPr kumimoji="0" lang="zh-CN" altLang="en-US" sz="2400" b="0" i="0" u="none" strike="noStrike" kern="1200" cap="none" spc="0" normalizeH="0" baseline="0" noProof="0" smtClean="0">
              <a:ln>
                <a:noFill/>
              </a:ln>
              <a:solidFill>
                <a:srgbClr val="000000"/>
              </a:solidFill>
              <a:effectLst>
                <a:outerShdw blurRad="38100" dist="19050" dir="2700000" algn="tl" rotWithShape="0">
                  <a:srgbClr val="000000">
                    <a:alpha val="40000"/>
                  </a:srgbClr>
                </a:outerShdw>
              </a:effectLst>
              <a:uLnTx/>
              <a:uFillTx/>
              <a:latin typeface="Arial" panose="020B0604020202020204" pitchFamily="34" charset="0"/>
              <a:ea typeface="黑体" panose="02010609060101010101" pitchFamily="49" charset="-122"/>
              <a:sym typeface="黑体" panose="02010609060101010101" pitchFamily="49" charset="-122"/>
            </a:endParaRPr>
          </a:p>
          <a:p>
            <a:pPr marL="0" marR="0" lvl="0" indent="0" algn="l" defTabSz="457200" rtl="0" eaLnBrk="1" fontAlgn="base" latinLnBrk="0" hangingPunct="1">
              <a:lnSpc>
                <a:spcPct val="130000"/>
              </a:lnSpc>
              <a:spcBef>
                <a:spcPts val="0"/>
              </a:spcBef>
              <a:spcAft>
                <a:spcPct val="0"/>
              </a:spcAft>
              <a:buClrTx/>
              <a:buSzTx/>
              <a:buFont typeface="Arial" panose="020B0604020202020204" pitchFamily="34" charset="0"/>
              <a:buNone/>
              <a:defRPr/>
            </a:pPr>
            <a:r>
              <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rPr>
              <a:t>	使用方不按照软件规范及说明等文件使用造成的错误。</a:t>
            </a:r>
            <a:endPar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endParaRPr>
          </a:p>
          <a:p>
            <a:pPr marL="0" marR="0" lvl="0" indent="0" algn="l" defTabSz="457200" rtl="0" eaLnBrk="1" fontAlgn="base" latinLnBrk="0" hangingPunct="1">
              <a:lnSpc>
                <a:spcPct val="130000"/>
              </a:lnSpc>
              <a:spcBef>
                <a:spcPts val="0"/>
              </a:spcBef>
              <a:spcAft>
                <a:spcPct val="0"/>
              </a:spcAft>
              <a:buClrTx/>
              <a:buSzTx/>
              <a:buFont typeface="Arial" panose="020B0604020202020204" pitchFamily="34" charset="0"/>
              <a:buNone/>
              <a:defRPr/>
            </a:pPr>
            <a:r>
              <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rPr>
              <a:t>	生产方有责任及时调查使用方误用原因，并加以改正</a:t>
            </a:r>
            <a:endPar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endParaRPr>
          </a:p>
          <a:p>
            <a:pPr marL="306070" marR="0" lvl="0" indent="-306070" algn="l" defTabSz="457200" rtl="0" eaLnBrk="1" fontAlgn="base" latinLnBrk="0" hangingPunct="1">
              <a:lnSpc>
                <a:spcPct val="130000"/>
              </a:lnSpc>
              <a:spcBef>
                <a:spcPts val="0"/>
              </a:spcBef>
              <a:spcAft>
                <a:spcPct val="0"/>
              </a:spcAft>
              <a:buClr>
                <a:srgbClr val="FFBF2B"/>
              </a:buClr>
              <a:buSzTx/>
              <a:buFont typeface="Wingdings 2" panose="05020102010507070707" pitchFamily="18" charset="2"/>
              <a:buChar char=""/>
              <a:defRPr/>
            </a:pPr>
            <a:endPar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endParaRPr>
          </a:p>
          <a:p>
            <a:pPr marL="306070" marR="0" lvl="0" indent="-306070" algn="l" defTabSz="457200" rtl="0" eaLnBrk="1" fontAlgn="base" latinLnBrk="0" hangingPunct="1">
              <a:lnSpc>
                <a:spcPct val="130000"/>
              </a:lnSpc>
              <a:spcBef>
                <a:spcPts val="0"/>
              </a:spcBef>
              <a:spcAft>
                <a:spcPct val="0"/>
              </a:spcAft>
              <a:buClr>
                <a:srgbClr val="FFBF2B"/>
              </a:buClr>
              <a:buSzTx/>
              <a:buFont typeface="Wingdings 2" panose="05020102010507070707" pitchFamily="18" charset="2"/>
              <a:buChar char=""/>
              <a:defRPr/>
            </a:pPr>
            <a:r>
              <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rPr>
              <a:t>9、</a:t>
            </a:r>
            <a:r>
              <a:rPr kumimoji="0" lang="zh-CN" altLang="en-US" sz="2400" b="0" i="0" u="none" strike="noStrike" kern="1200" cap="none" spc="0" normalizeH="0" baseline="0" noProof="0" smtClean="0">
                <a:ln>
                  <a:noFill/>
                </a:ln>
                <a:solidFill>
                  <a:srgbClr val="000000"/>
                </a:solidFill>
                <a:effectLst>
                  <a:outerShdw blurRad="38100" dist="19050" dir="2700000" algn="tl" rotWithShape="0">
                    <a:srgbClr val="000000">
                      <a:alpha val="40000"/>
                    </a:srgbClr>
                  </a:outerShdw>
                </a:effectLst>
                <a:uLnTx/>
                <a:uFillTx/>
                <a:latin typeface="Arial" panose="020B0604020202020204" pitchFamily="34" charset="0"/>
                <a:ea typeface="黑体" panose="02010609060101010101" pitchFamily="49" charset="-122"/>
                <a:sym typeface="Arial" panose="020B0604020202020204" pitchFamily="34" charset="0"/>
              </a:rPr>
              <a:t>用户提出补充要求数</a:t>
            </a:r>
            <a:endParaRPr kumimoji="0" lang="zh-CN" altLang="en-US" sz="2400" b="0" i="0" u="none" strike="noStrike" kern="1200" cap="none" spc="0" normalizeH="0" baseline="0" noProof="0" smtClean="0">
              <a:ln>
                <a:noFill/>
              </a:ln>
              <a:solidFill>
                <a:srgbClr val="000000"/>
              </a:solidFill>
              <a:effectLst>
                <a:outerShdw blurRad="38100" dist="19050" dir="2700000" algn="tl" rotWithShape="0">
                  <a:srgbClr val="000000">
                    <a:alpha val="40000"/>
                  </a:srgbClr>
                </a:outerShdw>
              </a:effectLst>
              <a:uLnTx/>
              <a:uFillTx/>
              <a:latin typeface="Arial" panose="020B0604020202020204" pitchFamily="34" charset="0"/>
              <a:ea typeface="黑体" panose="02010609060101010101" pitchFamily="49" charset="-122"/>
              <a:sym typeface="Arial" panose="020B0604020202020204" pitchFamily="34" charset="0"/>
            </a:endParaRPr>
          </a:p>
          <a:p>
            <a:pPr marL="306070" marR="0" lvl="0" indent="-306070" algn="l" defTabSz="457200" rtl="0" eaLnBrk="1" fontAlgn="base" latinLnBrk="0" hangingPunct="1">
              <a:lnSpc>
                <a:spcPct val="130000"/>
              </a:lnSpc>
              <a:spcBef>
                <a:spcPts val="0"/>
              </a:spcBef>
              <a:spcAft>
                <a:spcPct val="0"/>
              </a:spcAft>
              <a:buClr>
                <a:srgbClr val="FFBF2B"/>
              </a:buClr>
              <a:buSzTx/>
              <a:buFont typeface="Wingdings 2" panose="05020102010507070707" pitchFamily="18" charset="2"/>
              <a:buChar char=""/>
              <a:defRPr/>
            </a:pPr>
            <a:endPar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endParaRPr>
          </a:p>
          <a:p>
            <a:pPr marL="306070" marR="0" lvl="0" indent="-306070" algn="l" defTabSz="457200" rtl="0" eaLnBrk="1" fontAlgn="base" latinLnBrk="0" hangingPunct="1">
              <a:lnSpc>
                <a:spcPct val="130000"/>
              </a:lnSpc>
              <a:spcBef>
                <a:spcPts val="0"/>
              </a:spcBef>
              <a:spcAft>
                <a:spcPct val="0"/>
              </a:spcAft>
              <a:buClr>
                <a:srgbClr val="FFBF2B"/>
              </a:buClr>
              <a:buSzTx/>
              <a:buFont typeface="Wingdings 2" panose="05020102010507070707" pitchFamily="18" charset="2"/>
              <a:buChar char=""/>
              <a:defRPr/>
            </a:pPr>
            <a:r>
              <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rPr>
              <a:t>10、</a:t>
            </a:r>
            <a:r>
              <a:rPr kumimoji="0" lang="zh-CN" altLang="en-US" sz="2400" b="0" i="0" u="none" strike="noStrike" kern="1200" cap="none" spc="0" normalizeH="0" baseline="0" noProof="0" smtClean="0">
                <a:ln>
                  <a:noFill/>
                </a:ln>
                <a:solidFill>
                  <a:srgbClr val="000000"/>
                </a:solidFill>
                <a:effectLst>
                  <a:outerShdw blurRad="38100" dist="19050" dir="2700000" algn="tl" rotWithShape="0">
                    <a:srgbClr val="000000">
                      <a:alpha val="40000"/>
                    </a:srgbClr>
                  </a:outerShdw>
                </a:effectLst>
                <a:uLnTx/>
                <a:uFillTx/>
                <a:latin typeface="Arial" panose="020B0604020202020204" pitchFamily="34" charset="0"/>
                <a:ea typeface="黑体" panose="02010609060101010101" pitchFamily="49" charset="-122"/>
                <a:sym typeface="Arial" panose="020B0604020202020204" pitchFamily="34" charset="0"/>
              </a:rPr>
              <a:t>处理能力</a:t>
            </a:r>
            <a:endParaRPr kumimoji="0" lang="zh-CN" altLang="en-US" sz="2400" b="0" i="0" u="none" strike="noStrike" kern="1200" cap="none" spc="0" normalizeH="0" baseline="0" noProof="0" smtClean="0">
              <a:ln>
                <a:noFill/>
              </a:ln>
              <a:solidFill>
                <a:srgbClr val="000000"/>
              </a:solidFill>
              <a:effectLst>
                <a:outerShdw blurRad="38100" dist="19050" dir="2700000" algn="tl" rotWithShape="0">
                  <a:srgbClr val="000000">
                    <a:alpha val="40000"/>
                  </a:srgbClr>
                </a:outerShdw>
              </a:effectLst>
              <a:uLnTx/>
              <a:uFillTx/>
              <a:latin typeface="Arial" panose="020B0604020202020204" pitchFamily="34" charset="0"/>
              <a:ea typeface="黑体" panose="02010609060101010101" pitchFamily="49" charset="-122"/>
              <a:sym typeface="Arial" panose="020B0604020202020204" pitchFamily="34" charset="0"/>
            </a:endParaRPr>
          </a:p>
          <a:p>
            <a:pPr marL="0" marR="0" lvl="0" indent="0" algn="l" defTabSz="457200" rtl="0" eaLnBrk="1" fontAlgn="base" latinLnBrk="0" hangingPunct="1">
              <a:lnSpc>
                <a:spcPct val="130000"/>
              </a:lnSpc>
              <a:spcBef>
                <a:spcPts val="0"/>
              </a:spcBef>
              <a:spcAft>
                <a:spcPct val="0"/>
              </a:spcAft>
              <a:buClrTx/>
              <a:buSzTx/>
              <a:buFont typeface="Arial" panose="020B0604020202020204" pitchFamily="34" charset="0"/>
              <a:buNone/>
              <a:defRPr/>
            </a:pPr>
            <a:r>
              <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rPr>
              <a:t>	在评价软件及系统的经济效益时需用这项指标</a:t>
            </a:r>
            <a:endParaRPr kumimoji="0" lang="zh-CN" altLang="en-US" sz="2400" b="0" i="0" u="none" strike="noStrike" kern="1200" cap="none" spc="0" normalizeH="0" baseline="0" noProof="0" smtClean="0">
              <a:ln>
                <a:noFill/>
              </a:ln>
              <a:solidFill>
                <a:srgbClr val="808080"/>
              </a:solidFill>
              <a:effectLst/>
              <a:uLnTx/>
              <a:uFillTx/>
              <a:latin typeface="Arial" panose="020B0604020202020204" pitchFamily="34" charset="0"/>
              <a:ea typeface="黑体" panose="02010609060101010101" pitchFamily="49" charset="-122"/>
              <a:sym typeface="Arial" panose="020B0604020202020204" pitchFamily="34" charset="0"/>
            </a:endParaRPr>
          </a:p>
        </p:txBody>
      </p:sp>
    </p:spTree>
    <p:custDataLst>
      <p:tags r:id="rId3"/>
    </p:custDataLst>
  </p:cSld>
  <p:clrMapOvr>
    <a:masterClrMapping/>
  </p:clrMapOvr>
  <p:transition advTm="3000"/>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软件可靠性模型</a:t>
            </a:r>
            <a:endParaRPr kumimoji="1" lang="zh-CN" altLang="en-US" dirty="0"/>
          </a:p>
        </p:txBody>
      </p:sp>
      <p:sp>
        <p:nvSpPr>
          <p:cNvPr id="3" name="竖排文字占位符 2"/>
          <p:cNvSpPr>
            <a:spLocks noGrp="1"/>
          </p:cNvSpPr>
          <p:nvPr>
            <p:ph type="body" orient="vert" idx="1"/>
          </p:nvPr>
        </p:nvSpPr>
        <p:spPr>
          <a:xfrm>
            <a:off x="1069848" y="2121408"/>
            <a:ext cx="10058400" cy="1636553"/>
          </a:xfrm>
        </p:spPr>
        <p:txBody>
          <a:bodyPr vert="horz" lIns="90000" anchor="t" anchorCtr="0"/>
          <a:lstStyle/>
          <a:p>
            <a:r>
              <a:rPr kumimoji="1" lang="zh-CN" altLang="en-US" dirty="0"/>
              <a:t>为了对软件可靠性进行评估，除了进行软件测试外，还要借助软件可靠性模型的帮助。</a:t>
            </a:r>
            <a:endParaRPr kumimoji="1" lang="en-US" altLang="zh-CN" dirty="0"/>
          </a:p>
          <a:p>
            <a:r>
              <a:rPr kumimoji="1" lang="zh-CN" altLang="en-US" dirty="0"/>
              <a:t>软件可靠性模型指为</a:t>
            </a:r>
            <a:r>
              <a:rPr kumimoji="1" lang="zh-CN" altLang="en-US" dirty="0">
                <a:solidFill>
                  <a:srgbClr val="FF0000"/>
                </a:solidFill>
              </a:rPr>
              <a:t>预计</a:t>
            </a:r>
            <a:r>
              <a:rPr kumimoji="1" lang="zh-CN" altLang="en-US" dirty="0"/>
              <a:t>或</a:t>
            </a:r>
            <a:r>
              <a:rPr kumimoji="1" lang="zh-CN" altLang="en-US" dirty="0">
                <a:solidFill>
                  <a:srgbClr val="FF0000"/>
                </a:solidFill>
              </a:rPr>
              <a:t>估算</a:t>
            </a:r>
            <a:r>
              <a:rPr kumimoji="1" lang="zh-CN" altLang="en-US" dirty="0"/>
              <a:t>软件的可靠性所建立的</a:t>
            </a:r>
            <a:r>
              <a:rPr kumimoji="1" lang="zh-CN" altLang="en-US" dirty="0">
                <a:solidFill>
                  <a:srgbClr val="FF0000"/>
                </a:solidFill>
              </a:rPr>
              <a:t>可靠性框图</a:t>
            </a:r>
            <a:r>
              <a:rPr kumimoji="1" lang="zh-CN" altLang="en-US" dirty="0"/>
              <a:t>和</a:t>
            </a:r>
            <a:r>
              <a:rPr kumimoji="1" lang="zh-CN" altLang="en-US" dirty="0">
                <a:solidFill>
                  <a:srgbClr val="FF0000"/>
                </a:solidFill>
              </a:rPr>
              <a:t>数据模型</a:t>
            </a:r>
            <a:r>
              <a:rPr kumimoji="1" lang="zh-CN" altLang="en-US" dirty="0"/>
              <a:t>。</a:t>
            </a:r>
            <a:endParaRPr kumimoji="1" lang="en-US" altLang="zh-CN" dirty="0"/>
          </a:p>
          <a:p>
            <a:r>
              <a:rPr kumimoji="1" lang="zh-CN" altLang="en-US" dirty="0"/>
              <a:t>建立可靠性模型可以将复杂系统</a:t>
            </a:r>
            <a:r>
              <a:rPr kumimoji="1" lang="zh-CN" altLang="en-US" dirty="0">
                <a:solidFill>
                  <a:srgbClr val="FF0000"/>
                </a:solidFill>
              </a:rPr>
              <a:t>逐级分解</a:t>
            </a:r>
            <a:r>
              <a:rPr kumimoji="1" lang="zh-CN" altLang="en-US" dirty="0"/>
              <a:t>为简单系统的可靠性，以便于</a:t>
            </a:r>
            <a:r>
              <a:rPr kumimoji="1" lang="zh-CN" altLang="en-US" dirty="0">
                <a:solidFill>
                  <a:srgbClr val="FF0000"/>
                </a:solidFill>
              </a:rPr>
              <a:t>定量预计</a:t>
            </a:r>
            <a:r>
              <a:rPr kumimoji="1" lang="zh-CN" altLang="en-US" dirty="0"/>
              <a:t>、</a:t>
            </a:r>
            <a:r>
              <a:rPr kumimoji="1" lang="zh-CN" altLang="en-US" dirty="0">
                <a:solidFill>
                  <a:srgbClr val="FF0000"/>
                </a:solidFill>
              </a:rPr>
              <a:t>分配</a:t>
            </a:r>
            <a:r>
              <a:rPr kumimoji="1" lang="zh-CN" altLang="en-US" dirty="0"/>
              <a:t>、</a:t>
            </a:r>
            <a:r>
              <a:rPr kumimoji="1" lang="zh-CN" altLang="en-US" dirty="0">
                <a:solidFill>
                  <a:srgbClr val="FF0000"/>
                </a:solidFill>
              </a:rPr>
              <a:t>估算</a:t>
            </a:r>
            <a:r>
              <a:rPr kumimoji="1" lang="zh-CN" altLang="en-US" dirty="0"/>
              <a:t>和</a:t>
            </a:r>
            <a:r>
              <a:rPr kumimoji="1" lang="zh-CN" altLang="en-US" dirty="0">
                <a:solidFill>
                  <a:srgbClr val="FF0000"/>
                </a:solidFill>
              </a:rPr>
              <a:t>评价</a:t>
            </a:r>
            <a:r>
              <a:rPr kumimoji="1" lang="zh-CN" altLang="en-US" dirty="0"/>
              <a:t>复杂系统的可靠性。</a:t>
            </a:r>
            <a:endParaRPr kumimoji="1" lang="en-US" altLang="zh-CN" dirty="0"/>
          </a:p>
        </p:txBody>
      </p:sp>
      <p:pic>
        <p:nvPicPr>
          <p:cNvPr id="5" name="图片 4"/>
          <p:cNvPicPr>
            <a:picLocks noChangeAspect="1"/>
          </p:cNvPicPr>
          <p:nvPr/>
        </p:nvPicPr>
        <p:blipFill>
          <a:blip r:embed="rId1" cstate="hqprint">
            <a:extLst>
              <a:ext uri="{28A0092B-C50C-407E-A947-70E740481C1C}">
                <a14:useLocalDpi xmlns:a14="http://schemas.microsoft.com/office/drawing/2010/main" val="0"/>
              </a:ext>
            </a:extLst>
          </a:blip>
          <a:stretch>
            <a:fillRect/>
          </a:stretch>
        </p:blipFill>
        <p:spPr>
          <a:xfrm>
            <a:off x="4735242" y="3601432"/>
            <a:ext cx="1029939" cy="811340"/>
          </a:xfrm>
          <a:prstGeom prst="rect">
            <a:avLst/>
          </a:prstGeom>
        </p:spPr>
      </p:pic>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7068" y="5067583"/>
            <a:ext cx="845634" cy="822144"/>
          </a:xfrm>
          <a:prstGeom prst="rect">
            <a:avLst/>
          </a:prstGeom>
        </p:spPr>
      </p:pic>
      <p:pic>
        <p:nvPicPr>
          <p:cNvPr id="9" name="图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51403" y="5067583"/>
            <a:ext cx="954508" cy="826739"/>
          </a:xfrm>
          <a:prstGeom prst="rect">
            <a:avLst/>
          </a:prstGeom>
        </p:spPr>
      </p:pic>
      <p:pic>
        <p:nvPicPr>
          <p:cNvPr id="13" name="图片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34611" y="5067583"/>
            <a:ext cx="855363" cy="822144"/>
          </a:xfrm>
          <a:prstGeom prst="rect">
            <a:avLst/>
          </a:prstGeom>
        </p:spPr>
      </p:pic>
      <p:pic>
        <p:nvPicPr>
          <p:cNvPr id="15" name="图片 1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18674" y="4990313"/>
            <a:ext cx="899414" cy="899414"/>
          </a:xfrm>
          <a:prstGeom prst="rect">
            <a:avLst/>
          </a:prstGeom>
        </p:spPr>
      </p:pic>
      <p:cxnSp>
        <p:nvCxnSpPr>
          <p:cNvPr id="17" name="直线箭头连接符 16"/>
          <p:cNvCxnSpPr>
            <a:stCxn id="5" idx="2"/>
            <a:endCxn id="7" idx="0"/>
          </p:cNvCxnSpPr>
          <p:nvPr/>
        </p:nvCxnSpPr>
        <p:spPr>
          <a:xfrm flipH="1">
            <a:off x="2799885" y="4412772"/>
            <a:ext cx="2450327" cy="6548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直线箭头连接符 18"/>
          <p:cNvCxnSpPr>
            <a:stCxn id="5" idx="2"/>
            <a:endCxn id="9" idx="0"/>
          </p:cNvCxnSpPr>
          <p:nvPr/>
        </p:nvCxnSpPr>
        <p:spPr>
          <a:xfrm flipH="1">
            <a:off x="4428657" y="4412772"/>
            <a:ext cx="821555" cy="6548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直线箭头连接符 20"/>
          <p:cNvCxnSpPr>
            <a:stCxn id="5" idx="2"/>
            <a:endCxn id="13" idx="0"/>
          </p:cNvCxnSpPr>
          <p:nvPr/>
        </p:nvCxnSpPr>
        <p:spPr>
          <a:xfrm>
            <a:off x="5250212" y="4412772"/>
            <a:ext cx="812081" cy="6548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直线箭头连接符 22"/>
          <p:cNvCxnSpPr>
            <a:stCxn id="5" idx="2"/>
            <a:endCxn id="15" idx="0"/>
          </p:cNvCxnSpPr>
          <p:nvPr/>
        </p:nvCxnSpPr>
        <p:spPr>
          <a:xfrm>
            <a:off x="5250212" y="4412772"/>
            <a:ext cx="2418169" cy="57754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27" name="图片 26"/>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2558444" y="6011029"/>
            <a:ext cx="482882" cy="482882"/>
          </a:xfrm>
          <a:prstGeom prst="rect">
            <a:avLst/>
          </a:prstGeom>
        </p:spPr>
      </p:pic>
      <p:pic>
        <p:nvPicPr>
          <p:cNvPr id="28" name="图片 27"/>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4187216" y="6011029"/>
            <a:ext cx="482882" cy="482882"/>
          </a:xfrm>
          <a:prstGeom prst="rect">
            <a:avLst/>
          </a:prstGeom>
        </p:spPr>
      </p:pic>
      <p:pic>
        <p:nvPicPr>
          <p:cNvPr id="29" name="图片 28"/>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5795678" y="5982049"/>
            <a:ext cx="482882" cy="482882"/>
          </a:xfrm>
          <a:prstGeom prst="rect">
            <a:avLst/>
          </a:prstGeom>
        </p:spPr>
      </p:pic>
      <p:pic>
        <p:nvPicPr>
          <p:cNvPr id="30" name="图片 29"/>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7404140" y="6011029"/>
            <a:ext cx="482882" cy="482882"/>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软件可靠性模型</a:t>
            </a:r>
            <a:r>
              <a:rPr kumimoji="1" lang="en-US" altLang="zh-CN" dirty="0"/>
              <a:t>——</a:t>
            </a:r>
            <a:r>
              <a:rPr kumimoji="1" lang="zh-CN" altLang="en-US" dirty="0"/>
              <a:t>模型标准</a:t>
            </a:r>
            <a:endParaRPr kumimoji="1" lang="zh-CN" altLang="en-US" dirty="0"/>
          </a:p>
        </p:txBody>
      </p:sp>
      <p:sp>
        <p:nvSpPr>
          <p:cNvPr id="3" name="竖排文字占位符 2"/>
          <p:cNvSpPr>
            <a:spLocks noGrp="1"/>
          </p:cNvSpPr>
          <p:nvPr>
            <p:ph type="body" orient="vert" idx="1"/>
          </p:nvPr>
        </p:nvSpPr>
        <p:spPr>
          <a:xfrm>
            <a:off x="1069848" y="2121408"/>
            <a:ext cx="10058400" cy="4223636"/>
          </a:xfrm>
        </p:spPr>
        <p:txBody>
          <a:bodyPr vert="horz" lIns="90000" anchor="t" anchorCtr="0"/>
          <a:lstStyle/>
          <a:p>
            <a:r>
              <a:rPr kumimoji="1" lang="zh-CN" altLang="en-US" dirty="0"/>
              <a:t>模型的假设对</a:t>
            </a:r>
            <a:r>
              <a:rPr kumimoji="1" lang="zh-CN" altLang="en-US" dirty="0">
                <a:solidFill>
                  <a:srgbClr val="FF0000"/>
                </a:solidFill>
              </a:rPr>
              <a:t>实际项目</a:t>
            </a:r>
            <a:r>
              <a:rPr kumimoji="1" lang="zh-CN" altLang="en-US" dirty="0"/>
              <a:t>应该是</a:t>
            </a:r>
            <a:r>
              <a:rPr kumimoji="1" lang="zh-CN" altLang="en-US" dirty="0">
                <a:solidFill>
                  <a:srgbClr val="FF0000"/>
                </a:solidFill>
              </a:rPr>
              <a:t>正确</a:t>
            </a:r>
            <a:r>
              <a:rPr kumimoji="1" lang="zh-CN" altLang="en-US" dirty="0"/>
              <a:t>的或</a:t>
            </a:r>
            <a:r>
              <a:rPr kumimoji="1" lang="zh-CN" altLang="en-US" dirty="0">
                <a:solidFill>
                  <a:srgbClr val="FF0000"/>
                </a:solidFill>
              </a:rPr>
              <a:t>接近</a:t>
            </a:r>
            <a:r>
              <a:rPr kumimoji="1" lang="zh-CN" altLang="en-US" dirty="0"/>
              <a:t>的，在</a:t>
            </a:r>
            <a:r>
              <a:rPr kumimoji="1" lang="zh-CN" altLang="en-US" dirty="0">
                <a:solidFill>
                  <a:srgbClr val="FF0000"/>
                </a:solidFill>
              </a:rPr>
              <a:t>实际应用</a:t>
            </a:r>
            <a:r>
              <a:rPr kumimoji="1" lang="zh-CN" altLang="en-US" dirty="0"/>
              <a:t>中应该是</a:t>
            </a:r>
            <a:r>
              <a:rPr kumimoji="1" lang="zh-CN" altLang="en-US" dirty="0">
                <a:solidFill>
                  <a:srgbClr val="FF0000"/>
                </a:solidFill>
              </a:rPr>
              <a:t>可行</a:t>
            </a:r>
            <a:r>
              <a:rPr kumimoji="1" lang="zh-CN" altLang="en-US" dirty="0"/>
              <a:t>的、</a:t>
            </a:r>
            <a:r>
              <a:rPr kumimoji="1" lang="zh-CN" altLang="en-US" dirty="0">
                <a:solidFill>
                  <a:srgbClr val="FF0000"/>
                </a:solidFill>
              </a:rPr>
              <a:t>有效</a:t>
            </a:r>
            <a:r>
              <a:rPr kumimoji="1" lang="zh-CN" altLang="en-US" dirty="0"/>
              <a:t>的。</a:t>
            </a:r>
            <a:endParaRPr kumimoji="1" lang="en-US" altLang="zh-CN" dirty="0"/>
          </a:p>
          <a:p>
            <a:r>
              <a:rPr kumimoji="1" lang="zh-CN" altLang="en-US" dirty="0"/>
              <a:t>模型应该是</a:t>
            </a:r>
            <a:r>
              <a:rPr kumimoji="1" lang="zh-CN" altLang="en-US" dirty="0">
                <a:solidFill>
                  <a:srgbClr val="FF0000"/>
                </a:solidFill>
              </a:rPr>
              <a:t>容易执行</a:t>
            </a:r>
            <a:r>
              <a:rPr kumimoji="1" lang="zh-CN" altLang="en-US" dirty="0"/>
              <a:t>的，并且资源开销较小。</a:t>
            </a:r>
            <a:endParaRPr kumimoji="1" lang="en-US" altLang="zh-CN" dirty="0"/>
          </a:p>
          <a:p>
            <a:endParaRPr kumimoji="1" lang="en-US" altLang="zh-CN" dirty="0"/>
          </a:p>
          <a:p>
            <a:r>
              <a:rPr kumimoji="1" lang="zh-CN" altLang="en-US" dirty="0"/>
              <a:t>具有代表性的模型：</a:t>
            </a:r>
            <a:endParaRPr kumimoji="1" lang="en-US" altLang="zh-CN" dirty="0"/>
          </a:p>
          <a:p>
            <a:r>
              <a:rPr kumimoji="1" lang="en-US" altLang="zh-CN" dirty="0"/>
              <a:t>Musa</a:t>
            </a:r>
            <a:r>
              <a:rPr kumimoji="1" lang="zh-CN" altLang="en-US" dirty="0"/>
              <a:t>模型，包括基本模型和对数模型</a:t>
            </a:r>
            <a:endParaRPr kumimoji="1" lang="en-US" altLang="zh-CN" dirty="0"/>
          </a:p>
          <a:p>
            <a:r>
              <a:rPr kumimoji="1" lang="en-US" altLang="zh-CN" dirty="0" err="1"/>
              <a:t>Shooman</a:t>
            </a:r>
            <a:r>
              <a:rPr kumimoji="1" lang="zh-CN" altLang="en-US" dirty="0"/>
              <a:t>模型</a:t>
            </a:r>
            <a:endParaRPr kumimoji="1" lang="en-US" altLang="zh-CN" dirty="0"/>
          </a:p>
          <a:p>
            <a:r>
              <a:rPr kumimoji="1" lang="en-US" altLang="zh-CN" dirty="0" err="1"/>
              <a:t>Goel-Okumoto</a:t>
            </a:r>
            <a:r>
              <a:rPr kumimoji="1" lang="zh-CN" altLang="en-US" dirty="0"/>
              <a:t>模型</a:t>
            </a:r>
            <a:endParaRPr kumimoji="1" lang="en-US" altLang="zh-CN" dirty="0"/>
          </a:p>
          <a:p>
            <a:r>
              <a:rPr kumimoji="1" lang="zh-CN" altLang="en-US" dirty="0"/>
              <a:t>测试成功模型</a:t>
            </a:r>
            <a:endParaRPr kumimoji="1" lang="en-US" altLang="zh-CN" dirty="0"/>
          </a:p>
          <a:p>
            <a:r>
              <a:rPr kumimoji="1" lang="zh-CN" altLang="en-US" dirty="0"/>
              <a:t>威布尔模型</a:t>
            </a:r>
            <a:endParaRPr kumimoji="1" lang="en-US" altLang="zh-CN"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软件可靠性模型</a:t>
            </a:r>
            <a:r>
              <a:rPr kumimoji="1" lang="en-US" altLang="zh-CN" dirty="0"/>
              <a:t>——</a:t>
            </a:r>
            <a:r>
              <a:rPr kumimoji="1" lang="zh-CN" altLang="en-US" dirty="0"/>
              <a:t>模型建立</a:t>
            </a:r>
            <a:endParaRPr kumimoji="1" lang="zh-CN" altLang="en-US" dirty="0"/>
          </a:p>
        </p:txBody>
      </p:sp>
      <p:sp>
        <p:nvSpPr>
          <p:cNvPr id="3" name="竖排文字占位符 2"/>
          <p:cNvSpPr>
            <a:spLocks noGrp="1"/>
          </p:cNvSpPr>
          <p:nvPr>
            <p:ph type="body" orient="vert" idx="1"/>
          </p:nvPr>
        </p:nvSpPr>
        <p:spPr>
          <a:xfrm>
            <a:off x="1069848" y="2121408"/>
            <a:ext cx="10058400" cy="1157051"/>
          </a:xfrm>
        </p:spPr>
        <p:txBody>
          <a:bodyPr vert="horz" lIns="90000" anchor="t" anchorCtr="0"/>
          <a:lstStyle/>
          <a:p>
            <a:r>
              <a:rPr kumimoji="1" lang="zh-CN" altLang="en-US" dirty="0"/>
              <a:t>软件可靠性模型的建立是通过对所选模型</a:t>
            </a:r>
            <a:r>
              <a:rPr kumimoji="1" lang="zh-CN" altLang="en-US" dirty="0">
                <a:solidFill>
                  <a:srgbClr val="FF0000"/>
                </a:solidFill>
              </a:rPr>
              <a:t>关联参数</a:t>
            </a:r>
            <a:r>
              <a:rPr kumimoji="1" lang="zh-CN" altLang="en-US" dirty="0"/>
              <a:t>的统计来确定</a:t>
            </a:r>
            <a:r>
              <a:rPr kumimoji="1" lang="zh-CN" altLang="en-US" dirty="0">
                <a:solidFill>
                  <a:srgbClr val="FF0000"/>
                </a:solidFill>
              </a:rPr>
              <a:t>失效情况</a:t>
            </a:r>
            <a:r>
              <a:rPr kumimoji="1" lang="zh-CN" altLang="en-US" dirty="0"/>
              <a:t>、</a:t>
            </a:r>
            <a:r>
              <a:rPr kumimoji="1" lang="zh-CN" altLang="en-US" dirty="0">
                <a:solidFill>
                  <a:srgbClr val="FF0000"/>
                </a:solidFill>
              </a:rPr>
              <a:t>可靠性目标</a:t>
            </a:r>
            <a:r>
              <a:rPr kumimoji="1" lang="zh-CN" altLang="en-US" dirty="0"/>
              <a:t>和实现这一目标的</a:t>
            </a:r>
            <a:r>
              <a:rPr kumimoji="1" lang="zh-CN" altLang="en-US" dirty="0">
                <a:solidFill>
                  <a:srgbClr val="FF0000"/>
                </a:solidFill>
              </a:rPr>
              <a:t>时间</a:t>
            </a:r>
            <a:r>
              <a:rPr kumimoji="1" lang="zh-CN" altLang="en-US" dirty="0"/>
              <a:t>，并利用可靠性模型来制定</a:t>
            </a:r>
            <a:r>
              <a:rPr kumimoji="1" lang="zh-CN" altLang="en-US" dirty="0">
                <a:solidFill>
                  <a:srgbClr val="FF0000"/>
                </a:solidFill>
              </a:rPr>
              <a:t>测试策略</a:t>
            </a:r>
            <a:r>
              <a:rPr kumimoji="1" lang="zh-CN" altLang="en-US" dirty="0"/>
              <a:t>，同时确定软件交付的</a:t>
            </a:r>
            <a:r>
              <a:rPr kumimoji="1" lang="zh-CN" altLang="en-US" dirty="0">
                <a:solidFill>
                  <a:srgbClr val="FF0000"/>
                </a:solidFill>
              </a:rPr>
              <a:t>预期</a:t>
            </a:r>
            <a:r>
              <a:rPr kumimoji="1" lang="zh-CN" altLang="en-US" dirty="0"/>
              <a:t>可靠性。</a:t>
            </a:r>
            <a:endParaRPr kumimoji="1" lang="en-US" altLang="zh-CN" dirty="0"/>
          </a:p>
        </p:txBody>
      </p:sp>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092498" y="3840646"/>
            <a:ext cx="1870357" cy="1576968"/>
          </a:xfrm>
          <a:prstGeom prst="rect">
            <a:avLst/>
          </a:prstGeom>
        </p:spPr>
      </p:pic>
      <p:sp>
        <p:nvSpPr>
          <p:cNvPr id="8" name="文本框 7"/>
          <p:cNvSpPr txBox="1"/>
          <p:nvPr/>
        </p:nvSpPr>
        <p:spPr>
          <a:xfrm>
            <a:off x="2330605" y="3453120"/>
            <a:ext cx="390294" cy="523220"/>
          </a:xfrm>
          <a:prstGeom prst="rect">
            <a:avLst/>
          </a:prstGeom>
          <a:noFill/>
        </p:spPr>
        <p:txBody>
          <a:bodyPr wrap="square" rtlCol="0">
            <a:spAutoFit/>
          </a:bodyPr>
          <a:lstStyle/>
          <a:p>
            <a:r>
              <a:rPr kumimoji="1" lang="en-US" altLang="zh-CN" sz="2800" dirty="0" err="1"/>
              <a:t>λ</a:t>
            </a:r>
            <a:endParaRPr kumimoji="1" lang="zh-CN" altLang="en-US" sz="2800" dirty="0"/>
          </a:p>
        </p:txBody>
      </p:sp>
      <p:sp>
        <p:nvSpPr>
          <p:cNvPr id="9" name="文本框 8"/>
          <p:cNvSpPr txBox="1"/>
          <p:nvPr/>
        </p:nvSpPr>
        <p:spPr>
          <a:xfrm>
            <a:off x="2330603" y="4332207"/>
            <a:ext cx="390296" cy="523220"/>
          </a:xfrm>
          <a:prstGeom prst="rect">
            <a:avLst/>
          </a:prstGeom>
          <a:noFill/>
        </p:spPr>
        <p:txBody>
          <a:bodyPr wrap="square" rtlCol="0">
            <a:spAutoFit/>
          </a:bodyPr>
          <a:lstStyle/>
          <a:p>
            <a:r>
              <a:rPr kumimoji="1" lang="en-US" altLang="zh-CN" sz="2800" dirty="0" err="1"/>
              <a:t>θ</a:t>
            </a:r>
            <a:endParaRPr kumimoji="1" lang="zh-CN" altLang="en-US" sz="2800" dirty="0"/>
          </a:p>
        </p:txBody>
      </p:sp>
      <p:sp>
        <p:nvSpPr>
          <p:cNvPr id="10" name="文本框 9"/>
          <p:cNvSpPr txBox="1"/>
          <p:nvPr/>
        </p:nvSpPr>
        <p:spPr>
          <a:xfrm>
            <a:off x="2330603" y="5211294"/>
            <a:ext cx="390297" cy="523220"/>
          </a:xfrm>
          <a:prstGeom prst="rect">
            <a:avLst/>
          </a:prstGeom>
          <a:noFill/>
        </p:spPr>
        <p:txBody>
          <a:bodyPr wrap="square" rtlCol="0">
            <a:spAutoFit/>
          </a:bodyPr>
          <a:lstStyle/>
          <a:p>
            <a:r>
              <a:rPr kumimoji="1" lang="en-US" altLang="zh-CN" sz="2800" dirty="0"/>
              <a:t>τ</a:t>
            </a:r>
            <a:endParaRPr kumimoji="1" lang="zh-CN" altLang="en-US" sz="2800" dirty="0"/>
          </a:p>
        </p:txBody>
      </p:sp>
      <p:cxnSp>
        <p:nvCxnSpPr>
          <p:cNvPr id="21" name="直线箭头连接符 20"/>
          <p:cNvCxnSpPr>
            <a:stCxn id="8" idx="3"/>
          </p:cNvCxnSpPr>
          <p:nvPr/>
        </p:nvCxnSpPr>
        <p:spPr>
          <a:xfrm>
            <a:off x="2720899" y="3714730"/>
            <a:ext cx="1505413" cy="4781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直线箭头连接符 22"/>
          <p:cNvCxnSpPr>
            <a:stCxn id="9" idx="3"/>
          </p:cNvCxnSpPr>
          <p:nvPr/>
        </p:nvCxnSpPr>
        <p:spPr>
          <a:xfrm>
            <a:off x="2720899" y="4593817"/>
            <a:ext cx="137159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直线箭头连接符 24"/>
          <p:cNvCxnSpPr>
            <a:stCxn id="10" idx="3"/>
          </p:cNvCxnSpPr>
          <p:nvPr/>
        </p:nvCxnSpPr>
        <p:spPr>
          <a:xfrm flipV="1">
            <a:off x="2720900" y="4995746"/>
            <a:ext cx="1505412" cy="4771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 name="文本框 25"/>
          <p:cNvSpPr txBox="1"/>
          <p:nvPr/>
        </p:nvSpPr>
        <p:spPr>
          <a:xfrm>
            <a:off x="6367347" y="3820223"/>
            <a:ext cx="1605776" cy="369332"/>
          </a:xfrm>
          <a:prstGeom prst="rect">
            <a:avLst/>
          </a:prstGeom>
          <a:noFill/>
        </p:spPr>
        <p:txBody>
          <a:bodyPr wrap="square" rtlCol="0">
            <a:spAutoFit/>
          </a:bodyPr>
          <a:lstStyle/>
          <a:p>
            <a:r>
              <a:rPr kumimoji="1" lang="zh-CN" altLang="en-US" dirty="0"/>
              <a:t>软件测试策略</a:t>
            </a:r>
            <a:endParaRPr kumimoji="1" lang="zh-CN" altLang="en-US" dirty="0"/>
          </a:p>
        </p:txBody>
      </p:sp>
      <p:sp>
        <p:nvSpPr>
          <p:cNvPr id="27" name="文本框 26"/>
          <p:cNvSpPr txBox="1"/>
          <p:nvPr/>
        </p:nvSpPr>
        <p:spPr>
          <a:xfrm>
            <a:off x="6367347" y="4995746"/>
            <a:ext cx="1605776" cy="369332"/>
          </a:xfrm>
          <a:prstGeom prst="rect">
            <a:avLst/>
          </a:prstGeom>
          <a:noFill/>
        </p:spPr>
        <p:txBody>
          <a:bodyPr wrap="square" rtlCol="0">
            <a:spAutoFit/>
          </a:bodyPr>
          <a:lstStyle/>
          <a:p>
            <a:r>
              <a:rPr kumimoji="1" lang="zh-CN" altLang="en-US" dirty="0"/>
              <a:t>预期可靠性</a:t>
            </a:r>
            <a:endParaRPr kumimoji="1" lang="en-US" altLang="zh-CN" dirty="0"/>
          </a:p>
        </p:txBody>
      </p:sp>
      <p:cxnSp>
        <p:nvCxnSpPr>
          <p:cNvPr id="29" name="直线箭头连接符 28"/>
          <p:cNvCxnSpPr>
            <a:stCxn id="7" idx="3"/>
            <a:endCxn id="26" idx="1"/>
          </p:cNvCxnSpPr>
          <p:nvPr/>
        </p:nvCxnSpPr>
        <p:spPr>
          <a:xfrm flipV="1">
            <a:off x="5962855" y="4004889"/>
            <a:ext cx="404492" cy="62424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直线箭头连接符 30"/>
          <p:cNvCxnSpPr>
            <a:stCxn id="7" idx="3"/>
            <a:endCxn id="27" idx="1"/>
          </p:cNvCxnSpPr>
          <p:nvPr/>
        </p:nvCxnSpPr>
        <p:spPr>
          <a:xfrm>
            <a:off x="5962855" y="4629130"/>
            <a:ext cx="404492" cy="5512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软件可靠性模型</a:t>
            </a:r>
            <a:r>
              <a:rPr kumimoji="1" lang="en-US" altLang="zh-CN" dirty="0"/>
              <a:t>——</a:t>
            </a:r>
            <a:r>
              <a:rPr kumimoji="1" lang="zh-CN" altLang="en-US" dirty="0"/>
              <a:t>经典模型</a:t>
            </a:r>
            <a:endParaRPr kumimoji="1" lang="zh-CN" altLang="en-US" dirty="0"/>
          </a:p>
        </p:txBody>
      </p:sp>
      <p:graphicFrame>
        <p:nvGraphicFramePr>
          <p:cNvPr id="5" name="表格 4"/>
          <p:cNvGraphicFramePr>
            <a:graphicFrameLocks noGrp="1"/>
          </p:cNvGraphicFramePr>
          <p:nvPr/>
        </p:nvGraphicFramePr>
        <p:xfrm>
          <a:off x="1170209" y="2093976"/>
          <a:ext cx="9030012" cy="3299851"/>
        </p:xfrm>
        <a:graphic>
          <a:graphicData uri="http://schemas.openxmlformats.org/drawingml/2006/table">
            <a:tbl>
              <a:tblPr firstRow="1" bandRow="1">
                <a:tableStyleId>{5A111915-BE36-4E01-A7E5-04B1672EAD32}</a:tableStyleId>
              </a:tblPr>
              <a:tblGrid>
                <a:gridCol w="2257503"/>
                <a:gridCol w="2257503"/>
                <a:gridCol w="2257503"/>
                <a:gridCol w="2257503"/>
              </a:tblGrid>
              <a:tr h="503087">
                <a:tc>
                  <a:txBody>
                    <a:bodyPr/>
                    <a:lstStyle/>
                    <a:p>
                      <a:pPr algn="ctr"/>
                      <a:r>
                        <a:rPr lang="zh-CN" altLang="en-US" dirty="0"/>
                        <a:t>模型</a:t>
                      </a:r>
                      <a:endParaRPr lang="zh-CN" altLang="en-US" dirty="0"/>
                    </a:p>
                  </a:txBody>
                  <a:tcPr/>
                </a:tc>
                <a:tc>
                  <a:txBody>
                    <a:bodyPr/>
                    <a:lstStyle/>
                    <a:p>
                      <a:pPr algn="ctr"/>
                      <a:r>
                        <a:rPr lang="zh-CN" altLang="en-US" dirty="0"/>
                        <a:t>假设</a:t>
                      </a:r>
                      <a:endParaRPr lang="zh-CN" altLang="en-US" dirty="0"/>
                    </a:p>
                  </a:txBody>
                  <a:tcPr/>
                </a:tc>
                <a:tc>
                  <a:txBody>
                    <a:bodyPr/>
                    <a:lstStyle/>
                    <a:p>
                      <a:pPr algn="ctr"/>
                      <a:r>
                        <a:rPr lang="zh-CN" altLang="en-US" dirty="0"/>
                        <a:t>适用阶段</a:t>
                      </a:r>
                      <a:endParaRPr lang="zh-CN" altLang="en-US" dirty="0"/>
                    </a:p>
                  </a:txBody>
                  <a:tcPr/>
                </a:tc>
                <a:tc>
                  <a:txBody>
                    <a:bodyPr/>
                    <a:lstStyle/>
                    <a:p>
                      <a:pPr algn="ctr"/>
                      <a:r>
                        <a:rPr lang="zh-CN" altLang="en-US" dirty="0"/>
                        <a:t>难易度</a:t>
                      </a:r>
                      <a:endParaRPr lang="zh-CN" altLang="en-US" dirty="0"/>
                    </a:p>
                  </a:txBody>
                  <a:tcPr/>
                </a:tc>
              </a:tr>
              <a:tr h="925942">
                <a:tc>
                  <a:txBody>
                    <a:bodyPr/>
                    <a:lstStyle/>
                    <a:p>
                      <a:pPr algn="ctr"/>
                      <a:r>
                        <a:rPr lang="en-US" altLang="zh-CN" dirty="0"/>
                        <a:t>Musa</a:t>
                      </a:r>
                      <a:r>
                        <a:rPr lang="zh-CN" altLang="en-US" dirty="0"/>
                        <a:t>基本模型</a:t>
                      </a:r>
                      <a:endParaRPr lang="zh-CN" altLang="en-US" dirty="0"/>
                    </a:p>
                  </a:txBody>
                  <a:tcPr/>
                </a:tc>
                <a:tc>
                  <a:txBody>
                    <a:bodyPr/>
                    <a:lstStyle/>
                    <a:p>
                      <a:pPr marL="285750" indent="-285750">
                        <a:buFont typeface="Arial" panose="020B0604020202020204" pitchFamily="34" charset="0"/>
                        <a:buChar char="•"/>
                      </a:pPr>
                      <a:r>
                        <a:rPr lang="zh-CN" altLang="en-US" sz="1400" dirty="0"/>
                        <a:t>固有故障总数有限</a:t>
                      </a:r>
                      <a:endParaRPr lang="en-US" altLang="zh-CN" sz="1400" dirty="0"/>
                    </a:p>
                    <a:p>
                      <a:pPr marL="285750" indent="-285750">
                        <a:buFont typeface="Arial" panose="020B0604020202020204" pitchFamily="34" charset="0"/>
                        <a:buChar char="•"/>
                      </a:pPr>
                      <a:r>
                        <a:rPr lang="zh-CN" altLang="en-US" sz="1400" dirty="0"/>
                        <a:t>常数故障率</a:t>
                      </a:r>
                      <a:endParaRPr lang="en-US" altLang="zh-CN" sz="1400" dirty="0"/>
                    </a:p>
                    <a:p>
                      <a:pPr marL="285750" indent="-285750">
                        <a:buFont typeface="Arial" panose="020B0604020202020204" pitchFamily="34" charset="0"/>
                        <a:buChar char="•"/>
                      </a:pPr>
                      <a:r>
                        <a:rPr lang="zh-CN" altLang="en-US" sz="1400" dirty="0"/>
                        <a:t>故障随时间指数分布</a:t>
                      </a:r>
                      <a:endParaRPr lang="en-US" altLang="zh-CN" sz="1400" dirty="0"/>
                    </a:p>
                    <a:p>
                      <a:endParaRPr lang="zh-CN" altLang="en-US" sz="1400" dirty="0"/>
                    </a:p>
                  </a:txBody>
                  <a:tcPr/>
                </a:tc>
                <a:tc>
                  <a:txBody>
                    <a:bodyPr/>
                    <a:lstStyle/>
                    <a:p>
                      <a:pPr algn="ctr"/>
                      <a:r>
                        <a:rPr lang="zh-CN" altLang="en-US" dirty="0"/>
                        <a:t>集成测试后</a:t>
                      </a:r>
                      <a:endParaRPr lang="zh-CN" altLang="en-US" dirty="0"/>
                    </a:p>
                  </a:txBody>
                  <a:tcPr/>
                </a:tc>
                <a:tc>
                  <a:txBody>
                    <a:bodyPr/>
                    <a:lstStyle/>
                    <a:p>
                      <a:pPr algn="ctr"/>
                      <a:r>
                        <a:rPr lang="en-US" altLang="zh-CN" dirty="0"/>
                        <a:t>easy</a:t>
                      </a:r>
                      <a:endParaRPr lang="zh-CN" altLang="en-US" dirty="0"/>
                    </a:p>
                  </a:txBody>
                  <a:tcPr/>
                </a:tc>
              </a:tr>
              <a:tr h="925942">
                <a:tc>
                  <a:txBody>
                    <a:bodyPr/>
                    <a:lstStyle/>
                    <a:p>
                      <a:pPr algn="ctr"/>
                      <a:r>
                        <a:rPr lang="en-US" altLang="zh-CN" dirty="0"/>
                        <a:t>Musa</a:t>
                      </a:r>
                      <a:r>
                        <a:rPr lang="zh-CN" altLang="en-US" dirty="0"/>
                        <a:t>对数模型</a:t>
                      </a:r>
                      <a:endParaRPr lang="zh-CN" altLang="en-US" dirty="0"/>
                    </a:p>
                  </a:txBody>
                  <a:tcPr/>
                </a:tc>
                <a:tc>
                  <a:txBody>
                    <a:bodyPr/>
                    <a:lstStyle/>
                    <a:p>
                      <a:pPr marL="285750" indent="-285750">
                        <a:buFont typeface="Arial" panose="020B0604020202020204" pitchFamily="34" charset="0"/>
                        <a:buChar char="•"/>
                      </a:pPr>
                      <a:r>
                        <a:rPr lang="zh-CN" altLang="en-US" sz="1400" dirty="0"/>
                        <a:t>固有故障总数无限</a:t>
                      </a:r>
                      <a:endParaRPr lang="en-US" altLang="zh-CN" sz="1400" dirty="0"/>
                    </a:p>
                    <a:p>
                      <a:pPr marL="285750" indent="-285750">
                        <a:buFont typeface="Arial" panose="020B0604020202020204" pitchFamily="34" charset="0"/>
                        <a:buChar char="•"/>
                      </a:pPr>
                      <a:r>
                        <a:rPr lang="zh-CN" altLang="en-US" sz="1400" dirty="0"/>
                        <a:t>故障率随时间变化</a:t>
                      </a:r>
                      <a:endParaRPr lang="en-US" altLang="zh-CN" sz="1400" dirty="0"/>
                    </a:p>
                    <a:p>
                      <a:pPr marL="285750" indent="-285750">
                        <a:buFont typeface="Arial" panose="020B0604020202020204" pitchFamily="34" charset="0"/>
                        <a:buChar char="•"/>
                      </a:pPr>
                      <a:r>
                        <a:rPr lang="zh-CN" altLang="en-US" sz="1400" dirty="0"/>
                        <a:t>故障随时间对数分布</a:t>
                      </a:r>
                      <a:endParaRPr lang="zh-CN" altLang="en-US" sz="1400" dirty="0"/>
                    </a:p>
                  </a:txBody>
                  <a:tcPr/>
                </a:tc>
                <a:tc>
                  <a:txBody>
                    <a:bodyPr/>
                    <a:lstStyle/>
                    <a:p>
                      <a:pPr algn="ctr"/>
                      <a:r>
                        <a:rPr lang="zh-CN" altLang="en-US" dirty="0"/>
                        <a:t>单元测试</a:t>
                      </a:r>
                      <a:endParaRPr lang="zh-CN" altLang="en-US" dirty="0"/>
                    </a:p>
                  </a:txBody>
                  <a:tcPr/>
                </a:tc>
                <a:tc>
                  <a:txBody>
                    <a:bodyPr/>
                    <a:lstStyle/>
                    <a:p>
                      <a:pPr algn="ctr"/>
                      <a:r>
                        <a:rPr lang="en-US" altLang="zh-CN" dirty="0"/>
                        <a:t>easy</a:t>
                      </a:r>
                      <a:endParaRPr lang="zh-CN" altLang="en-US" dirty="0"/>
                    </a:p>
                  </a:txBody>
                  <a:tcPr/>
                </a:tc>
              </a:tr>
              <a:tr h="925942">
                <a:tc>
                  <a:txBody>
                    <a:bodyPr/>
                    <a:lstStyle/>
                    <a:p>
                      <a:pPr algn="ctr"/>
                      <a:r>
                        <a:rPr lang="en-US" altLang="zh-CN" dirty="0" err="1"/>
                        <a:t>Goel-Okumoto</a:t>
                      </a:r>
                      <a:r>
                        <a:rPr lang="zh-CN" altLang="en-US" dirty="0"/>
                        <a:t>模型</a:t>
                      </a:r>
                      <a:endParaRPr lang="zh-CN" altLang="en-US" dirty="0"/>
                    </a:p>
                  </a:txBody>
                  <a:tcPr/>
                </a:tc>
                <a:tc>
                  <a:txBody>
                    <a:bodyPr/>
                    <a:lstStyle/>
                    <a:p>
                      <a:pPr marL="285750" indent="-285750">
                        <a:buFont typeface="Arial" panose="020B0604020202020204" pitchFamily="34" charset="0"/>
                        <a:buChar char="•"/>
                      </a:pPr>
                      <a:r>
                        <a:rPr lang="zh-CN" altLang="en-US" sz="1400" dirty="0"/>
                        <a:t>缺陷分布非时齐</a:t>
                      </a:r>
                      <a:endParaRPr lang="en-US" altLang="zh-CN" sz="1400" dirty="0"/>
                    </a:p>
                    <a:p>
                      <a:pPr marL="285750" indent="-285750">
                        <a:buFont typeface="Arial" panose="020B0604020202020204" pitchFamily="34" charset="0"/>
                        <a:buChar char="•"/>
                      </a:pPr>
                      <a:r>
                        <a:rPr lang="zh-CN" altLang="en-US" sz="1400" dirty="0"/>
                        <a:t>可能错误修复</a:t>
                      </a:r>
                      <a:endParaRPr lang="en-US" altLang="zh-CN" sz="1400" dirty="0"/>
                    </a:p>
                    <a:p>
                      <a:pPr marL="285750" indent="-285750">
                        <a:buFont typeface="Arial" panose="020B0604020202020204" pitchFamily="34" charset="0"/>
                        <a:buChar char="•"/>
                      </a:pPr>
                      <a:r>
                        <a:rPr lang="zh-CN" altLang="en-US" sz="1400" dirty="0"/>
                        <a:t>指数</a:t>
                      </a:r>
                      <a:r>
                        <a:rPr lang="en-US" altLang="zh-CN" sz="1400" dirty="0"/>
                        <a:t>/</a:t>
                      </a:r>
                      <a:r>
                        <a:rPr lang="zh-CN" altLang="en-US" sz="1400" dirty="0"/>
                        <a:t>威布尔分布</a:t>
                      </a:r>
                      <a:endParaRPr lang="zh-CN" altLang="en-US" sz="1400" dirty="0"/>
                    </a:p>
                  </a:txBody>
                  <a:tcPr/>
                </a:tc>
                <a:tc>
                  <a:txBody>
                    <a:bodyPr/>
                    <a:lstStyle/>
                    <a:p>
                      <a:pPr algn="ctr"/>
                      <a:r>
                        <a:rPr lang="zh-CN" altLang="en-US" dirty="0"/>
                        <a:t>集成测试后</a:t>
                      </a:r>
                      <a:endParaRPr lang="zh-CN" altLang="en-US" dirty="0"/>
                    </a:p>
                  </a:txBody>
                  <a:tcPr/>
                </a:tc>
                <a:tc>
                  <a:txBody>
                    <a:bodyPr/>
                    <a:lstStyle/>
                    <a:p>
                      <a:pPr algn="ctr"/>
                      <a:r>
                        <a:rPr lang="en-US" altLang="zh-CN" dirty="0"/>
                        <a:t>middle</a:t>
                      </a:r>
                      <a:endParaRPr lang="zh-CN" altLang="en-US" dirty="0"/>
                    </a:p>
                  </a:txBody>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软件可靠性模型</a:t>
            </a:r>
            <a:r>
              <a:rPr kumimoji="1" lang="en-US" altLang="zh-CN" dirty="0"/>
              <a:t>——</a:t>
            </a:r>
            <a:r>
              <a:rPr kumimoji="1" lang="zh-CN" altLang="en-US" dirty="0"/>
              <a:t>评价标准</a:t>
            </a:r>
            <a:endParaRPr kumimoji="1" lang="zh-CN" altLang="en-US" dirty="0"/>
          </a:p>
        </p:txBody>
      </p:sp>
      <p:sp>
        <p:nvSpPr>
          <p:cNvPr id="3" name="竖排文字占位符 2"/>
          <p:cNvSpPr>
            <a:spLocks noGrp="1"/>
          </p:cNvSpPr>
          <p:nvPr>
            <p:ph type="body" orient="vert" idx="1"/>
          </p:nvPr>
        </p:nvSpPr>
        <p:spPr>
          <a:xfrm>
            <a:off x="1069848" y="1996292"/>
            <a:ext cx="10058400" cy="1814972"/>
          </a:xfrm>
        </p:spPr>
        <p:txBody>
          <a:bodyPr vert="horz" lIns="90000" anchor="t" anchorCtr="0">
            <a:normAutofit/>
          </a:bodyPr>
          <a:lstStyle/>
          <a:p>
            <a:r>
              <a:rPr kumimoji="1" lang="zh-CN" altLang="en-US" dirty="0"/>
              <a:t>模型拟合性</a:t>
            </a:r>
            <a:r>
              <a:rPr kumimoji="1" lang="en-US" altLang="zh-CN" dirty="0"/>
              <a:t>——</a:t>
            </a:r>
            <a:r>
              <a:rPr kumimoji="1" lang="zh-CN" altLang="en-US" dirty="0"/>
              <a:t>指模型估计出的失效数据与实际失效数据的吻合程度</a:t>
            </a:r>
            <a:endParaRPr kumimoji="1" lang="en-US" altLang="zh-CN" dirty="0"/>
          </a:p>
          <a:p>
            <a:r>
              <a:rPr kumimoji="1" lang="zh-CN" altLang="en-US" dirty="0"/>
              <a:t>模型的预计有效性</a:t>
            </a:r>
            <a:r>
              <a:rPr kumimoji="1" lang="en-US" altLang="zh-CN" dirty="0"/>
              <a:t>——</a:t>
            </a:r>
            <a:r>
              <a:rPr kumimoji="1" lang="zh-CN" altLang="en-US" dirty="0"/>
              <a:t>指模型预计数据的精确程度</a:t>
            </a:r>
            <a:endParaRPr kumimoji="1" lang="en-US" altLang="zh-CN" dirty="0"/>
          </a:p>
          <a:p>
            <a:r>
              <a:rPr kumimoji="1" lang="zh-CN" altLang="en-US" dirty="0"/>
              <a:t>模型偏差</a:t>
            </a:r>
            <a:r>
              <a:rPr kumimoji="1" lang="en-US" altLang="zh-CN" dirty="0"/>
              <a:t>——</a:t>
            </a:r>
            <a:r>
              <a:rPr kumimoji="1" lang="zh-CN" altLang="en-US" dirty="0"/>
              <a:t>指模型预测分布是否平均地接近实际分布</a:t>
            </a:r>
            <a:endParaRPr kumimoji="1" lang="en-US" altLang="zh-CN" dirty="0"/>
          </a:p>
          <a:p>
            <a:r>
              <a:rPr kumimoji="1" lang="zh-CN" altLang="en-US" dirty="0"/>
              <a:t>模型噪声</a:t>
            </a:r>
            <a:r>
              <a:rPr kumimoji="1" lang="en-US" altLang="zh-CN" dirty="0"/>
              <a:t>——</a:t>
            </a:r>
            <a:r>
              <a:rPr kumimoji="1" lang="zh-CN" altLang="en-US" dirty="0"/>
              <a:t>指模型本身给模型预测引入噪声的程度</a:t>
            </a:r>
            <a:endParaRPr kumimoji="1" lang="en-US" altLang="zh-CN" dirty="0"/>
          </a:p>
        </p:txBody>
      </p:sp>
      <p:graphicFrame>
        <p:nvGraphicFramePr>
          <p:cNvPr id="4" name="图表 3"/>
          <p:cNvGraphicFramePr/>
          <p:nvPr/>
        </p:nvGraphicFramePr>
        <p:xfrm>
          <a:off x="1226634" y="3702205"/>
          <a:ext cx="4505093" cy="2436127"/>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软件可靠性测试与评估</a:t>
            </a:r>
            <a:endParaRPr kumimoji="1" lang="zh-CN" altLang="en-US" dirty="0"/>
          </a:p>
        </p:txBody>
      </p:sp>
      <p:sp>
        <p:nvSpPr>
          <p:cNvPr id="3" name="竖排文字占位符 2"/>
          <p:cNvSpPr>
            <a:spLocks noGrp="1"/>
          </p:cNvSpPr>
          <p:nvPr>
            <p:ph type="body" orient="vert" idx="1"/>
          </p:nvPr>
        </p:nvSpPr>
        <p:spPr>
          <a:xfrm>
            <a:off x="1069848" y="2121408"/>
            <a:ext cx="10058400" cy="4223636"/>
          </a:xfrm>
        </p:spPr>
        <p:txBody>
          <a:bodyPr vert="horz" lIns="90000" anchor="t" anchorCtr="0"/>
          <a:lstStyle/>
          <a:p>
            <a:r>
              <a:rPr kumimoji="1" lang="zh-CN" altLang="en-US" dirty="0"/>
              <a:t>软件可靠性评测指运用统计技术对软件可靠性测试和系统运行期间采集的软件失效数据进行处理并评估软件可靠性的过程。</a:t>
            </a:r>
            <a:endParaRPr kumimoji="1" lang="en-US" altLang="zh-CN" dirty="0"/>
          </a:p>
          <a:p>
            <a:endParaRPr kumimoji="1" lang="en-US" altLang="zh-CN" dirty="0"/>
          </a:p>
          <a:p>
            <a:r>
              <a:rPr kumimoji="1" lang="zh-CN" altLang="en-US" dirty="0"/>
              <a:t>确定可靠性目标</a:t>
            </a:r>
            <a:endParaRPr kumimoji="1" lang="en-US" altLang="zh-CN" dirty="0"/>
          </a:p>
          <a:p>
            <a:r>
              <a:rPr kumimoji="1" lang="zh-CN" altLang="en-US" dirty="0"/>
              <a:t>选择运行域</a:t>
            </a:r>
            <a:endParaRPr kumimoji="1" lang="en-US" altLang="zh-CN" dirty="0"/>
          </a:p>
          <a:p>
            <a:r>
              <a:rPr kumimoji="1" lang="zh-CN" altLang="en-US" dirty="0"/>
              <a:t>计划和执行测试</a:t>
            </a:r>
            <a:endParaRPr kumimoji="1" lang="en-US" altLang="zh-CN" dirty="0"/>
          </a:p>
          <a:p>
            <a:r>
              <a:rPr kumimoji="1" lang="zh-CN" altLang="en-US" dirty="0"/>
              <a:t>分析和反馈测试结果</a:t>
            </a:r>
            <a:endParaRPr kumimoji="1" lang="en-US" altLang="zh-CN" dirty="0"/>
          </a:p>
          <a:p>
            <a:endParaRPr kumimoji="1" lang="en-US" altLang="zh-CN" dirty="0"/>
          </a:p>
          <a:p>
            <a:r>
              <a:rPr kumimoji="1" lang="zh-CN" altLang="en-US" dirty="0"/>
              <a:t>可靠性增长测试</a:t>
            </a:r>
            <a:endParaRPr kumimoji="1" lang="en-US" altLang="zh-CN" dirty="0"/>
          </a:p>
          <a:p>
            <a:r>
              <a:rPr kumimoji="1" lang="zh-CN" altLang="en-US" dirty="0"/>
              <a:t>可靠性验证测试</a:t>
            </a:r>
            <a:endParaRPr kumimoji="1" lang="en-US" altLang="zh-CN" dirty="0"/>
          </a:p>
        </p:txBody>
      </p:sp>
      <p:cxnSp>
        <p:nvCxnSpPr>
          <p:cNvPr id="5" name="直线箭头连接符 4"/>
          <p:cNvCxnSpPr/>
          <p:nvPr/>
        </p:nvCxnSpPr>
        <p:spPr>
          <a:xfrm flipV="1">
            <a:off x="5965902" y="3256157"/>
            <a:ext cx="1650381" cy="10816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直线连接符 6"/>
          <p:cNvCxnSpPr/>
          <p:nvPr/>
        </p:nvCxnSpPr>
        <p:spPr>
          <a:xfrm flipV="1">
            <a:off x="5965902" y="3484755"/>
            <a:ext cx="2397513" cy="1"/>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0" name="文本框 9"/>
          <p:cNvSpPr txBox="1"/>
          <p:nvPr/>
        </p:nvSpPr>
        <p:spPr>
          <a:xfrm>
            <a:off x="7616283" y="2951726"/>
            <a:ext cx="800219" cy="276999"/>
          </a:xfrm>
          <a:prstGeom prst="rect">
            <a:avLst/>
          </a:prstGeom>
          <a:noFill/>
        </p:spPr>
        <p:txBody>
          <a:bodyPr wrap="none" rtlCol="0">
            <a:spAutoFit/>
          </a:bodyPr>
          <a:lstStyle/>
          <a:p>
            <a:r>
              <a:rPr kumimoji="1" lang="zh-CN" altLang="en-US" sz="1200" dirty="0"/>
              <a:t>测试压力</a:t>
            </a:r>
            <a:endParaRPr kumimoji="1" lang="zh-CN" altLang="en-US" sz="1200" dirty="0"/>
          </a:p>
        </p:txBody>
      </p:sp>
      <p:sp>
        <p:nvSpPr>
          <p:cNvPr id="11" name="文本框 10"/>
          <p:cNvSpPr txBox="1"/>
          <p:nvPr/>
        </p:nvSpPr>
        <p:spPr>
          <a:xfrm>
            <a:off x="8572046" y="3346255"/>
            <a:ext cx="1723549" cy="276999"/>
          </a:xfrm>
          <a:prstGeom prst="rect">
            <a:avLst/>
          </a:prstGeom>
          <a:noFill/>
        </p:spPr>
        <p:txBody>
          <a:bodyPr wrap="none" rtlCol="0">
            <a:spAutoFit/>
          </a:bodyPr>
          <a:lstStyle/>
          <a:p>
            <a:r>
              <a:rPr kumimoji="1" lang="zh-CN" altLang="en-US" sz="1200" dirty="0"/>
              <a:t>软件可靠程度（未知）</a:t>
            </a:r>
            <a:endParaRPr kumimoji="1" lang="zh-CN" altLang="en-US" sz="1200" dirty="0"/>
          </a:p>
        </p:txBody>
      </p:sp>
      <p:cxnSp>
        <p:nvCxnSpPr>
          <p:cNvPr id="12" name="直线连接符 11"/>
          <p:cNvCxnSpPr/>
          <p:nvPr/>
        </p:nvCxnSpPr>
        <p:spPr>
          <a:xfrm flipV="1">
            <a:off x="5965901" y="5209477"/>
            <a:ext cx="2397513" cy="1"/>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4" name="直线箭头连接符 13"/>
          <p:cNvCxnSpPr/>
          <p:nvPr/>
        </p:nvCxnSpPr>
        <p:spPr>
          <a:xfrm>
            <a:off x="5965901" y="5209477"/>
            <a:ext cx="23975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8545502" y="4932478"/>
            <a:ext cx="800219" cy="276999"/>
          </a:xfrm>
          <a:prstGeom prst="rect">
            <a:avLst/>
          </a:prstGeom>
          <a:noFill/>
        </p:spPr>
        <p:txBody>
          <a:bodyPr wrap="none" rtlCol="0">
            <a:spAutoFit/>
          </a:bodyPr>
          <a:lstStyle/>
          <a:p>
            <a:r>
              <a:rPr kumimoji="1" lang="zh-CN" altLang="en-US" sz="1200" dirty="0"/>
              <a:t>测试压力</a:t>
            </a:r>
            <a:endParaRPr kumimoji="1" lang="zh-CN" altLang="en-US" sz="1200" dirty="0"/>
          </a:p>
        </p:txBody>
      </p:sp>
      <p:sp>
        <p:nvSpPr>
          <p:cNvPr id="16" name="文本框 15"/>
          <p:cNvSpPr txBox="1"/>
          <p:nvPr/>
        </p:nvSpPr>
        <p:spPr>
          <a:xfrm>
            <a:off x="8545502" y="5236909"/>
            <a:ext cx="1415772" cy="276999"/>
          </a:xfrm>
          <a:prstGeom prst="rect">
            <a:avLst/>
          </a:prstGeom>
          <a:noFill/>
        </p:spPr>
        <p:txBody>
          <a:bodyPr wrap="none" rtlCol="0">
            <a:spAutoFit/>
          </a:bodyPr>
          <a:lstStyle/>
          <a:p>
            <a:r>
              <a:rPr kumimoji="1" lang="zh-CN" altLang="en-US" sz="1200" dirty="0"/>
              <a:t>软件目标可靠程度</a:t>
            </a:r>
            <a:endParaRPr kumimoji="1" lang="zh-CN" altLang="en-US" sz="1200" dirty="0"/>
          </a:p>
        </p:txBody>
      </p:sp>
      <p:cxnSp>
        <p:nvCxnSpPr>
          <p:cNvPr id="18" name="直线连接符 17"/>
          <p:cNvCxnSpPr/>
          <p:nvPr/>
        </p:nvCxnSpPr>
        <p:spPr>
          <a:xfrm>
            <a:off x="5461475" y="5206335"/>
            <a:ext cx="3110571" cy="3142"/>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0" name="文本框 19"/>
          <p:cNvSpPr txBox="1"/>
          <p:nvPr/>
        </p:nvSpPr>
        <p:spPr>
          <a:xfrm>
            <a:off x="4610029" y="3519991"/>
            <a:ext cx="800219" cy="276999"/>
          </a:xfrm>
          <a:prstGeom prst="rect">
            <a:avLst/>
          </a:prstGeom>
          <a:noFill/>
        </p:spPr>
        <p:txBody>
          <a:bodyPr wrap="none" rtlCol="0">
            <a:spAutoFit/>
          </a:bodyPr>
          <a:lstStyle/>
          <a:p>
            <a:r>
              <a:rPr kumimoji="1" lang="zh-CN" altLang="en-US" sz="1200" dirty="0">
                <a:solidFill>
                  <a:srgbClr val="FF0000"/>
                </a:solidFill>
              </a:rPr>
              <a:t>增长测试</a:t>
            </a:r>
            <a:endParaRPr kumimoji="1" lang="zh-CN" altLang="en-US" sz="1200" dirty="0">
              <a:solidFill>
                <a:srgbClr val="FF0000"/>
              </a:solidFill>
            </a:endParaRPr>
          </a:p>
        </p:txBody>
      </p:sp>
      <p:sp>
        <p:nvSpPr>
          <p:cNvPr id="21" name="文本框 20"/>
          <p:cNvSpPr txBox="1"/>
          <p:nvPr/>
        </p:nvSpPr>
        <p:spPr>
          <a:xfrm>
            <a:off x="4610028" y="5057073"/>
            <a:ext cx="800219" cy="276999"/>
          </a:xfrm>
          <a:prstGeom prst="rect">
            <a:avLst/>
          </a:prstGeom>
          <a:noFill/>
        </p:spPr>
        <p:txBody>
          <a:bodyPr wrap="none" rtlCol="0">
            <a:spAutoFit/>
          </a:bodyPr>
          <a:lstStyle/>
          <a:p>
            <a:r>
              <a:rPr kumimoji="1" lang="zh-CN" altLang="en-US" sz="1200" dirty="0">
                <a:solidFill>
                  <a:srgbClr val="FF0000"/>
                </a:solidFill>
              </a:rPr>
              <a:t>验证测试</a:t>
            </a:r>
            <a:endParaRPr kumimoji="1" lang="zh-CN" altLang="en-US" sz="1200" dirty="0">
              <a:solidFill>
                <a:srgbClr val="FF0000"/>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提高软件可靠性的方法与技术</a:t>
            </a:r>
            <a:endParaRPr kumimoji="1" lang="zh-CN" altLang="en-US" dirty="0"/>
          </a:p>
        </p:txBody>
      </p:sp>
      <p:sp>
        <p:nvSpPr>
          <p:cNvPr id="3" name="竖排文字占位符 2"/>
          <p:cNvSpPr>
            <a:spLocks noGrp="1"/>
          </p:cNvSpPr>
          <p:nvPr>
            <p:ph type="body" orient="vert" idx="1"/>
          </p:nvPr>
        </p:nvSpPr>
        <p:spPr>
          <a:xfrm>
            <a:off x="1069848" y="1876081"/>
            <a:ext cx="10058400" cy="4223636"/>
          </a:xfrm>
        </p:spPr>
        <p:txBody>
          <a:bodyPr vert="horz" lIns="90000" anchor="t" anchorCtr="0"/>
          <a:lstStyle/>
          <a:p>
            <a:r>
              <a:rPr kumimoji="1" lang="zh-CN" altLang="en-US" dirty="0"/>
              <a:t>建立以可靠性为核心的质量标准</a:t>
            </a:r>
            <a:endParaRPr kumimoji="1" lang="en-US" altLang="zh-CN" dirty="0"/>
          </a:p>
          <a:p>
            <a:endParaRPr kumimoji="1" lang="en-US" altLang="zh-CN" dirty="0"/>
          </a:p>
          <a:p>
            <a:r>
              <a:rPr kumimoji="1" lang="zh-CN" altLang="en-US" dirty="0"/>
              <a:t>软件质量从构成因素上可以分为</a:t>
            </a:r>
            <a:r>
              <a:rPr kumimoji="1" lang="zh-CN" altLang="en-US" dirty="0">
                <a:solidFill>
                  <a:srgbClr val="FF0000"/>
                </a:solidFill>
              </a:rPr>
              <a:t>产品质量</a:t>
            </a:r>
            <a:r>
              <a:rPr kumimoji="1" lang="zh-CN" altLang="en-US" dirty="0"/>
              <a:t>和</a:t>
            </a:r>
            <a:r>
              <a:rPr kumimoji="1" lang="zh-CN" altLang="en-US" dirty="0">
                <a:solidFill>
                  <a:srgbClr val="FF0000"/>
                </a:solidFill>
              </a:rPr>
              <a:t>过程质量</a:t>
            </a:r>
            <a:endParaRPr kumimoji="1" lang="en-US" altLang="zh-CN" dirty="0">
              <a:solidFill>
                <a:srgbClr val="FF0000"/>
              </a:solidFill>
            </a:endParaRPr>
          </a:p>
          <a:p>
            <a:r>
              <a:rPr kumimoji="1" lang="zh-CN" altLang="en-US" dirty="0"/>
              <a:t>产品质量</a:t>
            </a:r>
            <a:r>
              <a:rPr kumimoji="1" lang="en-US" altLang="zh-CN" dirty="0"/>
              <a:t>——</a:t>
            </a:r>
            <a:r>
              <a:rPr kumimoji="1" lang="zh-CN" altLang="en-US" dirty="0"/>
              <a:t>软件成品的质量，包括各类文档和编码的可读性、可靠性、正确性、用户需求的满足程度等</a:t>
            </a:r>
            <a:endParaRPr kumimoji="1" lang="en-US" altLang="zh-CN" dirty="0"/>
          </a:p>
          <a:p>
            <a:r>
              <a:rPr kumimoji="1" lang="zh-CN" altLang="en-US" dirty="0"/>
              <a:t>过程质量</a:t>
            </a:r>
            <a:r>
              <a:rPr kumimoji="1" lang="en-US" altLang="zh-CN" dirty="0"/>
              <a:t>——</a:t>
            </a:r>
            <a:r>
              <a:rPr kumimoji="1" lang="zh-CN" altLang="en-US" dirty="0"/>
              <a:t>开发过程环境的质量，与所采用的技术、开发人员的素质、开发的组织交流、开发设备的利用率等因素有关</a:t>
            </a:r>
            <a:endParaRPr kumimoji="1" lang="en-US" altLang="zh-CN"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提高软件可靠性的方法与技术</a:t>
            </a:r>
            <a:endParaRPr kumimoji="1" lang="zh-CN" altLang="en-US" dirty="0"/>
          </a:p>
        </p:txBody>
      </p:sp>
      <p:sp>
        <p:nvSpPr>
          <p:cNvPr id="3" name="竖排文字占位符 2"/>
          <p:cNvSpPr>
            <a:spLocks noGrp="1"/>
          </p:cNvSpPr>
          <p:nvPr>
            <p:ph type="body" orient="vert" idx="1"/>
          </p:nvPr>
        </p:nvSpPr>
        <p:spPr>
          <a:xfrm>
            <a:off x="1069848" y="1876081"/>
            <a:ext cx="10058400" cy="4223636"/>
          </a:xfrm>
        </p:spPr>
        <p:txBody>
          <a:bodyPr vert="horz" lIns="90000" anchor="t" anchorCtr="0"/>
          <a:lstStyle/>
          <a:p>
            <a:r>
              <a:rPr kumimoji="1" lang="zh-CN" altLang="en-US" dirty="0"/>
              <a:t>建立以可靠性为核心的质量标准</a:t>
            </a:r>
            <a:endParaRPr kumimoji="1" lang="en-US" altLang="zh-CN" dirty="0"/>
          </a:p>
          <a:p>
            <a:endParaRPr kumimoji="1" lang="en-US" altLang="zh-CN" dirty="0"/>
          </a:p>
          <a:p>
            <a:r>
              <a:rPr kumimoji="1" lang="zh-CN" altLang="en-US" dirty="0"/>
              <a:t>软件质量从用户角度上可以分为</a:t>
            </a:r>
            <a:r>
              <a:rPr kumimoji="1" lang="zh-CN" altLang="en-US" dirty="0">
                <a:solidFill>
                  <a:srgbClr val="FF0000"/>
                </a:solidFill>
              </a:rPr>
              <a:t>动态质量</a:t>
            </a:r>
            <a:r>
              <a:rPr kumimoji="1" lang="zh-CN" altLang="en-US" dirty="0"/>
              <a:t>和</a:t>
            </a:r>
            <a:r>
              <a:rPr kumimoji="1" lang="zh-CN" altLang="en-US" dirty="0">
                <a:solidFill>
                  <a:srgbClr val="FF0000"/>
                </a:solidFill>
              </a:rPr>
              <a:t>静态质量</a:t>
            </a:r>
            <a:endParaRPr kumimoji="1" lang="en-US" altLang="zh-CN" dirty="0">
              <a:solidFill>
                <a:srgbClr val="FF0000"/>
              </a:solidFill>
            </a:endParaRPr>
          </a:p>
          <a:p>
            <a:r>
              <a:rPr kumimoji="1" lang="zh-CN" altLang="en-US" dirty="0"/>
              <a:t>静态质量</a:t>
            </a:r>
            <a:r>
              <a:rPr kumimoji="1" lang="en-US" altLang="zh-CN" dirty="0"/>
              <a:t>——</a:t>
            </a:r>
            <a:r>
              <a:rPr kumimoji="1" lang="zh-CN" altLang="en-US" dirty="0"/>
              <a:t>通过审查各开发过程的成果来确认的质量，包括模块化程度、简易程度、完整程度等内容</a:t>
            </a:r>
            <a:endParaRPr kumimoji="1" lang="en-US" altLang="zh-CN" dirty="0"/>
          </a:p>
          <a:p>
            <a:r>
              <a:rPr kumimoji="1" lang="zh-CN" altLang="en-US" dirty="0"/>
              <a:t>动态质量</a:t>
            </a:r>
            <a:r>
              <a:rPr kumimoji="1" lang="en-US" altLang="zh-CN" dirty="0"/>
              <a:t>——</a:t>
            </a:r>
            <a:r>
              <a:rPr kumimoji="1" lang="zh-CN" altLang="en-US" dirty="0"/>
              <a:t>考察运行状况来确认的质量，包括平均故障间隔时间（</a:t>
            </a:r>
            <a:r>
              <a:rPr kumimoji="1" lang="en-US" altLang="zh-CN" dirty="0"/>
              <a:t>MTBF</a:t>
            </a:r>
            <a:r>
              <a:rPr kumimoji="1" lang="zh-CN" altLang="en-US" dirty="0"/>
              <a:t>）、软件故障修复时间（</a:t>
            </a:r>
            <a:r>
              <a:rPr kumimoji="1" lang="en-US" altLang="zh-CN" dirty="0"/>
              <a:t>MTRF</a:t>
            </a:r>
            <a:r>
              <a:rPr kumimoji="1" lang="zh-CN" altLang="en-US" dirty="0"/>
              <a:t>）、可用资源的利用率等</a:t>
            </a:r>
            <a:endParaRPr kumimoji="1" lang="en-US" altLang="zh-CN"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提高软件可靠性的方法与技术</a:t>
            </a:r>
            <a:endParaRPr kumimoji="1" lang="zh-CN" altLang="en-US" dirty="0"/>
          </a:p>
        </p:txBody>
      </p:sp>
      <p:sp>
        <p:nvSpPr>
          <p:cNvPr id="3" name="竖排文字占位符 2"/>
          <p:cNvSpPr>
            <a:spLocks noGrp="1"/>
          </p:cNvSpPr>
          <p:nvPr>
            <p:ph type="body" orient="vert" idx="1"/>
          </p:nvPr>
        </p:nvSpPr>
        <p:spPr>
          <a:xfrm>
            <a:off x="1069848" y="1876081"/>
            <a:ext cx="10058400" cy="4223636"/>
          </a:xfrm>
        </p:spPr>
        <p:txBody>
          <a:bodyPr vert="horz" lIns="90000" anchor="t" anchorCtr="0"/>
          <a:lstStyle/>
          <a:p>
            <a:r>
              <a:rPr kumimoji="1" lang="zh-CN" altLang="en-US" dirty="0"/>
              <a:t>建立以可靠性为核心的质量标准</a:t>
            </a:r>
            <a:endParaRPr kumimoji="1" lang="en-US" altLang="zh-CN" dirty="0"/>
          </a:p>
          <a:p>
            <a:endParaRPr kumimoji="1" lang="en-US" altLang="zh-CN" dirty="0"/>
          </a:p>
          <a:p>
            <a:r>
              <a:rPr kumimoji="1" lang="zh-CN" altLang="en-US" dirty="0"/>
              <a:t>质量标准度量至少应达到以下两个目的：</a:t>
            </a:r>
            <a:endParaRPr kumimoji="1" lang="en-US" altLang="zh-CN" dirty="0"/>
          </a:p>
          <a:p>
            <a:r>
              <a:rPr kumimoji="1" lang="zh-CN" altLang="en-US" dirty="0"/>
              <a:t>明确划分各开发过程（需求分析过程、设计过程、测试过程、验收过程），通过质量检验的反馈作用确保差错及早排除并保证一定的质量</a:t>
            </a:r>
            <a:endParaRPr kumimoji="1" lang="en-US" altLang="zh-CN" dirty="0"/>
          </a:p>
          <a:p>
            <a:r>
              <a:rPr kumimoji="1" lang="zh-CN" altLang="en-US" dirty="0"/>
              <a:t>在各开发过程中实施进度管理，产生阶段质量评价报告，对不合要求的产品及早采取对策</a:t>
            </a:r>
            <a:endParaRPr kumimoji="1" lang="en-US" altLang="zh-CN" dirty="0"/>
          </a:p>
          <a:p>
            <a:endParaRPr kumimoji="1" lang="en-US" altLang="zh-CN" dirty="0"/>
          </a:p>
          <a:p>
            <a:endParaRPr kumimoji="1" lang="en-US" altLang="zh-CN" dirty="0"/>
          </a:p>
          <a:p>
            <a:endParaRPr kumimoji="1" lang="en-US" altLang="zh-CN" dirty="0"/>
          </a:p>
          <a:p>
            <a:endParaRPr kumimoji="1" lang="en-US" altLang="zh-CN"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提高软件可靠性的方法与技术</a:t>
            </a:r>
            <a:endParaRPr kumimoji="1" lang="zh-CN" altLang="en-US" dirty="0"/>
          </a:p>
        </p:txBody>
      </p:sp>
      <p:sp>
        <p:nvSpPr>
          <p:cNvPr id="3" name="竖排文字占位符 2"/>
          <p:cNvSpPr>
            <a:spLocks noGrp="1"/>
          </p:cNvSpPr>
          <p:nvPr>
            <p:ph type="body" orient="vert" idx="1"/>
          </p:nvPr>
        </p:nvSpPr>
        <p:spPr>
          <a:xfrm>
            <a:off x="1069848" y="1876081"/>
            <a:ext cx="10058400" cy="4223636"/>
          </a:xfrm>
        </p:spPr>
        <p:txBody>
          <a:bodyPr vert="horz" lIns="90000" anchor="t" anchorCtr="0"/>
          <a:lstStyle/>
          <a:p>
            <a:r>
              <a:rPr kumimoji="1" lang="zh-CN" altLang="en-US" dirty="0"/>
              <a:t>建立以可靠性为核心的质量标准</a:t>
            </a:r>
            <a:endParaRPr kumimoji="1" lang="en-US" altLang="zh-CN" dirty="0"/>
          </a:p>
          <a:p>
            <a:endParaRPr kumimoji="1" lang="en-US" altLang="zh-CN" dirty="0"/>
          </a:p>
          <a:p>
            <a:r>
              <a:rPr kumimoji="1" lang="zh-CN" altLang="en-US" dirty="0"/>
              <a:t>需求分析质量度量</a:t>
            </a:r>
            <a:r>
              <a:rPr kumimoji="1" lang="en-US" altLang="zh-CN" dirty="0"/>
              <a:t>——</a:t>
            </a:r>
            <a:r>
              <a:rPr kumimoji="1" lang="zh-CN" altLang="en-US" dirty="0"/>
              <a:t>需求分析定义是否完整、准确（无二异性），开发者和用户间是否存在理解不同的情况，文档完成情况，是否有明确的可靠性需求目标、分析设计及可靠性管理措施等</a:t>
            </a:r>
            <a:endParaRPr kumimoji="1" lang="en-US" altLang="zh-CN" dirty="0"/>
          </a:p>
          <a:p>
            <a:r>
              <a:rPr kumimoji="1" lang="zh-CN" altLang="en-US" dirty="0"/>
              <a:t>设计结果质量度量</a:t>
            </a:r>
            <a:r>
              <a:rPr kumimoji="1" lang="en-US" altLang="zh-CN" dirty="0"/>
              <a:t>——</a:t>
            </a:r>
            <a:r>
              <a:rPr kumimoji="1" lang="zh-CN" altLang="en-US" dirty="0"/>
              <a:t>设计工时，程序容量和可读性、可理解性，测试情况数，评价结果，文档完成情况等</a:t>
            </a:r>
            <a:endParaRPr kumimoji="1" lang="en-US" altLang="zh-CN" dirty="0"/>
          </a:p>
          <a:p>
            <a:r>
              <a:rPr kumimoji="1" lang="zh-CN" altLang="en-US" dirty="0"/>
              <a:t>测试结果质量度量</a:t>
            </a:r>
            <a:r>
              <a:rPr kumimoji="1" lang="en-US" altLang="zh-CN" dirty="0"/>
              <a:t>——</a:t>
            </a:r>
            <a:r>
              <a:rPr kumimoji="1" lang="zh-CN" altLang="en-US" dirty="0"/>
              <a:t>测试工时，差错状况，差错数量，差错检出率及残存差错数，差错影响评价，文档，有关非法输入的处理度量等</a:t>
            </a:r>
            <a:endParaRPr kumimoji="1" lang="en-US" altLang="zh-CN" dirty="0"/>
          </a:p>
          <a:p>
            <a:r>
              <a:rPr kumimoji="1" lang="zh-CN" altLang="en-US" dirty="0"/>
              <a:t>验收结果质量度量</a:t>
            </a:r>
            <a:r>
              <a:rPr kumimoji="1" lang="en-US" altLang="zh-CN" dirty="0"/>
              <a:t>——</a:t>
            </a:r>
            <a:r>
              <a:rPr kumimoji="1" lang="zh-CN" altLang="en-US" dirty="0"/>
              <a:t>完成的功能数量、各项性能指标，可靠性等</a:t>
            </a:r>
            <a:endParaRPr kumimoji="1" lang="en-US" altLang="zh-CN" dirty="0"/>
          </a:p>
          <a:p>
            <a:endParaRPr kumimoji="1" lang="en-US" altLang="zh-CN" dirty="0"/>
          </a:p>
          <a:p>
            <a:endParaRPr kumimoji="1" lang="en-US" altLang="zh-CN" dirty="0"/>
          </a:p>
          <a:p>
            <a:endParaRPr kumimoji="1" lang="en-US" altLang="zh-CN"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提高软件可靠性的方法与技术</a:t>
            </a:r>
            <a:endParaRPr kumimoji="1" lang="zh-CN" altLang="en-US" dirty="0"/>
          </a:p>
        </p:txBody>
      </p:sp>
      <p:sp>
        <p:nvSpPr>
          <p:cNvPr id="3" name="竖排文字占位符 2"/>
          <p:cNvSpPr>
            <a:spLocks noGrp="1"/>
          </p:cNvSpPr>
          <p:nvPr>
            <p:ph type="body" orient="vert" idx="1"/>
          </p:nvPr>
        </p:nvSpPr>
        <p:spPr>
          <a:xfrm>
            <a:off x="1069848" y="1876081"/>
            <a:ext cx="10058400" cy="4223636"/>
          </a:xfrm>
        </p:spPr>
        <p:txBody>
          <a:bodyPr vert="horz" lIns="90000" anchor="t" anchorCtr="0"/>
          <a:lstStyle/>
          <a:p>
            <a:r>
              <a:rPr kumimoji="1" lang="zh-CN" altLang="en-US" dirty="0"/>
              <a:t>选择开发方法</a:t>
            </a:r>
            <a:endParaRPr kumimoji="1" lang="en-US" altLang="zh-CN" dirty="0"/>
          </a:p>
          <a:p>
            <a:endParaRPr kumimoji="1" lang="en-US" altLang="zh-CN" dirty="0"/>
          </a:p>
          <a:p>
            <a:r>
              <a:rPr kumimoji="1" lang="zh-CN" altLang="en-US" dirty="0"/>
              <a:t>目前的软件开发方法主要有：</a:t>
            </a:r>
            <a:r>
              <a:rPr kumimoji="1" lang="en-US" altLang="zh-CN" dirty="0" err="1"/>
              <a:t>Parnas</a:t>
            </a:r>
            <a:r>
              <a:rPr kumimoji="1" lang="zh-CN" altLang="en-US" dirty="0"/>
              <a:t>方法、</a:t>
            </a:r>
            <a:r>
              <a:rPr kumimoji="1" lang="en-US" altLang="zh-CN" dirty="0"/>
              <a:t>Yourdon</a:t>
            </a:r>
            <a:r>
              <a:rPr kumimoji="1" lang="zh-CN" altLang="en-US" dirty="0"/>
              <a:t>方法、面向数据结构的</a:t>
            </a:r>
            <a:r>
              <a:rPr kumimoji="1" lang="en-US" altLang="zh-CN" dirty="0"/>
              <a:t>Jackson</a:t>
            </a:r>
            <a:r>
              <a:rPr kumimoji="1" lang="zh-CN" altLang="en-US" dirty="0"/>
              <a:t>方法和</a:t>
            </a:r>
            <a:r>
              <a:rPr kumimoji="1" lang="en-US" altLang="zh-CN" dirty="0" err="1"/>
              <a:t>Warnier</a:t>
            </a:r>
            <a:r>
              <a:rPr kumimoji="1" lang="zh-CN" altLang="en-US" dirty="0"/>
              <a:t>方法、</a:t>
            </a:r>
            <a:r>
              <a:rPr kumimoji="1" lang="en-US" altLang="zh-CN" dirty="0"/>
              <a:t>PSL/PSA</a:t>
            </a:r>
            <a:r>
              <a:rPr kumimoji="1" lang="zh-CN" altLang="en-US" dirty="0"/>
              <a:t>方法、原型化方法、面向对象方法、可视化方法、</a:t>
            </a:r>
            <a:r>
              <a:rPr kumimoji="1" lang="en-US" altLang="zh-CN" dirty="0"/>
              <a:t>ICASE</a:t>
            </a:r>
            <a:r>
              <a:rPr kumimoji="1" lang="zh-CN" altLang="en-US" dirty="0"/>
              <a:t>方法、瑞理开发方法、</a:t>
            </a:r>
            <a:r>
              <a:rPr kumimoji="1" lang="en-US" altLang="zh-CN" dirty="0"/>
              <a:t>BSP</a:t>
            </a:r>
            <a:r>
              <a:rPr kumimoji="1" lang="zh-CN" altLang="en-US" dirty="0"/>
              <a:t>方法、</a:t>
            </a:r>
            <a:r>
              <a:rPr kumimoji="1" lang="en-US" altLang="zh-CN" dirty="0"/>
              <a:t>CSF</a:t>
            </a:r>
            <a:r>
              <a:rPr kumimoji="1" lang="zh-CN" altLang="en-US" dirty="0"/>
              <a:t>方法等</a:t>
            </a:r>
            <a:endParaRPr kumimoji="1" lang="en-US" altLang="zh-CN" dirty="0"/>
          </a:p>
          <a:p>
            <a:r>
              <a:rPr kumimoji="1" lang="en-US" altLang="zh-CN" dirty="0" err="1">
                <a:solidFill>
                  <a:srgbClr val="FF0000"/>
                </a:solidFill>
              </a:rPr>
              <a:t>Parnas</a:t>
            </a:r>
            <a:r>
              <a:rPr kumimoji="1" lang="zh-CN" altLang="en-US" dirty="0">
                <a:solidFill>
                  <a:srgbClr val="FF0000"/>
                </a:solidFill>
              </a:rPr>
              <a:t>方法</a:t>
            </a:r>
            <a:r>
              <a:rPr kumimoji="1" lang="zh-CN" altLang="en-US" dirty="0"/>
              <a:t>：</a:t>
            </a:r>
            <a:endParaRPr kumimoji="1" lang="en-US" altLang="zh-CN" dirty="0"/>
          </a:p>
          <a:p>
            <a:r>
              <a:rPr kumimoji="1" lang="zh-CN" altLang="en-US" dirty="0"/>
              <a:t>在设计中要求先列出将来可能要变化的因素，在划分模块时将一些可能发生变化的因素隐含在某个模块内部，使其他模块与此无关，这样就提高了软件的可维护性与可靠性</a:t>
            </a:r>
            <a:endParaRPr kumimoji="1" lang="en-US" altLang="zh-CN" dirty="0"/>
          </a:p>
          <a:p>
            <a:r>
              <a:rPr kumimoji="1" lang="zh-CN" altLang="en-US" dirty="0"/>
              <a:t>对接近硬件的模块对硬件行为进行检查，及时发现错误</a:t>
            </a:r>
            <a:endParaRPr kumimoji="1" lang="en-US" altLang="zh-CN" dirty="0"/>
          </a:p>
          <a:p>
            <a:r>
              <a:rPr kumimoji="1" lang="zh-CN" altLang="en-US" dirty="0"/>
              <a:t>输入模块对输入数据进行合法性检查，检查是否合法、越权，及时纠错</a:t>
            </a:r>
            <a:endParaRPr kumimoji="1" lang="en-US" altLang="zh-CN" dirty="0"/>
          </a:p>
          <a:p>
            <a:r>
              <a:rPr kumimoji="1" lang="zh-CN" altLang="en-US" dirty="0"/>
              <a:t>加强模块间检查，防止错误蔓延</a:t>
            </a:r>
            <a:endParaRPr kumimoji="1" lang="en-US" altLang="zh-CN" dirty="0"/>
          </a:p>
          <a:p>
            <a:endParaRPr kumimoji="1" lang="en-US" altLang="zh-CN"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提高软件可靠性的方法与技术</a:t>
            </a:r>
            <a:endParaRPr kumimoji="1" lang="zh-CN" altLang="en-US" dirty="0"/>
          </a:p>
        </p:txBody>
      </p:sp>
      <p:sp>
        <p:nvSpPr>
          <p:cNvPr id="3" name="竖排文字占位符 2"/>
          <p:cNvSpPr>
            <a:spLocks noGrp="1"/>
          </p:cNvSpPr>
          <p:nvPr>
            <p:ph type="body" orient="vert" idx="1"/>
          </p:nvPr>
        </p:nvSpPr>
        <p:spPr>
          <a:xfrm>
            <a:off x="1069848" y="1876081"/>
            <a:ext cx="10058400" cy="4223636"/>
          </a:xfrm>
        </p:spPr>
        <p:txBody>
          <a:bodyPr vert="horz" lIns="90000" anchor="t" anchorCtr="0"/>
          <a:lstStyle/>
          <a:p>
            <a:r>
              <a:rPr kumimoji="1" lang="zh-CN" altLang="en-US" dirty="0"/>
              <a:t>软件重用</a:t>
            </a:r>
            <a:endParaRPr kumimoji="1" lang="en-US" altLang="zh-CN" dirty="0"/>
          </a:p>
          <a:p>
            <a:endParaRPr kumimoji="1" lang="en-US" altLang="zh-CN" dirty="0"/>
          </a:p>
          <a:p>
            <a:r>
              <a:rPr kumimoji="1" lang="zh-CN" altLang="en-US" dirty="0"/>
              <a:t>软件重用不仅仅指软件本身，也可以是软件的开发思想方法、文档，甚至环境、数据等，包括以下</a:t>
            </a:r>
            <a:r>
              <a:rPr kumimoji="1" lang="en-US" altLang="zh-CN" dirty="0"/>
              <a:t>3</a:t>
            </a:r>
            <a:r>
              <a:rPr kumimoji="1" lang="zh-CN" altLang="en-US" dirty="0"/>
              <a:t>个方面内容的重用：</a:t>
            </a:r>
            <a:endParaRPr kumimoji="1" lang="en-US" altLang="zh-CN" dirty="0"/>
          </a:p>
          <a:p>
            <a:r>
              <a:rPr kumimoji="1" lang="zh-CN" altLang="en-US" dirty="0"/>
              <a:t>开发过程重用</a:t>
            </a:r>
            <a:r>
              <a:rPr kumimoji="1" lang="en-US" altLang="zh-CN" dirty="0"/>
              <a:t>——</a:t>
            </a:r>
            <a:r>
              <a:rPr kumimoji="1" lang="zh-CN" altLang="en-US" dirty="0"/>
              <a:t>指开发规范、各种开发方法、工具和标准等</a:t>
            </a:r>
            <a:endParaRPr kumimoji="1" lang="en-US" altLang="zh-CN" dirty="0"/>
          </a:p>
          <a:p>
            <a:r>
              <a:rPr kumimoji="1" lang="zh-CN" altLang="en-US" dirty="0"/>
              <a:t>软件构建重用</a:t>
            </a:r>
            <a:r>
              <a:rPr kumimoji="1" lang="en-US" altLang="zh-CN" dirty="0"/>
              <a:t>——</a:t>
            </a:r>
            <a:r>
              <a:rPr kumimoji="1" lang="zh-CN" altLang="en-US" dirty="0"/>
              <a:t>指文档、程序和数据等</a:t>
            </a:r>
            <a:endParaRPr kumimoji="1" lang="en-US" altLang="zh-CN" dirty="0"/>
          </a:p>
          <a:p>
            <a:r>
              <a:rPr kumimoji="1" lang="zh-CN" altLang="en-US" dirty="0"/>
              <a:t>知识重用</a:t>
            </a:r>
            <a:r>
              <a:rPr kumimoji="1" lang="en-US" altLang="zh-CN" dirty="0"/>
              <a:t>——</a:t>
            </a:r>
            <a:r>
              <a:rPr kumimoji="1" lang="zh-CN" altLang="en-US" dirty="0"/>
              <a:t>如相关领域专业知识的重用</a:t>
            </a:r>
            <a:endParaRPr kumimoji="1" lang="en-US" altLang="zh-CN"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提高软件可靠性的方法与技术</a:t>
            </a:r>
            <a:endParaRPr kumimoji="1" lang="zh-CN" altLang="en-US" dirty="0"/>
          </a:p>
        </p:txBody>
      </p:sp>
      <p:sp>
        <p:nvSpPr>
          <p:cNvPr id="3" name="竖排文字占位符 2"/>
          <p:cNvSpPr>
            <a:spLocks noGrp="1"/>
          </p:cNvSpPr>
          <p:nvPr>
            <p:ph type="body" orient="vert" idx="1"/>
          </p:nvPr>
        </p:nvSpPr>
        <p:spPr>
          <a:xfrm>
            <a:off x="1069848" y="1876081"/>
            <a:ext cx="10058400" cy="4223636"/>
          </a:xfrm>
        </p:spPr>
        <p:txBody>
          <a:bodyPr vert="horz" lIns="90000" anchor="t" anchorCtr="0"/>
          <a:lstStyle/>
          <a:p>
            <a:r>
              <a:rPr kumimoji="1" lang="zh-CN" altLang="en-US" dirty="0"/>
              <a:t>使用开发管理工具</a:t>
            </a:r>
            <a:endParaRPr kumimoji="1" lang="en-US" altLang="zh-CN" dirty="0"/>
          </a:p>
          <a:p>
            <a:endParaRPr kumimoji="1" lang="en-US" altLang="zh-CN" dirty="0"/>
          </a:p>
          <a:p>
            <a:r>
              <a:rPr kumimoji="1" lang="zh-CN" altLang="en-US" dirty="0"/>
              <a:t>使用开发管理工具可以带来不少好处：</a:t>
            </a:r>
            <a:endParaRPr kumimoji="1" lang="en-US" altLang="zh-CN" dirty="0"/>
          </a:p>
          <a:p>
            <a:r>
              <a:rPr kumimoji="1" lang="zh-CN" altLang="en-US" dirty="0"/>
              <a:t>规范开发过程、缩短开发周期、减少开发成本、降低项目投资风险</a:t>
            </a:r>
            <a:endParaRPr kumimoji="1" lang="en-US" altLang="zh-CN" dirty="0"/>
          </a:p>
          <a:p>
            <a:r>
              <a:rPr kumimoji="1" lang="zh-CN" altLang="en-US" dirty="0"/>
              <a:t>自动创造完整的文档，便于软件维护</a:t>
            </a:r>
            <a:endParaRPr kumimoji="1" lang="en-US" altLang="zh-CN" dirty="0"/>
          </a:p>
          <a:p>
            <a:r>
              <a:rPr kumimoji="1" lang="zh-CN" altLang="en-US" dirty="0"/>
              <a:t>管理软件多重版本</a:t>
            </a:r>
            <a:endParaRPr kumimoji="1" lang="en-US" altLang="zh-CN" dirty="0"/>
          </a:p>
          <a:p>
            <a:r>
              <a:rPr kumimoji="1" lang="zh-CN" altLang="en-US" dirty="0"/>
              <a:t>管理和追踪开发过程中危机软件质量和影响开发周期的缺陷和变化，便于软件重用，避免数据丢失，也便于开发人员的交流</a:t>
            </a:r>
            <a:endParaRPr kumimoji="1" lang="en-US" altLang="zh-CN" dirty="0"/>
          </a:p>
        </p:txBody>
      </p:sp>
      <p:pic>
        <p:nvPicPr>
          <p:cNvPr id="5" name="图片 4"/>
          <p:cNvPicPr>
            <a:picLocks noChangeAspect="1"/>
          </p:cNvPicPr>
          <p:nvPr/>
        </p:nvPicPr>
        <p:blipFill>
          <a:blip r:embed="rId1" cstate="hqprint">
            <a:extLst>
              <a:ext uri="{28A0092B-C50C-407E-A947-70E740481C1C}">
                <a14:useLocalDpi xmlns:a14="http://schemas.microsoft.com/office/drawing/2010/main" val="0"/>
              </a:ext>
            </a:extLst>
          </a:blip>
          <a:stretch>
            <a:fillRect/>
          </a:stretch>
        </p:blipFill>
        <p:spPr>
          <a:xfrm>
            <a:off x="9424639" y="2093976"/>
            <a:ext cx="1959939" cy="1959939"/>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提高软件可靠性的方法与技术</a:t>
            </a:r>
            <a:endParaRPr kumimoji="1" lang="zh-CN" altLang="en-US" dirty="0"/>
          </a:p>
        </p:txBody>
      </p:sp>
      <p:sp>
        <p:nvSpPr>
          <p:cNvPr id="3" name="竖排文字占位符 2"/>
          <p:cNvSpPr>
            <a:spLocks noGrp="1"/>
          </p:cNvSpPr>
          <p:nvPr>
            <p:ph type="body" orient="vert" idx="1"/>
          </p:nvPr>
        </p:nvSpPr>
        <p:spPr>
          <a:xfrm>
            <a:off x="1069848" y="1876081"/>
            <a:ext cx="10058400" cy="4223636"/>
          </a:xfrm>
        </p:spPr>
        <p:txBody>
          <a:bodyPr vert="horz" lIns="90000" anchor="t" anchorCtr="0"/>
          <a:lstStyle/>
          <a:p>
            <a:r>
              <a:rPr kumimoji="1" lang="zh-CN" altLang="en-US" dirty="0"/>
              <a:t>加强测试</a:t>
            </a:r>
            <a:endParaRPr kumimoji="1" lang="en-US" altLang="zh-CN" dirty="0"/>
          </a:p>
          <a:p>
            <a:endParaRPr kumimoji="1" lang="en-US" altLang="zh-CN" dirty="0"/>
          </a:p>
          <a:p>
            <a:r>
              <a:rPr kumimoji="1" lang="zh-CN" altLang="en-US" dirty="0"/>
              <a:t>测试规范：</a:t>
            </a:r>
            <a:endParaRPr kumimoji="1" lang="en-US" altLang="zh-CN" dirty="0"/>
          </a:p>
          <a:p>
            <a:r>
              <a:rPr kumimoji="1" lang="zh-CN" altLang="en-US" dirty="0"/>
              <a:t>测试设计文档</a:t>
            </a:r>
            <a:r>
              <a:rPr kumimoji="1" lang="en-US" altLang="zh-CN" dirty="0"/>
              <a:t>——</a:t>
            </a:r>
            <a:r>
              <a:rPr kumimoji="1" lang="zh-CN" altLang="en-US" dirty="0"/>
              <a:t>详细描述测试方法，规定该设计及其有关测试所包括的特性，还应规定完成测试所需的测试用例和测试规程，规定特性的通过</a:t>
            </a:r>
            <a:r>
              <a:rPr kumimoji="1" lang="en-US" altLang="zh-CN" dirty="0"/>
              <a:t>/</a:t>
            </a:r>
            <a:r>
              <a:rPr kumimoji="1" lang="zh-CN" altLang="en-US" dirty="0"/>
              <a:t>失败判定准则</a:t>
            </a:r>
            <a:endParaRPr kumimoji="1" lang="en-US" altLang="zh-CN" dirty="0"/>
          </a:p>
          <a:p>
            <a:r>
              <a:rPr kumimoji="1" lang="zh-CN" altLang="en-US" dirty="0"/>
              <a:t>测试用例规范</a:t>
            </a:r>
            <a:r>
              <a:rPr kumimoji="1" lang="en-US" altLang="zh-CN" dirty="0"/>
              <a:t>——</a:t>
            </a:r>
            <a:r>
              <a:rPr kumimoji="1" lang="zh-CN" altLang="en-US" dirty="0"/>
              <a:t>列出用于输入的具体值及预期输出结果，规定在使用具体测试用例时对测试规程的各种限制</a:t>
            </a:r>
            <a:endParaRPr kumimoji="1" lang="en-US" altLang="zh-CN" dirty="0"/>
          </a:p>
          <a:p>
            <a:r>
              <a:rPr kumimoji="1" lang="zh-CN" altLang="en-US" dirty="0"/>
              <a:t>测试规程规范</a:t>
            </a:r>
            <a:r>
              <a:rPr kumimoji="1" lang="en-US" altLang="zh-CN" dirty="0"/>
              <a:t>——</a:t>
            </a:r>
            <a:r>
              <a:rPr kumimoji="1" lang="zh-CN" altLang="en-US" dirty="0"/>
              <a:t>规定对于运行该系统和执行制定的测试用例实现有关测试所要求的所有步骤</a:t>
            </a:r>
            <a:endParaRPr kumimoji="1" lang="en-US" altLang="zh-CN"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提高软件可靠性的方法与技术</a:t>
            </a:r>
            <a:endParaRPr kumimoji="1" lang="zh-CN" altLang="en-US" dirty="0"/>
          </a:p>
        </p:txBody>
      </p:sp>
      <p:sp>
        <p:nvSpPr>
          <p:cNvPr id="3" name="竖排文字占位符 2"/>
          <p:cNvSpPr>
            <a:spLocks noGrp="1"/>
          </p:cNvSpPr>
          <p:nvPr>
            <p:ph type="body" orient="vert" idx="1"/>
          </p:nvPr>
        </p:nvSpPr>
        <p:spPr>
          <a:xfrm>
            <a:off x="1069848" y="1876081"/>
            <a:ext cx="10058400" cy="4223636"/>
          </a:xfrm>
        </p:spPr>
        <p:txBody>
          <a:bodyPr vert="horz" lIns="90000" anchor="t" anchorCtr="0"/>
          <a:lstStyle/>
          <a:p>
            <a:r>
              <a:rPr kumimoji="1" lang="zh-CN" altLang="en-US" dirty="0"/>
              <a:t>容错设计</a:t>
            </a:r>
            <a:endParaRPr kumimoji="1" lang="en-US" altLang="zh-CN" dirty="0"/>
          </a:p>
          <a:p>
            <a:endParaRPr kumimoji="1" lang="en-US" altLang="zh-CN" dirty="0"/>
          </a:p>
          <a:p>
            <a:r>
              <a:rPr kumimoji="1" lang="zh-CN" altLang="en-US" dirty="0"/>
              <a:t>算法模型化</a:t>
            </a:r>
            <a:r>
              <a:rPr kumimoji="1" lang="en-US" altLang="zh-CN" dirty="0"/>
              <a:t>——</a:t>
            </a:r>
            <a:r>
              <a:rPr kumimoji="1" lang="zh-CN" altLang="en-US" dirty="0"/>
              <a:t>把可以保证正确实现需求规格的算法模型化</a:t>
            </a:r>
            <a:endParaRPr kumimoji="1" lang="en-US" altLang="zh-CN" dirty="0"/>
          </a:p>
          <a:p>
            <a:r>
              <a:rPr kumimoji="1" lang="zh-CN" altLang="en-US" dirty="0"/>
              <a:t>模拟模型化</a:t>
            </a:r>
            <a:r>
              <a:rPr kumimoji="1" lang="en-US" altLang="zh-CN" dirty="0"/>
              <a:t>——</a:t>
            </a:r>
            <a:r>
              <a:rPr kumimoji="1" lang="zh-CN" altLang="en-US" dirty="0"/>
              <a:t>为了保证在确定的资源条件下的预测性能的发挥，使软件运行时间、内存使用量及控制执行模型化</a:t>
            </a:r>
            <a:endParaRPr kumimoji="1" lang="en-US" altLang="zh-CN" dirty="0"/>
          </a:p>
          <a:p>
            <a:r>
              <a:rPr kumimoji="1" lang="zh-CN" altLang="en-US" dirty="0"/>
              <a:t>可靠性模型</a:t>
            </a:r>
            <a:r>
              <a:rPr kumimoji="1" lang="en-US" altLang="zh-CN" dirty="0"/>
              <a:t>——</a:t>
            </a:r>
            <a:r>
              <a:rPr kumimoji="1" lang="zh-CN" altLang="en-US" dirty="0"/>
              <a:t>使用可靠性模型从差错发生频度出发预测可靠性</a:t>
            </a:r>
            <a:endParaRPr kumimoji="1" lang="en-US" altLang="zh-CN" dirty="0"/>
          </a:p>
          <a:p>
            <a:r>
              <a:rPr kumimoji="1" lang="zh-CN" altLang="en-US" dirty="0"/>
              <a:t>正确性证明</a:t>
            </a:r>
            <a:r>
              <a:rPr kumimoji="1" lang="en-US" altLang="zh-CN" dirty="0"/>
              <a:t>——</a:t>
            </a:r>
            <a:r>
              <a:rPr kumimoji="1" lang="zh-CN" altLang="en-US" dirty="0"/>
              <a:t>使用形式符号及数学归纳法等证明算法的正确性</a:t>
            </a:r>
            <a:endParaRPr kumimoji="1" lang="en-US" altLang="zh-CN" dirty="0"/>
          </a:p>
          <a:p>
            <a:r>
              <a:rPr kumimoji="1" lang="zh-CN" altLang="en-US" dirty="0"/>
              <a:t>软件危险分析与故障树分析</a:t>
            </a:r>
            <a:r>
              <a:rPr kumimoji="1" lang="en-US" altLang="zh-CN" dirty="0"/>
              <a:t>——</a:t>
            </a:r>
            <a:r>
              <a:rPr kumimoji="1" lang="zh-CN" altLang="en-US" dirty="0"/>
              <a:t>从设计或编码的结构出发，追踪软件开发过程中潜在系统缺陷的原因</a:t>
            </a:r>
            <a:endParaRPr kumimoji="1" lang="en-US" altLang="zh-CN" dirty="0"/>
          </a:p>
          <a:p>
            <a:r>
              <a:rPr kumimoji="1" lang="zh-CN" altLang="en-US" dirty="0"/>
              <a:t>分布接口需求规格说明</a:t>
            </a:r>
            <a:r>
              <a:rPr kumimoji="1" lang="en-US" altLang="zh-CN" dirty="0"/>
              <a:t>——</a:t>
            </a:r>
            <a:r>
              <a:rPr kumimoji="1" lang="zh-CN" altLang="en-US" dirty="0"/>
              <a:t>在设计的各阶段使用形式的接口需求规格说明，以便验证需求的分布接口实现可能性与完备性</a:t>
            </a:r>
            <a:endParaRPr kumimoji="1" lang="en-US" altLang="zh-CN"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提高软件可靠性的方法与技术</a:t>
            </a:r>
            <a:endParaRPr kumimoji="1" lang="zh-CN" altLang="en-US" dirty="0"/>
          </a:p>
        </p:txBody>
      </p:sp>
      <p:sp>
        <p:nvSpPr>
          <p:cNvPr id="3" name="竖排文字占位符 2"/>
          <p:cNvSpPr>
            <a:spLocks noGrp="1"/>
          </p:cNvSpPr>
          <p:nvPr>
            <p:ph type="body" orient="vert" idx="1"/>
          </p:nvPr>
        </p:nvSpPr>
        <p:spPr>
          <a:xfrm>
            <a:off x="1069848" y="1876081"/>
            <a:ext cx="10058400" cy="4223636"/>
          </a:xfrm>
        </p:spPr>
        <p:txBody>
          <a:bodyPr vert="horz" lIns="90000" anchor="t" anchorCtr="0"/>
          <a:lstStyle/>
          <a:p>
            <a:r>
              <a:rPr kumimoji="1" lang="zh-CN" altLang="en-US" dirty="0"/>
              <a:t>容错设计</a:t>
            </a:r>
            <a:endParaRPr kumimoji="1" lang="en-US" altLang="zh-CN" dirty="0"/>
          </a:p>
          <a:p>
            <a:endParaRPr kumimoji="1" lang="en-US" altLang="zh-CN" dirty="0"/>
          </a:p>
          <a:p>
            <a:r>
              <a:rPr kumimoji="1" lang="en-US" altLang="zh-CN" dirty="0"/>
              <a:t>N</a:t>
            </a:r>
            <a:r>
              <a:rPr kumimoji="1" lang="zh-CN" altLang="en-US" dirty="0"/>
              <a:t>版本技术</a:t>
            </a:r>
            <a:r>
              <a:rPr kumimoji="1" lang="en-US" altLang="zh-CN" dirty="0"/>
              <a:t>——</a:t>
            </a:r>
            <a:r>
              <a:rPr kumimoji="1" lang="zh-CN" altLang="en-US" dirty="0"/>
              <a:t>依据相同规范要求独立设计</a:t>
            </a:r>
            <a:r>
              <a:rPr kumimoji="1" lang="en-US" altLang="zh-CN" dirty="0"/>
              <a:t>N</a:t>
            </a:r>
            <a:r>
              <a:rPr kumimoji="1" lang="zh-CN" altLang="en-US" dirty="0"/>
              <a:t>个功能相等的程序（或版本）</a:t>
            </a:r>
            <a:endParaRPr kumimoji="1" lang="en-US" altLang="zh-CN" dirty="0"/>
          </a:p>
          <a:p>
            <a:r>
              <a:rPr kumimoji="1" lang="zh-CN" altLang="en-US" dirty="0"/>
              <a:t>恢复块技术</a:t>
            </a:r>
            <a:r>
              <a:rPr kumimoji="1" lang="en-US" altLang="zh-CN" dirty="0"/>
              <a:t>——</a:t>
            </a:r>
            <a:r>
              <a:rPr kumimoji="1" lang="zh-CN" altLang="en-US" dirty="0"/>
              <a:t>使用自动前向错误恢复的故障处理技术</a:t>
            </a:r>
            <a:endParaRPr kumimoji="1" lang="en-US" altLang="zh-CN" dirty="0"/>
          </a:p>
          <a:p>
            <a:r>
              <a:rPr kumimoji="1" lang="zh-CN" altLang="en-US" dirty="0"/>
              <a:t>防错性程序设计</a:t>
            </a:r>
            <a:r>
              <a:rPr kumimoji="1" lang="en-US" altLang="zh-CN" dirty="0"/>
              <a:t>——</a:t>
            </a:r>
            <a:r>
              <a:rPr kumimoji="1" lang="zh-CN" altLang="en-US" dirty="0"/>
              <a:t>在程序中进行错误检查。被动的防错性程序设计是当到达检查点时检查一个计算机程序的适当点的信息；主动的防错性程序设计是周期性地搜查整个程序、数据，或在空闲时间寻找不寻常的条件</a:t>
            </a:r>
            <a:endParaRPr kumimoji="1" lang="en-US" altLang="zh-CN"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5313667" y="1268760"/>
            <a:ext cx="5050904" cy="2677656"/>
          </a:xfrm>
          <a:prstGeom prst="rect">
            <a:avLst/>
          </a:prstGeom>
          <a:noFill/>
        </p:spPr>
        <p:txBody>
          <a:bodyPr wrap="square" rtlCol="0">
            <a:spAutoFit/>
          </a:bodyPr>
          <a:lstStyle/>
          <a:p>
            <a:pPr marL="285750" indent="-285750">
              <a:buFont typeface="Arial" panose="020B0604020202020204" pitchFamily="34" charset="0"/>
              <a:buChar char="•"/>
            </a:pPr>
            <a:r>
              <a:rPr lang="zh-CN" altLang="en-US" sz="2400" b="1" dirty="0">
                <a:solidFill>
                  <a:prstClr val="black"/>
                </a:solidFill>
                <a:latin typeface="Arial" panose="020B0604020202020204"/>
                <a:ea typeface="微软雅黑 Light" panose="020B0502040204020203" charset="-122"/>
              </a:rPr>
              <a:t>软件可靠性</a:t>
            </a:r>
            <a:endParaRPr lang="en-US" altLang="zh-CN" sz="2400" b="1" dirty="0">
              <a:solidFill>
                <a:prstClr val="black"/>
              </a:solidFill>
              <a:latin typeface="Arial" panose="020B0604020202020204"/>
              <a:ea typeface="微软雅黑 Light" panose="020B0502040204020203" charset="-122"/>
            </a:endParaRPr>
          </a:p>
          <a:p>
            <a:pPr marL="742950" lvl="1" indent="-285750">
              <a:buFont typeface="Arial" panose="020B0604020202020204" pitchFamily="34" charset="0"/>
              <a:buChar char="•"/>
            </a:pPr>
            <a:r>
              <a:rPr lang="zh-CN" altLang="en-US" sz="2400" dirty="0">
                <a:solidFill>
                  <a:prstClr val="black"/>
                </a:solidFill>
                <a:latin typeface="Arial" panose="020B0604020202020204"/>
                <a:ea typeface="微软雅黑 Light" panose="020B0502040204020203" charset="-122"/>
              </a:rPr>
              <a:t>软件系统在</a:t>
            </a:r>
            <a:r>
              <a:rPr lang="zh-CN" altLang="en-US" sz="2400" dirty="0">
                <a:solidFill>
                  <a:srgbClr val="C00000"/>
                </a:solidFill>
                <a:latin typeface="Arial" panose="020B0604020202020204"/>
                <a:ea typeface="微软雅黑 Light" panose="020B0502040204020203" charset="-122"/>
              </a:rPr>
              <a:t>规定的时间</a:t>
            </a:r>
            <a:r>
              <a:rPr lang="zh-CN" altLang="en-US" sz="2400" dirty="0">
                <a:solidFill>
                  <a:prstClr val="black"/>
                </a:solidFill>
                <a:latin typeface="Arial" panose="020B0604020202020204"/>
                <a:ea typeface="微软雅黑 Light" panose="020B0502040204020203" charset="-122"/>
              </a:rPr>
              <a:t>内以及</a:t>
            </a:r>
            <a:r>
              <a:rPr lang="zh-CN" altLang="en-US" sz="2400" dirty="0">
                <a:solidFill>
                  <a:srgbClr val="C00000"/>
                </a:solidFill>
                <a:latin typeface="Arial" panose="020B0604020202020204"/>
                <a:ea typeface="微软雅黑 Light" panose="020B0502040204020203" charset="-122"/>
              </a:rPr>
              <a:t>规定的环境条件</a:t>
            </a:r>
            <a:r>
              <a:rPr lang="zh-CN" altLang="en-US" sz="2400" dirty="0">
                <a:solidFill>
                  <a:prstClr val="black"/>
                </a:solidFill>
                <a:latin typeface="Arial" panose="020B0604020202020204"/>
                <a:ea typeface="微软雅黑 Light" panose="020B0502040204020203" charset="-122"/>
              </a:rPr>
              <a:t>下，完成</a:t>
            </a:r>
            <a:r>
              <a:rPr lang="zh-CN" altLang="en-US" sz="2400" dirty="0">
                <a:solidFill>
                  <a:srgbClr val="C00000"/>
                </a:solidFill>
                <a:latin typeface="Arial" panose="020B0604020202020204"/>
                <a:ea typeface="微软雅黑 Light" panose="020B0502040204020203" charset="-122"/>
              </a:rPr>
              <a:t>规定功能</a:t>
            </a:r>
            <a:r>
              <a:rPr lang="zh-CN" altLang="en-US" sz="2400" dirty="0">
                <a:solidFill>
                  <a:prstClr val="black"/>
                </a:solidFill>
                <a:latin typeface="Arial" panose="020B0604020202020204"/>
                <a:ea typeface="微软雅黑 Light" panose="020B0502040204020203" charset="-122"/>
              </a:rPr>
              <a:t>的能力</a:t>
            </a:r>
            <a:endParaRPr lang="en-US" altLang="zh-CN" sz="2400" dirty="0">
              <a:solidFill>
                <a:prstClr val="black"/>
              </a:solidFill>
              <a:latin typeface="Arial" panose="020B0604020202020204"/>
              <a:ea typeface="微软雅黑 Light" panose="020B0502040204020203" charset="-122"/>
            </a:endParaRPr>
          </a:p>
          <a:p>
            <a:pPr marL="742950" lvl="1" indent="-285750">
              <a:buFont typeface="Arial" panose="020B0604020202020204" pitchFamily="34" charset="0"/>
              <a:buChar char="•"/>
            </a:pPr>
            <a:r>
              <a:rPr lang="zh-CN" altLang="en-US" sz="2400" dirty="0">
                <a:solidFill>
                  <a:prstClr val="black"/>
                </a:solidFill>
                <a:latin typeface="Arial" panose="020B0604020202020204"/>
                <a:ea typeface="微软雅黑 Light" panose="020B0502040204020203" charset="-122"/>
              </a:rPr>
              <a:t>可靠：</a:t>
            </a:r>
            <a:r>
              <a:rPr lang="en-US" altLang="zh-CN" sz="2400" dirty="0">
                <a:solidFill>
                  <a:prstClr val="black"/>
                </a:solidFill>
                <a:latin typeface="Arial" panose="020B0604020202020204"/>
                <a:ea typeface="微软雅黑 Light" panose="020B0502040204020203" charset="-122"/>
              </a:rPr>
              <a:t>yielding the same</a:t>
            </a:r>
            <a:endParaRPr lang="en-US" altLang="zh-CN" sz="2400" dirty="0">
              <a:solidFill>
                <a:prstClr val="black"/>
              </a:solidFill>
              <a:latin typeface="Arial" panose="020B0604020202020204"/>
              <a:ea typeface="微软雅黑 Light" panose="020B0502040204020203" charset="-122"/>
            </a:endParaRPr>
          </a:p>
          <a:p>
            <a:pPr marL="742950" lvl="1" indent="-285750">
              <a:buFont typeface="Arial" panose="020B0604020202020204" pitchFamily="34" charset="0"/>
              <a:buChar char="•"/>
            </a:pPr>
            <a:r>
              <a:rPr lang="zh-CN" altLang="en-US" sz="2400" dirty="0">
                <a:solidFill>
                  <a:prstClr val="black"/>
                </a:solidFill>
                <a:latin typeface="Arial" panose="020B0604020202020204"/>
                <a:ea typeface="微软雅黑 Light" panose="020B0502040204020203" charset="-122"/>
              </a:rPr>
              <a:t>可靠性的例子</a:t>
            </a:r>
            <a:endParaRPr lang="en-US" altLang="zh-CN" sz="2400" dirty="0">
              <a:solidFill>
                <a:prstClr val="black"/>
              </a:solidFill>
              <a:latin typeface="Arial" panose="020B0604020202020204"/>
              <a:ea typeface="微软雅黑 Light" panose="020B0502040204020203" charset="-122"/>
            </a:endParaRPr>
          </a:p>
          <a:p>
            <a:pPr marL="1200150" lvl="2" indent="-285750">
              <a:buFont typeface="Arial" panose="020B0604020202020204" pitchFamily="34" charset="0"/>
              <a:buChar char="•"/>
            </a:pPr>
            <a:r>
              <a:rPr lang="zh-CN" altLang="en-US" sz="2400" dirty="0">
                <a:solidFill>
                  <a:prstClr val="black"/>
                </a:solidFill>
                <a:latin typeface="Arial" panose="020B0604020202020204"/>
                <a:ea typeface="微软雅黑 Light" panose="020B0502040204020203" charset="-122"/>
              </a:rPr>
              <a:t>心脏起搏器监控软件</a:t>
            </a:r>
            <a:endParaRPr lang="en-US" altLang="zh-CN" sz="2400" dirty="0">
              <a:solidFill>
                <a:prstClr val="black"/>
              </a:solidFill>
              <a:latin typeface="Arial" panose="020B0604020202020204"/>
              <a:ea typeface="微软雅黑 Light" panose="020B0502040204020203" charset="-122"/>
            </a:endParaRPr>
          </a:p>
        </p:txBody>
      </p:sp>
      <p:sp>
        <p:nvSpPr>
          <p:cNvPr id="2" name="灯片编号占位符 1"/>
          <p:cNvSpPr>
            <a:spLocks noGrp="1"/>
          </p:cNvSpPr>
          <p:nvPr>
            <p:ph type="sldNum" sz="quarter" idx="12"/>
          </p:nvPr>
        </p:nvSpPr>
        <p:spPr/>
        <p:txBody>
          <a:bodyPr/>
          <a:lstStyle/>
          <a:p>
            <a:fld id="{0C913308-F349-4B6D-A68A-DD1791B4A57B}" type="slidenum">
              <a:rPr lang="zh-CN" altLang="en-US">
                <a:solidFill>
                  <a:prstClr val="black">
                    <a:tint val="75000"/>
                  </a:prstClr>
                </a:solidFill>
                <a:latin typeface="Arial" panose="020B0604020202020204"/>
                <a:ea typeface="微软雅黑 Light" panose="020B0502040204020203" charset="-122"/>
              </a:rPr>
            </a:fld>
            <a:endParaRPr lang="zh-CN" altLang="en-US">
              <a:solidFill>
                <a:prstClr val="black">
                  <a:tint val="75000"/>
                </a:prstClr>
              </a:solidFill>
              <a:latin typeface="Arial" panose="020B0604020202020204"/>
              <a:ea typeface="微软雅黑 Light" panose="020B0502040204020203" charset="-122"/>
            </a:endParaRPr>
          </a:p>
        </p:txBody>
      </p:sp>
      <p:grpSp>
        <p:nvGrpSpPr>
          <p:cNvPr id="13" name="组合 12"/>
          <p:cNvGrpSpPr/>
          <p:nvPr/>
        </p:nvGrpSpPr>
        <p:grpSpPr>
          <a:xfrm>
            <a:off x="1524001" y="261501"/>
            <a:ext cx="4749637" cy="693115"/>
            <a:chOff x="0" y="261500"/>
            <a:chExt cx="4749637" cy="693115"/>
          </a:xfrm>
        </p:grpSpPr>
        <p:sp>
          <p:nvSpPr>
            <p:cNvPr id="5" name="矩形 4"/>
            <p:cNvSpPr/>
            <p:nvPr/>
          </p:nvSpPr>
          <p:spPr>
            <a:xfrm>
              <a:off x="216024" y="346447"/>
              <a:ext cx="4533613" cy="523220"/>
            </a:xfrm>
            <a:prstGeom prst="rect">
              <a:avLst/>
            </a:prstGeom>
          </p:spPr>
          <p:txBody>
            <a:bodyPr wrap="none">
              <a:spAutoFit/>
            </a:bodyPr>
            <a:lstStyle/>
            <a:p>
              <a:r>
                <a:rPr lang="en-US" altLang="zh-CN" sz="2800" b="1" dirty="0">
                  <a:solidFill>
                    <a:srgbClr val="C00000"/>
                  </a:solidFill>
                  <a:latin typeface="Arial" panose="020B0604020202020204"/>
                  <a:ea typeface="微软雅黑 Light" panose="020B0502040204020203" charset="-122"/>
                </a:rPr>
                <a:t>1</a:t>
              </a:r>
              <a:r>
                <a:rPr lang="en-US" altLang="zh-CN" sz="2800" b="1" dirty="0">
                  <a:solidFill>
                    <a:prstClr val="black"/>
                  </a:solidFill>
                  <a:latin typeface="Arial" panose="020B0604020202020204"/>
                  <a:ea typeface="微软雅黑 Light" panose="020B0502040204020203" charset="-122"/>
                </a:rPr>
                <a:t> </a:t>
              </a:r>
              <a:r>
                <a:rPr lang="zh-CN" altLang="en-US" sz="2800" b="1" dirty="0">
                  <a:solidFill>
                    <a:prstClr val="black"/>
                  </a:solidFill>
                  <a:latin typeface="Arial" panose="020B0604020202020204"/>
                  <a:ea typeface="微软雅黑 Light" panose="020B0502040204020203" charset="-122"/>
                </a:rPr>
                <a:t>什么是软件可靠性测试？</a:t>
              </a:r>
              <a:endParaRPr lang="zh-CN" altLang="en-US" sz="2800" b="1" dirty="0">
                <a:solidFill>
                  <a:prstClr val="black"/>
                </a:solidFill>
                <a:latin typeface="Arial" panose="020B0604020202020204"/>
                <a:ea typeface="微软雅黑 Light" panose="020B0502040204020203" charset="-122"/>
              </a:endParaRPr>
            </a:p>
          </p:txBody>
        </p:sp>
        <p:sp>
          <p:nvSpPr>
            <p:cNvPr id="7" name="矩形 6"/>
            <p:cNvSpPr/>
            <p:nvPr/>
          </p:nvSpPr>
          <p:spPr>
            <a:xfrm>
              <a:off x="0" y="261500"/>
              <a:ext cx="216024" cy="693115"/>
            </a:xfrm>
            <a:prstGeom prst="rect">
              <a:avLst/>
            </a:prstGeom>
            <a:solidFill>
              <a:schemeClr val="tx1">
                <a:lumMod val="65000"/>
                <a:lumOff val="3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prstClr val="white"/>
                </a:solidFill>
                <a:latin typeface="Arial" panose="020B0604020202020204"/>
                <a:ea typeface="微软雅黑 Light" panose="020B0502040204020203" charset="-122"/>
              </a:endParaRPr>
            </a:p>
          </p:txBody>
        </p:sp>
      </p:grpSp>
      <p:pic>
        <p:nvPicPr>
          <p:cNvPr id="14" name="图片 1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827517" y="2060848"/>
            <a:ext cx="3486150" cy="3409950"/>
          </a:xfrm>
          <a:prstGeom prst="rect">
            <a:avLst/>
          </a:prstGeom>
        </p:spPr>
      </p:pic>
      <p:sp>
        <p:nvSpPr>
          <p:cNvPr id="15" name="矩形 14"/>
          <p:cNvSpPr/>
          <p:nvPr/>
        </p:nvSpPr>
        <p:spPr>
          <a:xfrm>
            <a:off x="5313667" y="4221088"/>
            <a:ext cx="4572000" cy="1569660"/>
          </a:xfrm>
          <a:prstGeom prst="rect">
            <a:avLst/>
          </a:prstGeom>
        </p:spPr>
        <p:txBody>
          <a:bodyPr>
            <a:spAutoFit/>
          </a:bodyPr>
          <a:lstStyle/>
          <a:p>
            <a:pPr marL="285750" indent="-285750">
              <a:buFont typeface="Arial" panose="020B0604020202020204" pitchFamily="34" charset="0"/>
              <a:buChar char="•"/>
            </a:pPr>
            <a:r>
              <a:rPr lang="zh-CN" altLang="en-US" sz="2400" b="1" dirty="0">
                <a:solidFill>
                  <a:prstClr val="black"/>
                </a:solidFill>
                <a:latin typeface="Arial" panose="020B0604020202020204"/>
                <a:ea typeface="微软雅黑 Light" panose="020B0502040204020203" charset="-122"/>
              </a:rPr>
              <a:t>软件可靠性测试</a:t>
            </a:r>
            <a:endParaRPr lang="en-US" altLang="zh-CN" sz="2400" b="1" dirty="0">
              <a:solidFill>
                <a:prstClr val="black"/>
              </a:solidFill>
              <a:latin typeface="Arial" panose="020B0604020202020204"/>
              <a:ea typeface="微软雅黑 Light" panose="020B0502040204020203" charset="-122"/>
            </a:endParaRPr>
          </a:p>
          <a:p>
            <a:pPr marL="742950" lvl="1" indent="-285750">
              <a:buFont typeface="Arial" panose="020B0604020202020204" pitchFamily="34" charset="0"/>
              <a:buChar char="•"/>
            </a:pPr>
            <a:r>
              <a:rPr lang="zh-CN" altLang="en-US" sz="2400" dirty="0">
                <a:solidFill>
                  <a:prstClr val="black"/>
                </a:solidFill>
                <a:latin typeface="Arial" panose="020B0604020202020204"/>
                <a:ea typeface="微软雅黑 Light" panose="020B0502040204020203" charset="-122"/>
              </a:rPr>
              <a:t>可靠性建模 </a:t>
            </a:r>
            <a:r>
              <a:rPr lang="en-US" altLang="zh-CN" sz="2400" dirty="0">
                <a:solidFill>
                  <a:prstClr val="black"/>
                </a:solidFill>
                <a:latin typeface="Arial" panose="020B0604020202020204"/>
                <a:ea typeface="微软雅黑 Light" panose="020B0502040204020203" charset="-122"/>
              </a:rPr>
              <a:t>(Modeling)</a:t>
            </a:r>
            <a:endParaRPr lang="en-US" altLang="zh-CN" sz="2400" dirty="0">
              <a:solidFill>
                <a:prstClr val="black"/>
              </a:solidFill>
              <a:latin typeface="Arial" panose="020B0604020202020204"/>
              <a:ea typeface="微软雅黑 Light" panose="020B0502040204020203" charset="-122"/>
            </a:endParaRPr>
          </a:p>
          <a:p>
            <a:pPr marL="742950" lvl="1" indent="-285750">
              <a:buFont typeface="Arial" panose="020B0604020202020204" pitchFamily="34" charset="0"/>
              <a:buChar char="•"/>
            </a:pPr>
            <a:r>
              <a:rPr lang="zh-CN" altLang="en-US" sz="2400" dirty="0">
                <a:solidFill>
                  <a:prstClr val="black"/>
                </a:solidFill>
                <a:latin typeface="Arial" panose="020B0604020202020204"/>
                <a:ea typeface="微软雅黑 Light" panose="020B0502040204020203" charset="-122"/>
              </a:rPr>
              <a:t>可靠性度量 </a:t>
            </a:r>
            <a:r>
              <a:rPr lang="en-US" altLang="zh-CN" sz="2400" dirty="0">
                <a:solidFill>
                  <a:prstClr val="black"/>
                </a:solidFill>
                <a:latin typeface="Arial" panose="020B0604020202020204"/>
                <a:ea typeface="微软雅黑 Light" panose="020B0502040204020203" charset="-122"/>
              </a:rPr>
              <a:t>(Measurement)</a:t>
            </a:r>
            <a:endParaRPr lang="en-US" altLang="zh-CN" sz="2400" dirty="0">
              <a:solidFill>
                <a:prstClr val="black"/>
              </a:solidFill>
              <a:latin typeface="Arial" panose="020B0604020202020204"/>
              <a:ea typeface="微软雅黑 Light" panose="020B0502040204020203" charset="-122"/>
            </a:endParaRPr>
          </a:p>
          <a:p>
            <a:pPr marL="742950" lvl="1" indent="-285750">
              <a:buFont typeface="Arial" panose="020B0604020202020204" pitchFamily="34" charset="0"/>
              <a:buChar char="•"/>
            </a:pPr>
            <a:r>
              <a:rPr lang="zh-CN" altLang="en-US" sz="2400" dirty="0">
                <a:solidFill>
                  <a:prstClr val="black"/>
                </a:solidFill>
                <a:latin typeface="Arial" panose="020B0604020202020204"/>
                <a:ea typeface="微软雅黑 Light" panose="020B0502040204020203" charset="-122"/>
              </a:rPr>
              <a:t>可靠性提升 </a:t>
            </a:r>
            <a:r>
              <a:rPr lang="en-US" altLang="zh-CN" sz="2400" dirty="0">
                <a:solidFill>
                  <a:prstClr val="black"/>
                </a:solidFill>
                <a:latin typeface="Arial" panose="020B0604020202020204"/>
                <a:ea typeface="微软雅黑 Light" panose="020B0502040204020203" charset="-122"/>
              </a:rPr>
              <a:t>(Improvement)</a:t>
            </a:r>
            <a:endParaRPr lang="en-US" altLang="zh-CN" sz="2400" dirty="0">
              <a:solidFill>
                <a:prstClr val="black"/>
              </a:solidFill>
              <a:latin typeface="Arial" panose="020B0604020202020204"/>
              <a:ea typeface="微软雅黑 Light" panose="020B0502040204020203"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1632012" y="1569853"/>
            <a:ext cx="5148064" cy="1569660"/>
          </a:xfrm>
          <a:prstGeom prst="rect">
            <a:avLst/>
          </a:prstGeom>
          <a:noFill/>
        </p:spPr>
        <p:txBody>
          <a:bodyPr wrap="square" rtlCol="0">
            <a:spAutoFit/>
          </a:bodyPr>
          <a:lstStyle/>
          <a:p>
            <a:pPr marL="285750" indent="-285750">
              <a:buFont typeface="Arial" panose="020B0604020202020204" pitchFamily="34" charset="0"/>
              <a:buChar char="•"/>
            </a:pPr>
            <a:r>
              <a:rPr lang="zh-CN" altLang="en-US" sz="2400" b="1" dirty="0">
                <a:solidFill>
                  <a:prstClr val="black"/>
                </a:solidFill>
                <a:latin typeface="Arial" panose="020B0604020202020204"/>
                <a:ea typeface="微软雅黑 Light" panose="020B0502040204020203" charset="-122"/>
              </a:rPr>
              <a:t>随着软件系统规模越大、越复杂</a:t>
            </a:r>
            <a:endParaRPr lang="en-US" altLang="zh-CN" sz="2400" b="1" dirty="0">
              <a:solidFill>
                <a:prstClr val="black"/>
              </a:solidFill>
              <a:latin typeface="Arial" panose="020B0604020202020204"/>
              <a:ea typeface="微软雅黑 Light" panose="020B0502040204020203" charset="-122"/>
            </a:endParaRPr>
          </a:p>
          <a:p>
            <a:pPr marL="742950" lvl="1" indent="-285750">
              <a:buFont typeface="Arial" panose="020B0604020202020204" pitchFamily="34" charset="0"/>
              <a:buChar char="•"/>
            </a:pPr>
            <a:r>
              <a:rPr lang="zh-CN" altLang="en-US" sz="2400" dirty="0">
                <a:solidFill>
                  <a:prstClr val="black"/>
                </a:solidFill>
                <a:latin typeface="Arial" panose="020B0604020202020204"/>
                <a:ea typeface="微软雅黑 Light" panose="020B0502040204020203" charset="-122"/>
              </a:rPr>
              <a:t>航天、银行、工业</a:t>
            </a:r>
            <a:r>
              <a:rPr lang="en-US" altLang="zh-CN" sz="2400" dirty="0">
                <a:solidFill>
                  <a:prstClr val="black"/>
                </a:solidFill>
                <a:latin typeface="Arial" panose="020B0604020202020204"/>
                <a:ea typeface="微软雅黑 Light" panose="020B0502040204020203" charset="-122"/>
              </a:rPr>
              <a:t>……</a:t>
            </a:r>
            <a:endParaRPr lang="en-US" altLang="zh-CN" sz="2400" dirty="0">
              <a:solidFill>
                <a:prstClr val="black"/>
              </a:solidFill>
              <a:latin typeface="Arial" panose="020B0604020202020204"/>
              <a:ea typeface="微软雅黑 Light" panose="020B0502040204020203" charset="-122"/>
            </a:endParaRPr>
          </a:p>
          <a:p>
            <a:pPr marL="742950" lvl="1" indent="-285750">
              <a:buFont typeface="Arial" panose="020B0604020202020204" pitchFamily="34" charset="0"/>
              <a:buChar char="•"/>
            </a:pPr>
            <a:r>
              <a:rPr lang="zh-CN" altLang="en-US" sz="2400" dirty="0">
                <a:solidFill>
                  <a:prstClr val="black"/>
                </a:solidFill>
                <a:latin typeface="Arial" panose="020B0604020202020204"/>
                <a:ea typeface="微软雅黑 Light" panose="020B0502040204020203" charset="-122"/>
              </a:rPr>
              <a:t>可靠性越来越难保证</a:t>
            </a:r>
            <a:endParaRPr lang="en-US" altLang="zh-CN" sz="2400" dirty="0">
              <a:solidFill>
                <a:prstClr val="black"/>
              </a:solidFill>
              <a:latin typeface="Arial" panose="020B0604020202020204"/>
              <a:ea typeface="微软雅黑 Light" panose="020B0502040204020203" charset="-122"/>
            </a:endParaRPr>
          </a:p>
          <a:p>
            <a:pPr marL="742950" lvl="1" indent="-285750">
              <a:buFont typeface="Arial" panose="020B0604020202020204" pitchFamily="34" charset="0"/>
              <a:buChar char="•"/>
            </a:pPr>
            <a:r>
              <a:rPr lang="zh-CN" altLang="en-US" sz="2400" dirty="0">
                <a:solidFill>
                  <a:prstClr val="black"/>
                </a:solidFill>
                <a:latin typeface="Arial" panose="020B0604020202020204"/>
                <a:ea typeface="微软雅黑 Light" panose="020B0502040204020203" charset="-122"/>
              </a:rPr>
              <a:t>可靠性要求越来越高</a:t>
            </a:r>
            <a:endParaRPr lang="en-US" altLang="zh-CN" sz="2400" dirty="0">
              <a:solidFill>
                <a:prstClr val="black"/>
              </a:solidFill>
              <a:latin typeface="Arial" panose="020B0604020202020204"/>
              <a:ea typeface="微软雅黑 Light" panose="020B0502040204020203" charset="-122"/>
            </a:endParaRPr>
          </a:p>
        </p:txBody>
      </p:sp>
      <p:sp>
        <p:nvSpPr>
          <p:cNvPr id="2" name="灯片编号占位符 1"/>
          <p:cNvSpPr>
            <a:spLocks noGrp="1"/>
          </p:cNvSpPr>
          <p:nvPr>
            <p:ph type="sldNum" sz="quarter" idx="12"/>
          </p:nvPr>
        </p:nvSpPr>
        <p:spPr/>
        <p:txBody>
          <a:bodyPr/>
          <a:lstStyle/>
          <a:p>
            <a:fld id="{0C913308-F349-4B6D-A68A-DD1791B4A57B}" type="slidenum">
              <a:rPr lang="zh-CN" altLang="en-US">
                <a:solidFill>
                  <a:prstClr val="black">
                    <a:tint val="75000"/>
                  </a:prstClr>
                </a:solidFill>
                <a:latin typeface="Arial" panose="020B0604020202020204"/>
                <a:ea typeface="微软雅黑 Light" panose="020B0502040204020203" charset="-122"/>
              </a:rPr>
            </a:fld>
            <a:endParaRPr lang="zh-CN" altLang="en-US">
              <a:solidFill>
                <a:prstClr val="black">
                  <a:tint val="75000"/>
                </a:prstClr>
              </a:solidFill>
              <a:latin typeface="Arial" panose="020B0604020202020204"/>
              <a:ea typeface="微软雅黑 Light" panose="020B0502040204020203" charset="-122"/>
            </a:endParaRPr>
          </a:p>
        </p:txBody>
      </p:sp>
      <p:grpSp>
        <p:nvGrpSpPr>
          <p:cNvPr id="13" name="组合 12"/>
          <p:cNvGrpSpPr/>
          <p:nvPr/>
        </p:nvGrpSpPr>
        <p:grpSpPr>
          <a:xfrm>
            <a:off x="1524001" y="261501"/>
            <a:ext cx="5368397" cy="693115"/>
            <a:chOff x="0" y="261500"/>
            <a:chExt cx="5368397" cy="693115"/>
          </a:xfrm>
        </p:grpSpPr>
        <p:sp>
          <p:nvSpPr>
            <p:cNvPr id="5" name="矩形 4"/>
            <p:cNvSpPr/>
            <p:nvPr/>
          </p:nvSpPr>
          <p:spPr>
            <a:xfrm>
              <a:off x="216024" y="346447"/>
              <a:ext cx="5152373" cy="523220"/>
            </a:xfrm>
            <a:prstGeom prst="rect">
              <a:avLst/>
            </a:prstGeom>
          </p:spPr>
          <p:txBody>
            <a:bodyPr wrap="none">
              <a:spAutoFit/>
            </a:bodyPr>
            <a:lstStyle/>
            <a:p>
              <a:r>
                <a:rPr lang="en-US" altLang="zh-CN" sz="2800" b="1" dirty="0">
                  <a:solidFill>
                    <a:srgbClr val="C00000"/>
                  </a:solidFill>
                  <a:latin typeface="Arial" panose="020B0604020202020204"/>
                  <a:ea typeface="微软雅黑 Light" panose="020B0502040204020203" charset="-122"/>
                </a:rPr>
                <a:t>2</a:t>
              </a:r>
              <a:r>
                <a:rPr lang="en-US" altLang="zh-CN" sz="2800" b="1" dirty="0">
                  <a:solidFill>
                    <a:prstClr val="black"/>
                  </a:solidFill>
                  <a:latin typeface="Arial" panose="020B0604020202020204"/>
                  <a:ea typeface="微软雅黑 Light" panose="020B0502040204020203" charset="-122"/>
                </a:rPr>
                <a:t> </a:t>
              </a:r>
              <a:r>
                <a:rPr lang="zh-CN" altLang="en-US" sz="2800" b="1" dirty="0">
                  <a:solidFill>
                    <a:prstClr val="black"/>
                  </a:solidFill>
                  <a:latin typeface="Arial" panose="020B0604020202020204"/>
                  <a:ea typeface="微软雅黑 Light" panose="020B0502040204020203" charset="-122"/>
                </a:rPr>
                <a:t>为什么需要软件可靠性测试？</a:t>
              </a:r>
              <a:endParaRPr lang="zh-CN" altLang="en-US" sz="2800" b="1" dirty="0">
                <a:solidFill>
                  <a:prstClr val="black"/>
                </a:solidFill>
                <a:latin typeface="Arial" panose="020B0604020202020204"/>
                <a:ea typeface="微软雅黑 Light" panose="020B0502040204020203" charset="-122"/>
              </a:endParaRPr>
            </a:p>
          </p:txBody>
        </p:sp>
        <p:sp>
          <p:nvSpPr>
            <p:cNvPr id="7" name="矩形 6"/>
            <p:cNvSpPr/>
            <p:nvPr/>
          </p:nvSpPr>
          <p:spPr>
            <a:xfrm>
              <a:off x="0" y="261500"/>
              <a:ext cx="216024" cy="693115"/>
            </a:xfrm>
            <a:prstGeom prst="rect">
              <a:avLst/>
            </a:prstGeom>
            <a:solidFill>
              <a:schemeClr val="tx1">
                <a:lumMod val="65000"/>
                <a:lumOff val="3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prstClr val="white"/>
                </a:solidFill>
                <a:latin typeface="Arial" panose="020B0604020202020204"/>
                <a:ea typeface="微软雅黑 Light" panose="020B0502040204020203" charset="-122"/>
              </a:endParaRPr>
            </a:p>
          </p:txBody>
        </p:sp>
      </p:gr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783633" y="3754751"/>
            <a:ext cx="6276975" cy="2388520"/>
          </a:xfrm>
          <a:prstGeom prst="rect">
            <a:avLst/>
          </a:prstGeom>
        </p:spPr>
      </p:pic>
      <p:sp>
        <p:nvSpPr>
          <p:cNvPr id="6" name="矩形 5"/>
          <p:cNvSpPr/>
          <p:nvPr/>
        </p:nvSpPr>
        <p:spPr>
          <a:xfrm>
            <a:off x="6096000" y="869667"/>
            <a:ext cx="4572000" cy="3046988"/>
          </a:xfrm>
          <a:prstGeom prst="rect">
            <a:avLst/>
          </a:prstGeom>
        </p:spPr>
        <p:txBody>
          <a:bodyPr>
            <a:spAutoFit/>
          </a:bodyPr>
          <a:lstStyle/>
          <a:p>
            <a:pPr marL="285750" indent="-285750">
              <a:buFont typeface="Arial" panose="020B0604020202020204" pitchFamily="34" charset="0"/>
              <a:buChar char="•"/>
            </a:pPr>
            <a:r>
              <a:rPr lang="zh-CN" altLang="en-US" sz="2400" b="1" dirty="0">
                <a:solidFill>
                  <a:prstClr val="black"/>
                </a:solidFill>
                <a:latin typeface="Arial" panose="020B0604020202020204"/>
                <a:ea typeface="微软雅黑 Light" panose="020B0502040204020203" charset="-122"/>
              </a:rPr>
              <a:t>硬件可靠性</a:t>
            </a:r>
            <a:endParaRPr lang="en-US" altLang="zh-CN" sz="2400" b="1" dirty="0">
              <a:solidFill>
                <a:prstClr val="black"/>
              </a:solidFill>
              <a:latin typeface="Arial" panose="020B0604020202020204"/>
              <a:ea typeface="微软雅黑 Light" panose="020B0502040204020203" charset="-122"/>
            </a:endParaRPr>
          </a:p>
          <a:p>
            <a:pPr marL="742950" lvl="1" indent="-285750">
              <a:buFont typeface="Arial" panose="020B0604020202020204" pitchFamily="34" charset="0"/>
              <a:buChar char="•"/>
            </a:pPr>
            <a:r>
              <a:rPr lang="zh-CN" altLang="en-US" sz="2400" dirty="0">
                <a:solidFill>
                  <a:prstClr val="black"/>
                </a:solidFill>
                <a:latin typeface="Arial" panose="020B0604020202020204"/>
                <a:ea typeface="微软雅黑 Light" panose="020B0502040204020203" charset="-122"/>
              </a:rPr>
              <a:t>完整、发达的可靠性理论</a:t>
            </a:r>
            <a:endParaRPr lang="en-US" altLang="zh-CN" sz="2400" dirty="0">
              <a:solidFill>
                <a:prstClr val="black"/>
              </a:solidFill>
              <a:latin typeface="Arial" panose="020B0604020202020204"/>
              <a:ea typeface="微软雅黑 Light" panose="020B0502040204020203" charset="-122"/>
            </a:endParaRPr>
          </a:p>
          <a:p>
            <a:pPr marL="742950" lvl="1" indent="-285750">
              <a:buFont typeface="Arial" panose="020B0604020202020204" pitchFamily="34" charset="0"/>
              <a:buChar char="•"/>
            </a:pPr>
            <a:r>
              <a:rPr lang="zh-CN" altLang="en-US" sz="2400" dirty="0">
                <a:solidFill>
                  <a:prstClr val="black"/>
                </a:solidFill>
                <a:latin typeface="Arial" panose="020B0604020202020204"/>
                <a:ea typeface="微软雅黑 Light" panose="020B0502040204020203" charset="-122"/>
              </a:rPr>
              <a:t>影响因素：设计、制造质量、负荷、磨损老化</a:t>
            </a:r>
            <a:r>
              <a:rPr lang="en-US" altLang="zh-CN" sz="2400" dirty="0">
                <a:solidFill>
                  <a:prstClr val="black"/>
                </a:solidFill>
                <a:latin typeface="Arial" panose="020B0604020202020204"/>
                <a:ea typeface="微软雅黑 Light" panose="020B0502040204020203" charset="-122"/>
              </a:rPr>
              <a:t>……</a:t>
            </a:r>
            <a:endParaRPr lang="en-US" altLang="zh-CN" sz="2400" dirty="0">
              <a:solidFill>
                <a:prstClr val="black"/>
              </a:solidFill>
              <a:latin typeface="Arial" panose="020B0604020202020204"/>
              <a:ea typeface="微软雅黑 Light" panose="020B0502040204020203" charset="-122"/>
            </a:endParaRPr>
          </a:p>
          <a:p>
            <a:pPr marL="742950" lvl="1" indent="-285750">
              <a:buFont typeface="Arial" panose="020B0604020202020204" pitchFamily="34" charset="0"/>
              <a:buChar char="•"/>
            </a:pPr>
            <a:r>
              <a:rPr lang="zh-CN" altLang="en-US" sz="2400" dirty="0">
                <a:solidFill>
                  <a:prstClr val="black"/>
                </a:solidFill>
                <a:latin typeface="Arial" panose="020B0604020202020204"/>
                <a:ea typeface="微软雅黑 Light" panose="020B0502040204020203" charset="-122"/>
              </a:rPr>
              <a:t>天然属性：可以使用概率估计</a:t>
            </a:r>
            <a:endParaRPr lang="en-US" altLang="zh-CN" sz="2400" dirty="0">
              <a:solidFill>
                <a:prstClr val="black"/>
              </a:solidFill>
              <a:latin typeface="Arial" panose="020B0604020202020204"/>
              <a:ea typeface="微软雅黑 Light" panose="020B0502040204020203" charset="-122"/>
            </a:endParaRPr>
          </a:p>
          <a:p>
            <a:pPr marL="742950" lvl="1" indent="-285750">
              <a:buFont typeface="Arial" panose="020B0604020202020204" pitchFamily="34" charset="0"/>
              <a:buChar char="•"/>
            </a:pPr>
            <a:r>
              <a:rPr lang="zh-CN" altLang="en-US" sz="2400" dirty="0">
                <a:solidFill>
                  <a:prstClr val="black"/>
                </a:solidFill>
                <a:latin typeface="Arial" panose="020B0604020202020204"/>
                <a:ea typeface="微软雅黑 Light" panose="020B0502040204020203" charset="-122"/>
              </a:rPr>
              <a:t>不能用于软件可靠性估计</a:t>
            </a:r>
            <a:endParaRPr lang="en-US" altLang="zh-CN" sz="2400" dirty="0">
              <a:solidFill>
                <a:prstClr val="black"/>
              </a:solidFill>
              <a:latin typeface="Arial" panose="020B0604020202020204"/>
              <a:ea typeface="微软雅黑 Light" panose="020B0502040204020203" charset="-122"/>
            </a:endParaRPr>
          </a:p>
          <a:p>
            <a:pPr marL="742950" lvl="1" indent="-285750">
              <a:buFont typeface="Arial" panose="020B0604020202020204" pitchFamily="34" charset="0"/>
              <a:buChar char="•"/>
            </a:pPr>
            <a:endParaRPr lang="en-US" altLang="zh-CN" sz="2400" dirty="0">
              <a:solidFill>
                <a:prstClr val="black"/>
              </a:solidFill>
              <a:latin typeface="Arial" panose="020B0604020202020204"/>
              <a:ea typeface="微软雅黑 Light" panose="020B0502040204020203"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up)">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a:solidFill>
                  <a:prstClr val="black">
                    <a:tint val="75000"/>
                  </a:prstClr>
                </a:solidFill>
                <a:latin typeface="Arial" panose="020B0604020202020204"/>
                <a:ea typeface="微软雅黑 Light" panose="020B0502040204020203" charset="-122"/>
              </a:rPr>
            </a:fld>
            <a:endParaRPr lang="zh-CN" altLang="en-US">
              <a:solidFill>
                <a:prstClr val="black">
                  <a:tint val="75000"/>
                </a:prstClr>
              </a:solidFill>
              <a:latin typeface="Arial" panose="020B0604020202020204"/>
              <a:ea typeface="微软雅黑 Light" panose="020B0502040204020203" charset="-122"/>
            </a:endParaRPr>
          </a:p>
        </p:txBody>
      </p:sp>
      <p:grpSp>
        <p:nvGrpSpPr>
          <p:cNvPr id="13" name="组合 12"/>
          <p:cNvGrpSpPr/>
          <p:nvPr/>
        </p:nvGrpSpPr>
        <p:grpSpPr>
          <a:xfrm>
            <a:off x="1524001" y="261501"/>
            <a:ext cx="5368397" cy="693115"/>
            <a:chOff x="0" y="261500"/>
            <a:chExt cx="5368397" cy="693115"/>
          </a:xfrm>
        </p:grpSpPr>
        <p:sp>
          <p:nvSpPr>
            <p:cNvPr id="5" name="矩形 4"/>
            <p:cNvSpPr/>
            <p:nvPr/>
          </p:nvSpPr>
          <p:spPr>
            <a:xfrm>
              <a:off x="216024" y="346447"/>
              <a:ext cx="5152373" cy="523220"/>
            </a:xfrm>
            <a:prstGeom prst="rect">
              <a:avLst/>
            </a:prstGeom>
          </p:spPr>
          <p:txBody>
            <a:bodyPr wrap="none">
              <a:spAutoFit/>
            </a:bodyPr>
            <a:lstStyle/>
            <a:p>
              <a:r>
                <a:rPr lang="en-US" altLang="zh-CN" sz="2800" b="1" dirty="0">
                  <a:solidFill>
                    <a:srgbClr val="C00000"/>
                  </a:solidFill>
                  <a:latin typeface="Arial" panose="020B0604020202020204"/>
                  <a:ea typeface="微软雅黑 Light" panose="020B0502040204020203" charset="-122"/>
                </a:rPr>
                <a:t>2</a:t>
              </a:r>
              <a:r>
                <a:rPr lang="en-US" altLang="zh-CN" sz="2800" b="1" dirty="0">
                  <a:solidFill>
                    <a:prstClr val="black"/>
                  </a:solidFill>
                  <a:latin typeface="Arial" panose="020B0604020202020204"/>
                  <a:ea typeface="微软雅黑 Light" panose="020B0502040204020203" charset="-122"/>
                </a:rPr>
                <a:t> </a:t>
              </a:r>
              <a:r>
                <a:rPr lang="zh-CN" altLang="en-US" sz="2800" b="1" dirty="0">
                  <a:solidFill>
                    <a:prstClr val="black"/>
                  </a:solidFill>
                  <a:latin typeface="Arial" panose="020B0604020202020204"/>
                  <a:ea typeface="微软雅黑 Light" panose="020B0502040204020203" charset="-122"/>
                </a:rPr>
                <a:t>为什么需要软件可靠性测试？</a:t>
              </a:r>
              <a:endParaRPr lang="zh-CN" altLang="en-US" sz="2800" b="1" dirty="0">
                <a:solidFill>
                  <a:prstClr val="black"/>
                </a:solidFill>
                <a:latin typeface="Arial" panose="020B0604020202020204"/>
                <a:ea typeface="微软雅黑 Light" panose="020B0502040204020203" charset="-122"/>
              </a:endParaRPr>
            </a:p>
          </p:txBody>
        </p:sp>
        <p:sp>
          <p:nvSpPr>
            <p:cNvPr id="7" name="矩形 6"/>
            <p:cNvSpPr/>
            <p:nvPr/>
          </p:nvSpPr>
          <p:spPr>
            <a:xfrm>
              <a:off x="0" y="261500"/>
              <a:ext cx="216024" cy="693115"/>
            </a:xfrm>
            <a:prstGeom prst="rect">
              <a:avLst/>
            </a:prstGeom>
            <a:solidFill>
              <a:schemeClr val="tx1">
                <a:lumMod val="65000"/>
                <a:lumOff val="3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prstClr val="white"/>
                </a:solidFill>
                <a:latin typeface="Arial" panose="020B0604020202020204"/>
                <a:ea typeface="微软雅黑 Light" panose="020B0502040204020203" charset="-122"/>
              </a:endParaRPr>
            </a:p>
          </p:txBody>
        </p:sp>
      </p:gr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229988" y="4367717"/>
            <a:ext cx="5604233" cy="2418669"/>
          </a:xfrm>
          <a:prstGeom prst="rect">
            <a:avLst/>
          </a:prstGeom>
        </p:spPr>
      </p:pic>
      <p:sp>
        <p:nvSpPr>
          <p:cNvPr id="11" name="TextBox 9"/>
          <p:cNvSpPr txBox="1"/>
          <p:nvPr/>
        </p:nvSpPr>
        <p:spPr>
          <a:xfrm>
            <a:off x="6892396" y="1345550"/>
            <a:ext cx="3668100" cy="2677656"/>
          </a:xfrm>
          <a:prstGeom prst="rect">
            <a:avLst/>
          </a:prstGeom>
          <a:noFill/>
        </p:spPr>
        <p:txBody>
          <a:bodyPr wrap="square" rtlCol="0">
            <a:spAutoFit/>
          </a:bodyPr>
          <a:lstStyle/>
          <a:p>
            <a:pPr marL="285750" indent="-285750">
              <a:buFont typeface="Arial" panose="020B0604020202020204" pitchFamily="34" charset="0"/>
              <a:buChar char="•"/>
            </a:pPr>
            <a:r>
              <a:rPr lang="zh-CN" altLang="en-US" sz="2400" b="1" dirty="0">
                <a:solidFill>
                  <a:prstClr val="black"/>
                </a:solidFill>
                <a:latin typeface="Arial" panose="020B0604020202020204"/>
                <a:ea typeface="微软雅黑 Light" panose="020B0502040204020203" charset="-122"/>
              </a:rPr>
              <a:t>影响软件可靠性的因素</a:t>
            </a:r>
            <a:endParaRPr lang="en-US" altLang="zh-CN" sz="2400" b="1" dirty="0">
              <a:solidFill>
                <a:prstClr val="black"/>
              </a:solidFill>
              <a:latin typeface="Arial" panose="020B0604020202020204"/>
              <a:ea typeface="微软雅黑 Light" panose="020B0502040204020203" charset="-122"/>
            </a:endParaRPr>
          </a:p>
          <a:p>
            <a:pPr marL="742950" lvl="1" indent="-285750">
              <a:buFont typeface="Arial" panose="020B0604020202020204" pitchFamily="34" charset="0"/>
              <a:buChar char="•"/>
            </a:pPr>
            <a:r>
              <a:rPr lang="zh-CN" altLang="en-US" sz="2400" dirty="0">
                <a:solidFill>
                  <a:prstClr val="black"/>
                </a:solidFill>
                <a:latin typeface="Arial" panose="020B0604020202020204"/>
                <a:ea typeface="微软雅黑 Light" panose="020B0502040204020203" charset="-122"/>
              </a:rPr>
              <a:t>需求分析定义错误</a:t>
            </a:r>
            <a:endParaRPr lang="en-US" altLang="zh-CN" sz="2400" dirty="0">
              <a:solidFill>
                <a:prstClr val="black"/>
              </a:solidFill>
              <a:latin typeface="Arial" panose="020B0604020202020204"/>
              <a:ea typeface="微软雅黑 Light" panose="020B0502040204020203" charset="-122"/>
            </a:endParaRPr>
          </a:p>
          <a:p>
            <a:pPr marL="742950" lvl="1" indent="-285750">
              <a:buFont typeface="Arial" panose="020B0604020202020204" pitchFamily="34" charset="0"/>
              <a:buChar char="•"/>
            </a:pPr>
            <a:r>
              <a:rPr lang="zh-CN" altLang="en-US" sz="2400" dirty="0">
                <a:solidFill>
                  <a:prstClr val="black"/>
                </a:solidFill>
                <a:latin typeface="Arial" panose="020B0604020202020204"/>
                <a:ea typeface="微软雅黑 Light" panose="020B0502040204020203" charset="-122"/>
              </a:rPr>
              <a:t>设计错误</a:t>
            </a:r>
            <a:endParaRPr lang="en-US" altLang="zh-CN" sz="2400" dirty="0">
              <a:solidFill>
                <a:prstClr val="black"/>
              </a:solidFill>
              <a:latin typeface="Arial" panose="020B0604020202020204"/>
              <a:ea typeface="微软雅黑 Light" panose="020B0502040204020203" charset="-122"/>
            </a:endParaRPr>
          </a:p>
          <a:p>
            <a:pPr marL="742950" lvl="1" indent="-285750">
              <a:buFont typeface="Arial" panose="020B0604020202020204" pitchFamily="34" charset="0"/>
              <a:buChar char="•"/>
            </a:pPr>
            <a:r>
              <a:rPr lang="zh-CN" altLang="en-US" sz="2400" dirty="0">
                <a:solidFill>
                  <a:prstClr val="black"/>
                </a:solidFill>
                <a:latin typeface="Arial" panose="020B0604020202020204"/>
                <a:ea typeface="微软雅黑 Light" panose="020B0502040204020203" charset="-122"/>
              </a:rPr>
              <a:t>编码错误</a:t>
            </a:r>
            <a:endParaRPr lang="en-US" altLang="zh-CN" sz="2400" dirty="0">
              <a:solidFill>
                <a:prstClr val="black"/>
              </a:solidFill>
              <a:latin typeface="Arial" panose="020B0604020202020204"/>
              <a:ea typeface="微软雅黑 Light" panose="020B0502040204020203" charset="-122"/>
            </a:endParaRPr>
          </a:p>
          <a:p>
            <a:pPr marL="742950" lvl="1" indent="-285750">
              <a:buFont typeface="Arial" panose="020B0604020202020204" pitchFamily="34" charset="0"/>
              <a:buChar char="•"/>
            </a:pPr>
            <a:r>
              <a:rPr lang="zh-CN" altLang="en-US" sz="2400" dirty="0">
                <a:solidFill>
                  <a:prstClr val="black"/>
                </a:solidFill>
                <a:latin typeface="Arial" panose="020B0604020202020204"/>
                <a:ea typeface="微软雅黑 Light" panose="020B0502040204020203" charset="-122"/>
              </a:rPr>
              <a:t>测试错误</a:t>
            </a:r>
            <a:endParaRPr lang="en-US" altLang="zh-CN" sz="2400" dirty="0">
              <a:solidFill>
                <a:prstClr val="black"/>
              </a:solidFill>
              <a:latin typeface="Arial" panose="020B0604020202020204"/>
              <a:ea typeface="微软雅黑 Light" panose="020B0502040204020203" charset="-122"/>
            </a:endParaRPr>
          </a:p>
          <a:p>
            <a:pPr marL="742950" lvl="1" indent="-285750">
              <a:buFont typeface="Arial" panose="020B0604020202020204" pitchFamily="34" charset="0"/>
              <a:buChar char="•"/>
            </a:pPr>
            <a:r>
              <a:rPr lang="zh-CN" altLang="en-US" sz="2400" dirty="0">
                <a:solidFill>
                  <a:prstClr val="black"/>
                </a:solidFill>
                <a:latin typeface="Arial" panose="020B0604020202020204"/>
                <a:ea typeface="微软雅黑 Light" panose="020B0502040204020203" charset="-122"/>
              </a:rPr>
              <a:t>文档错误</a:t>
            </a:r>
            <a:endParaRPr lang="en-US" altLang="zh-CN" sz="2400" dirty="0">
              <a:solidFill>
                <a:prstClr val="black"/>
              </a:solidFill>
              <a:latin typeface="Arial" panose="020B0604020202020204"/>
              <a:ea typeface="微软雅黑 Light" panose="020B0502040204020203" charset="-122"/>
            </a:endParaRPr>
          </a:p>
          <a:p>
            <a:pPr marL="742950" lvl="1" indent="-285750">
              <a:buFont typeface="Arial" panose="020B0604020202020204" pitchFamily="34" charset="0"/>
              <a:buChar char="•"/>
            </a:pPr>
            <a:endParaRPr lang="en-US" altLang="zh-CN" sz="2400" dirty="0">
              <a:solidFill>
                <a:prstClr val="black"/>
              </a:solidFill>
              <a:latin typeface="Arial" panose="020B0604020202020204"/>
              <a:ea typeface="微软雅黑 Light" panose="020B0502040204020203" charset="-122"/>
            </a:endParaRPr>
          </a:p>
        </p:txBody>
      </p:sp>
      <p:sp>
        <p:nvSpPr>
          <p:cNvPr id="10" name="TextBox 9"/>
          <p:cNvSpPr txBox="1"/>
          <p:nvPr/>
        </p:nvSpPr>
        <p:spPr>
          <a:xfrm>
            <a:off x="1756010" y="1052737"/>
            <a:ext cx="5136387" cy="4524315"/>
          </a:xfrm>
          <a:prstGeom prst="rect">
            <a:avLst/>
          </a:prstGeom>
          <a:noFill/>
        </p:spPr>
        <p:txBody>
          <a:bodyPr wrap="square" rtlCol="0">
            <a:spAutoFit/>
          </a:bodyPr>
          <a:lstStyle/>
          <a:p>
            <a:pPr marL="285750" indent="-285750">
              <a:buFont typeface="Arial" panose="020B0604020202020204" pitchFamily="34" charset="0"/>
              <a:buChar char="•"/>
            </a:pPr>
            <a:r>
              <a:rPr lang="zh-CN" altLang="en-US" sz="2400" b="1" dirty="0">
                <a:solidFill>
                  <a:prstClr val="black"/>
                </a:solidFill>
                <a:latin typeface="Arial" panose="020B0604020202020204"/>
                <a:ea typeface="微软雅黑 Light" panose="020B0502040204020203" charset="-122"/>
              </a:rPr>
              <a:t>软件可靠性区别于硬件可靠性</a:t>
            </a:r>
            <a:endParaRPr lang="en-US" altLang="zh-CN" sz="2400" b="1" dirty="0">
              <a:solidFill>
                <a:prstClr val="black"/>
              </a:solidFill>
              <a:latin typeface="Arial" panose="020B0604020202020204"/>
              <a:ea typeface="微软雅黑 Light" panose="020B0502040204020203" charset="-122"/>
            </a:endParaRPr>
          </a:p>
          <a:p>
            <a:pPr marL="742950" lvl="1" indent="-285750">
              <a:buFont typeface="Arial" panose="020B0604020202020204" pitchFamily="34" charset="0"/>
              <a:buChar char="•"/>
            </a:pPr>
            <a:r>
              <a:rPr lang="zh-CN" altLang="en-US" sz="2400" dirty="0">
                <a:solidFill>
                  <a:prstClr val="black"/>
                </a:solidFill>
                <a:latin typeface="Arial" panose="020B0604020202020204"/>
                <a:ea typeface="微软雅黑 Light" panose="020B0502040204020203" charset="-122"/>
              </a:rPr>
              <a:t>没有老化磨损现象</a:t>
            </a:r>
            <a:endParaRPr lang="en-US" altLang="zh-CN" sz="2400" dirty="0">
              <a:solidFill>
                <a:prstClr val="black"/>
              </a:solidFill>
              <a:latin typeface="Arial" panose="020B0604020202020204"/>
              <a:ea typeface="微软雅黑 Light" panose="020B0502040204020203" charset="-122"/>
            </a:endParaRPr>
          </a:p>
          <a:p>
            <a:pPr marL="742950" lvl="1" indent="-285750">
              <a:buFont typeface="Arial" panose="020B0604020202020204" pitchFamily="34" charset="0"/>
              <a:buChar char="•"/>
            </a:pPr>
            <a:r>
              <a:rPr lang="zh-CN" altLang="en-US" sz="2400" dirty="0">
                <a:solidFill>
                  <a:prstClr val="black"/>
                </a:solidFill>
                <a:latin typeface="Arial" panose="020B0604020202020204"/>
                <a:ea typeface="微软雅黑 Light" panose="020B0502040204020203" charset="-122"/>
              </a:rPr>
              <a:t>与输入数据和程序内部状态有关，更多地决定于人</a:t>
            </a:r>
            <a:endParaRPr lang="en-US" altLang="zh-CN" sz="2400" dirty="0">
              <a:solidFill>
                <a:prstClr val="black"/>
              </a:solidFill>
              <a:latin typeface="Arial" panose="020B0604020202020204"/>
              <a:ea typeface="微软雅黑 Light" panose="020B0502040204020203" charset="-122"/>
            </a:endParaRPr>
          </a:p>
          <a:p>
            <a:pPr marL="742950" lvl="1" indent="-285750">
              <a:buFont typeface="Arial" panose="020B0604020202020204" pitchFamily="34" charset="0"/>
              <a:buChar char="•"/>
            </a:pPr>
            <a:r>
              <a:rPr lang="zh-CN" altLang="en-US" sz="2400" dirty="0">
                <a:solidFill>
                  <a:prstClr val="black"/>
                </a:solidFill>
                <a:latin typeface="Arial" panose="020B0604020202020204"/>
                <a:ea typeface="微软雅黑 Light" panose="020B0502040204020203" charset="-122"/>
              </a:rPr>
              <a:t>缺乏完整的理论体系</a:t>
            </a:r>
            <a:endParaRPr lang="en-US" altLang="zh-CN" sz="2400" dirty="0">
              <a:solidFill>
                <a:prstClr val="black"/>
              </a:solidFill>
              <a:latin typeface="Arial" panose="020B0604020202020204"/>
              <a:ea typeface="微软雅黑 Light" panose="020B0502040204020203" charset="-122"/>
            </a:endParaRPr>
          </a:p>
          <a:p>
            <a:pPr marL="1200150" lvl="2" indent="-285750">
              <a:buFont typeface="Arial" panose="020B0604020202020204" pitchFamily="34" charset="0"/>
              <a:buChar char="•"/>
            </a:pPr>
            <a:r>
              <a:rPr lang="en-US" altLang="zh-CN" sz="2400" dirty="0">
                <a:solidFill>
                  <a:prstClr val="black"/>
                </a:solidFill>
                <a:latin typeface="Arial" panose="020B0604020202020204"/>
                <a:ea typeface="微软雅黑 Light" panose="020B0502040204020203" charset="-122"/>
              </a:rPr>
              <a:t>90</a:t>
            </a:r>
            <a:r>
              <a:rPr lang="zh-CN" altLang="en-US" sz="2400" dirty="0">
                <a:solidFill>
                  <a:prstClr val="black"/>
                </a:solidFill>
                <a:latin typeface="Arial" panose="020B0604020202020204"/>
                <a:ea typeface="微软雅黑 Light" panose="020B0502040204020203" charset="-122"/>
              </a:rPr>
              <a:t>年代后期，只有</a:t>
            </a:r>
            <a:r>
              <a:rPr lang="en-US" altLang="zh-CN" sz="2400" dirty="0">
                <a:solidFill>
                  <a:prstClr val="black"/>
                </a:solidFill>
                <a:latin typeface="Arial" panose="020B0604020202020204"/>
                <a:ea typeface="微软雅黑 Light" panose="020B0502040204020203" charset="-122"/>
              </a:rPr>
              <a:t>5%</a:t>
            </a:r>
            <a:r>
              <a:rPr lang="zh-CN" altLang="en-US" sz="2400" dirty="0">
                <a:solidFill>
                  <a:prstClr val="black"/>
                </a:solidFill>
                <a:latin typeface="Arial" panose="020B0604020202020204"/>
                <a:ea typeface="微软雅黑 Light" panose="020B0502040204020203" charset="-122"/>
              </a:rPr>
              <a:t>的测试人员有能力使用模型来估计软件的可靠性</a:t>
            </a:r>
            <a:endParaRPr lang="en-US" altLang="zh-CN" sz="2400" dirty="0">
              <a:solidFill>
                <a:prstClr val="black"/>
              </a:solidFill>
              <a:latin typeface="Arial" panose="020B0604020202020204"/>
              <a:ea typeface="微软雅黑 Light" panose="020B0502040204020203" charset="-122"/>
            </a:endParaRPr>
          </a:p>
          <a:p>
            <a:pPr marL="1200150" lvl="2" indent="-285750">
              <a:buFont typeface="Arial" panose="020B0604020202020204" pitchFamily="34" charset="0"/>
              <a:buChar char="•"/>
            </a:pPr>
            <a:r>
              <a:rPr lang="en-US" altLang="zh-CN" sz="2400" dirty="0">
                <a:solidFill>
                  <a:prstClr val="black"/>
                </a:solidFill>
                <a:latin typeface="Arial" panose="020B0604020202020204"/>
                <a:ea typeface="微软雅黑 Light" panose="020B0502040204020203" charset="-122"/>
              </a:rPr>
              <a:t>Gray area</a:t>
            </a:r>
            <a:endParaRPr lang="en-US" altLang="zh-CN" sz="2400" dirty="0">
              <a:solidFill>
                <a:prstClr val="black"/>
              </a:solidFill>
              <a:latin typeface="Arial" panose="020B0604020202020204"/>
              <a:ea typeface="微软雅黑 Light" panose="020B0502040204020203" charset="-122"/>
            </a:endParaRPr>
          </a:p>
          <a:p>
            <a:pPr marL="742950" lvl="1" indent="-285750">
              <a:buFont typeface="Arial" panose="020B0604020202020204" pitchFamily="34" charset="0"/>
              <a:buChar char="•"/>
            </a:pPr>
            <a:r>
              <a:rPr lang="zh-CN" altLang="en-US" sz="2400" dirty="0">
                <a:solidFill>
                  <a:prstClr val="black"/>
                </a:solidFill>
                <a:latin typeface="Arial" panose="020B0604020202020204"/>
                <a:ea typeface="微软雅黑 Light" panose="020B0502040204020203" charset="-122"/>
              </a:rPr>
              <a:t>更难保证</a:t>
            </a:r>
            <a:endParaRPr lang="en-US" altLang="zh-CN" sz="2400" dirty="0">
              <a:solidFill>
                <a:prstClr val="black"/>
              </a:solidFill>
              <a:latin typeface="Arial" panose="020B0604020202020204"/>
              <a:ea typeface="微软雅黑 Light" panose="020B0502040204020203" charset="-122"/>
            </a:endParaRPr>
          </a:p>
          <a:p>
            <a:pPr marL="742950" lvl="1" indent="-285750">
              <a:buFont typeface="Arial" panose="020B0604020202020204" pitchFamily="34" charset="0"/>
              <a:buChar char="•"/>
            </a:pPr>
            <a:endParaRPr lang="en-US" altLang="zh-CN" sz="2400" dirty="0">
              <a:solidFill>
                <a:prstClr val="black"/>
              </a:solidFill>
              <a:latin typeface="Arial" panose="020B0604020202020204"/>
              <a:ea typeface="微软雅黑 Light" panose="020B0502040204020203" charset="-122"/>
            </a:endParaRPr>
          </a:p>
          <a:p>
            <a:pPr marL="742950" lvl="1" indent="-285750">
              <a:buFont typeface="Arial" panose="020B0604020202020204" pitchFamily="34" charset="0"/>
              <a:buChar char="•"/>
            </a:pPr>
            <a:endParaRPr lang="en-US" altLang="zh-CN" sz="2400" dirty="0">
              <a:solidFill>
                <a:prstClr val="black"/>
              </a:solidFill>
              <a:latin typeface="Arial" panose="020B0604020202020204"/>
              <a:ea typeface="微软雅黑 Light" panose="020B0502040204020203"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1+#ppt_w/2"/>
                                          </p:val>
                                        </p:tav>
                                        <p:tav tm="100000">
                                          <p:val>
                                            <p:strVal val="#ppt_x"/>
                                          </p:val>
                                        </p:tav>
                                      </p:tavLst>
                                    </p:anim>
                                    <p:anim calcmode="lin" valueType="num">
                                      <p:cBhvr additive="base">
                                        <p:cTn id="13"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0"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1919536" y="1484784"/>
            <a:ext cx="4896544" cy="3416320"/>
          </a:xfrm>
          <a:prstGeom prst="rect">
            <a:avLst/>
          </a:prstGeom>
          <a:noFill/>
        </p:spPr>
        <p:txBody>
          <a:bodyPr wrap="square" rtlCol="0">
            <a:spAutoFit/>
          </a:bodyPr>
          <a:lstStyle/>
          <a:p>
            <a:pPr marL="285750" indent="-285750">
              <a:buFont typeface="Arial" panose="020B0604020202020204" pitchFamily="34" charset="0"/>
              <a:buChar char="•"/>
            </a:pPr>
            <a:r>
              <a:rPr lang="zh-CN" altLang="en-US" sz="2400" b="1" dirty="0">
                <a:solidFill>
                  <a:prstClr val="black"/>
                </a:solidFill>
                <a:latin typeface="Arial" panose="020B0604020202020204"/>
                <a:ea typeface="微软雅黑 Light" panose="020B0502040204020203" charset="-122"/>
              </a:rPr>
              <a:t>目标</a:t>
            </a:r>
            <a:endParaRPr lang="en-US" altLang="zh-CN" sz="2400" b="1" dirty="0">
              <a:solidFill>
                <a:prstClr val="black"/>
              </a:solidFill>
              <a:latin typeface="Arial" panose="020B0604020202020204"/>
              <a:ea typeface="微软雅黑 Light" panose="020B0502040204020203" charset="-122"/>
            </a:endParaRPr>
          </a:p>
          <a:p>
            <a:pPr marL="742950" lvl="1" indent="-285750">
              <a:buFont typeface="Arial" panose="020B0604020202020204" pitchFamily="34" charset="0"/>
              <a:buChar char="•"/>
            </a:pPr>
            <a:r>
              <a:rPr lang="zh-CN" altLang="en-US" sz="2400" dirty="0">
                <a:solidFill>
                  <a:srgbClr val="000000"/>
                </a:solidFill>
                <a:latin typeface="Arial" panose="020B0604020202020204" pitchFamily="34" charset="0"/>
                <a:ea typeface="微软雅黑 Light" panose="020B0502040204020203" charset="-122"/>
              </a:rPr>
              <a:t>找到重复失败的结构 </a:t>
            </a:r>
            <a:endParaRPr lang="en-US" altLang="zh-CN" sz="2400" dirty="0">
              <a:solidFill>
                <a:prstClr val="black"/>
              </a:solidFill>
              <a:latin typeface="Arial" panose="020B0604020202020204"/>
              <a:ea typeface="微软雅黑 Light" panose="020B0502040204020203" charset="-122"/>
            </a:endParaRPr>
          </a:p>
          <a:p>
            <a:pPr marL="742950" lvl="1" indent="-285750">
              <a:buFont typeface="Arial" panose="020B0604020202020204" pitchFamily="34" charset="0"/>
              <a:buChar char="•"/>
            </a:pPr>
            <a:r>
              <a:rPr lang="zh-CN" altLang="en-US" sz="2400" dirty="0">
                <a:solidFill>
                  <a:srgbClr val="000000"/>
                </a:solidFill>
                <a:latin typeface="Arial" panose="020B0604020202020204" pitchFamily="34" charset="0"/>
                <a:ea typeface="微软雅黑 Light" panose="020B0502040204020203" charset="-122"/>
              </a:rPr>
              <a:t>找到指定时间内发生的故障数</a:t>
            </a:r>
            <a:endParaRPr lang="en-US" altLang="zh-CN" sz="2400" dirty="0">
              <a:solidFill>
                <a:prstClr val="black"/>
              </a:solidFill>
              <a:latin typeface="Arial" panose="020B0604020202020204"/>
              <a:ea typeface="微软雅黑 Light" panose="020B0502040204020203" charset="-122"/>
            </a:endParaRPr>
          </a:p>
          <a:p>
            <a:pPr marL="742950" lvl="1" indent="-285750">
              <a:buFont typeface="Arial" panose="020B0604020202020204" pitchFamily="34" charset="0"/>
              <a:buChar char="•"/>
            </a:pPr>
            <a:r>
              <a:rPr lang="zh-CN" altLang="en-US" sz="2400" dirty="0">
                <a:solidFill>
                  <a:srgbClr val="000000"/>
                </a:solidFill>
                <a:latin typeface="Arial" panose="020B0604020202020204" pitchFamily="34" charset="0"/>
                <a:ea typeface="微软雅黑 Light" panose="020B0502040204020203" charset="-122"/>
              </a:rPr>
              <a:t>找到软件的平均寿命 </a:t>
            </a:r>
            <a:endParaRPr lang="en-US" altLang="zh-CN" sz="2400" dirty="0">
              <a:solidFill>
                <a:prstClr val="black"/>
              </a:solidFill>
              <a:latin typeface="Arial" panose="020B0604020202020204"/>
              <a:ea typeface="微软雅黑 Light" panose="020B0502040204020203" charset="-122"/>
            </a:endParaRPr>
          </a:p>
          <a:p>
            <a:pPr marL="742950" lvl="1" indent="-285750">
              <a:buFont typeface="Arial" panose="020B0604020202020204" pitchFamily="34" charset="0"/>
              <a:buChar char="•"/>
            </a:pPr>
            <a:r>
              <a:rPr lang="zh-CN" altLang="en-US" sz="2400" dirty="0">
                <a:solidFill>
                  <a:srgbClr val="000000"/>
                </a:solidFill>
                <a:latin typeface="Arial" panose="020B0604020202020204" pitchFamily="34" charset="0"/>
                <a:ea typeface="微软雅黑 Light" panose="020B0502040204020203" charset="-122"/>
              </a:rPr>
              <a:t>找到失败的主要原因 </a:t>
            </a:r>
            <a:endParaRPr lang="en-US" altLang="zh-CN" sz="2400" dirty="0">
              <a:solidFill>
                <a:prstClr val="black"/>
              </a:solidFill>
              <a:latin typeface="Arial" panose="020B0604020202020204"/>
              <a:ea typeface="微软雅黑 Light" panose="020B0502040204020203" charset="-122"/>
            </a:endParaRPr>
          </a:p>
          <a:p>
            <a:pPr marL="742950" lvl="1" indent="-285750">
              <a:buFont typeface="Arial" panose="020B0604020202020204" pitchFamily="34" charset="0"/>
              <a:buChar char="•"/>
            </a:pPr>
            <a:r>
              <a:rPr lang="zh-CN" altLang="en-US" sz="2400" dirty="0">
                <a:solidFill>
                  <a:srgbClr val="000000"/>
                </a:solidFill>
                <a:latin typeface="Arial" panose="020B0604020202020204" pitchFamily="34" charset="0"/>
                <a:ea typeface="微软雅黑 Light" panose="020B0502040204020203" charset="-122"/>
              </a:rPr>
              <a:t>采取修正措施后，检查软件各单元的性能</a:t>
            </a:r>
            <a:endParaRPr lang="zh-CN" altLang="en-US" sz="2400" dirty="0">
              <a:solidFill>
                <a:prstClr val="black"/>
              </a:solidFill>
              <a:latin typeface="Arial" panose="020B0604020202020204"/>
              <a:ea typeface="微软雅黑 Light" panose="020B0502040204020203" charset="-122"/>
            </a:endParaRPr>
          </a:p>
          <a:p>
            <a:pPr marL="742950" lvl="1" indent="-285750">
              <a:buFont typeface="Arial" panose="020B0604020202020204" pitchFamily="34" charset="0"/>
              <a:buChar char="•"/>
            </a:pPr>
            <a:endParaRPr lang="en-US" altLang="zh-CN" sz="2400" dirty="0">
              <a:solidFill>
                <a:prstClr val="black"/>
              </a:solidFill>
              <a:latin typeface="Arial" panose="020B0604020202020204"/>
              <a:ea typeface="微软雅黑 Light" panose="020B0502040204020203" charset="-122"/>
            </a:endParaRPr>
          </a:p>
          <a:p>
            <a:pPr marL="742950" lvl="1" indent="-285750">
              <a:buFont typeface="Arial" panose="020B0604020202020204" pitchFamily="34" charset="0"/>
              <a:buChar char="•"/>
            </a:pPr>
            <a:endParaRPr lang="en-US" altLang="zh-CN" sz="2400" dirty="0">
              <a:solidFill>
                <a:prstClr val="black"/>
              </a:solidFill>
              <a:latin typeface="Arial" panose="020B0604020202020204"/>
              <a:ea typeface="微软雅黑 Light" panose="020B0502040204020203" charset="-122"/>
            </a:endParaRPr>
          </a:p>
        </p:txBody>
      </p:sp>
      <p:sp>
        <p:nvSpPr>
          <p:cNvPr id="2" name="灯片编号占位符 1"/>
          <p:cNvSpPr>
            <a:spLocks noGrp="1"/>
          </p:cNvSpPr>
          <p:nvPr>
            <p:ph type="sldNum" sz="quarter" idx="12"/>
          </p:nvPr>
        </p:nvSpPr>
        <p:spPr/>
        <p:txBody>
          <a:bodyPr/>
          <a:lstStyle/>
          <a:p>
            <a:fld id="{0C913308-F349-4B6D-A68A-DD1791B4A57B}" type="slidenum">
              <a:rPr lang="zh-CN" altLang="en-US">
                <a:solidFill>
                  <a:prstClr val="black">
                    <a:tint val="75000"/>
                  </a:prstClr>
                </a:solidFill>
                <a:latin typeface="Arial" panose="020B0604020202020204"/>
                <a:ea typeface="微软雅黑 Light" panose="020B0502040204020203" charset="-122"/>
              </a:rPr>
            </a:fld>
            <a:endParaRPr lang="zh-CN" altLang="en-US">
              <a:solidFill>
                <a:prstClr val="black">
                  <a:tint val="75000"/>
                </a:prstClr>
              </a:solidFill>
              <a:latin typeface="Arial" panose="020B0604020202020204"/>
              <a:ea typeface="微软雅黑 Light" panose="020B0502040204020203" charset="-122"/>
            </a:endParaRPr>
          </a:p>
        </p:txBody>
      </p:sp>
      <p:grpSp>
        <p:nvGrpSpPr>
          <p:cNvPr id="13" name="组合 12"/>
          <p:cNvGrpSpPr/>
          <p:nvPr/>
        </p:nvGrpSpPr>
        <p:grpSpPr>
          <a:xfrm>
            <a:off x="1524001" y="261501"/>
            <a:ext cx="5368397" cy="693115"/>
            <a:chOff x="0" y="261500"/>
            <a:chExt cx="5368397" cy="693115"/>
          </a:xfrm>
        </p:grpSpPr>
        <p:sp>
          <p:nvSpPr>
            <p:cNvPr id="5" name="矩形 4"/>
            <p:cNvSpPr/>
            <p:nvPr/>
          </p:nvSpPr>
          <p:spPr>
            <a:xfrm>
              <a:off x="216024" y="346447"/>
              <a:ext cx="5152373" cy="523220"/>
            </a:xfrm>
            <a:prstGeom prst="rect">
              <a:avLst/>
            </a:prstGeom>
          </p:spPr>
          <p:txBody>
            <a:bodyPr wrap="none">
              <a:spAutoFit/>
            </a:bodyPr>
            <a:lstStyle/>
            <a:p>
              <a:r>
                <a:rPr lang="en-US" altLang="zh-CN" sz="2800" b="1" dirty="0">
                  <a:solidFill>
                    <a:srgbClr val="C00000"/>
                  </a:solidFill>
                  <a:latin typeface="Arial" panose="020B0604020202020204"/>
                  <a:ea typeface="微软雅黑 Light" panose="020B0502040204020203" charset="-122"/>
                </a:rPr>
                <a:t>2</a:t>
              </a:r>
              <a:r>
                <a:rPr lang="en-US" altLang="zh-CN" sz="2800" b="1" dirty="0">
                  <a:solidFill>
                    <a:prstClr val="black"/>
                  </a:solidFill>
                  <a:latin typeface="Arial" panose="020B0604020202020204"/>
                  <a:ea typeface="微软雅黑 Light" panose="020B0502040204020203" charset="-122"/>
                </a:rPr>
                <a:t> </a:t>
              </a:r>
              <a:r>
                <a:rPr lang="zh-CN" altLang="en-US" sz="2800" b="1" dirty="0">
                  <a:solidFill>
                    <a:prstClr val="black"/>
                  </a:solidFill>
                  <a:latin typeface="Arial" panose="020B0604020202020204"/>
                  <a:ea typeface="微软雅黑 Light" panose="020B0502040204020203" charset="-122"/>
                </a:rPr>
                <a:t>为什么需要软件可靠性测试？</a:t>
              </a:r>
              <a:endParaRPr lang="zh-CN" altLang="en-US" sz="2800" b="1" dirty="0">
                <a:solidFill>
                  <a:prstClr val="black"/>
                </a:solidFill>
                <a:latin typeface="Arial" panose="020B0604020202020204"/>
                <a:ea typeface="微软雅黑 Light" panose="020B0502040204020203" charset="-122"/>
              </a:endParaRPr>
            </a:p>
          </p:txBody>
        </p:sp>
        <p:sp>
          <p:nvSpPr>
            <p:cNvPr id="7" name="矩形 6"/>
            <p:cNvSpPr/>
            <p:nvPr/>
          </p:nvSpPr>
          <p:spPr>
            <a:xfrm>
              <a:off x="0" y="261500"/>
              <a:ext cx="216024" cy="693115"/>
            </a:xfrm>
            <a:prstGeom prst="rect">
              <a:avLst/>
            </a:prstGeom>
            <a:solidFill>
              <a:schemeClr val="tx1">
                <a:lumMod val="65000"/>
                <a:lumOff val="3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prstClr val="white"/>
                </a:solidFill>
                <a:latin typeface="Arial" panose="020B0604020202020204"/>
                <a:ea typeface="微软雅黑 Light" panose="020B0502040204020203" charset="-122"/>
              </a:endParaRPr>
            </a:p>
          </p:txBody>
        </p:sp>
      </p:grpSp>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098394" y="3280805"/>
            <a:ext cx="3039144" cy="2532620"/>
          </a:xfrm>
          <a:prstGeom prst="rect">
            <a:avLst/>
          </a:prstGeom>
          <a:ln>
            <a:noFill/>
          </a:ln>
          <a:effectLst>
            <a:outerShdw blurRad="292100" dist="139700" dir="2700000" algn="tl" rotWithShape="0">
              <a:srgbClr val="333333">
                <a:alpha val="65000"/>
              </a:srgbClr>
            </a:outerShdw>
          </a:effectLst>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2135561" y="975992"/>
            <a:ext cx="5213369" cy="523220"/>
          </a:xfrm>
          <a:prstGeom prst="rect">
            <a:avLst/>
          </a:prstGeom>
          <a:noFill/>
        </p:spPr>
        <p:txBody>
          <a:bodyPr wrap="square" rtlCol="0">
            <a:spAutoFit/>
          </a:bodyPr>
          <a:lstStyle/>
          <a:p>
            <a:pPr marL="285750" indent="-285750">
              <a:buFont typeface="Arial" panose="020B0604020202020204" pitchFamily="34" charset="0"/>
              <a:buChar char="•"/>
            </a:pPr>
            <a:r>
              <a:rPr lang="zh-CN" altLang="en-US" sz="2800" b="1" dirty="0">
                <a:solidFill>
                  <a:prstClr val="black"/>
                </a:solidFill>
                <a:latin typeface="Arial" panose="020B0604020202020204"/>
                <a:ea typeface="微软雅黑 Light" panose="020B0502040204020203" charset="-122"/>
              </a:rPr>
              <a:t>软件可靠性建模</a:t>
            </a:r>
            <a:endParaRPr lang="en-US" altLang="zh-CN" sz="2800" b="1" dirty="0">
              <a:solidFill>
                <a:prstClr val="black"/>
              </a:solidFill>
              <a:latin typeface="Arial" panose="020B0604020202020204"/>
              <a:ea typeface="微软雅黑 Light" panose="020B0502040204020203" charset="-122"/>
            </a:endParaRPr>
          </a:p>
        </p:txBody>
      </p:sp>
      <p:sp>
        <p:nvSpPr>
          <p:cNvPr id="2" name="灯片编号占位符 1"/>
          <p:cNvSpPr>
            <a:spLocks noGrp="1"/>
          </p:cNvSpPr>
          <p:nvPr>
            <p:ph type="sldNum" sz="quarter" idx="12"/>
          </p:nvPr>
        </p:nvSpPr>
        <p:spPr/>
        <p:txBody>
          <a:bodyPr/>
          <a:lstStyle/>
          <a:p>
            <a:fld id="{0C913308-F349-4B6D-A68A-DD1791B4A57B}" type="slidenum">
              <a:rPr lang="zh-CN" altLang="en-US">
                <a:solidFill>
                  <a:prstClr val="black">
                    <a:tint val="75000"/>
                  </a:prstClr>
                </a:solidFill>
                <a:latin typeface="Arial" panose="020B0604020202020204"/>
                <a:ea typeface="微软雅黑 Light" panose="020B0502040204020203" charset="-122"/>
              </a:rPr>
            </a:fld>
            <a:endParaRPr lang="zh-CN" altLang="en-US">
              <a:solidFill>
                <a:prstClr val="black">
                  <a:tint val="75000"/>
                </a:prstClr>
              </a:solidFill>
              <a:latin typeface="Arial" panose="020B0604020202020204"/>
              <a:ea typeface="微软雅黑 Light" panose="020B0502040204020203" charset="-122"/>
            </a:endParaRPr>
          </a:p>
        </p:txBody>
      </p:sp>
      <p:grpSp>
        <p:nvGrpSpPr>
          <p:cNvPr id="13" name="组合 12"/>
          <p:cNvGrpSpPr/>
          <p:nvPr/>
        </p:nvGrpSpPr>
        <p:grpSpPr>
          <a:xfrm>
            <a:off x="1524000" y="261501"/>
            <a:ext cx="3932106" cy="693115"/>
            <a:chOff x="0" y="261500"/>
            <a:chExt cx="3932106" cy="693115"/>
          </a:xfrm>
        </p:grpSpPr>
        <p:sp>
          <p:nvSpPr>
            <p:cNvPr id="5" name="矩形 4"/>
            <p:cNvSpPr/>
            <p:nvPr/>
          </p:nvSpPr>
          <p:spPr>
            <a:xfrm>
              <a:off x="216024" y="346447"/>
              <a:ext cx="3716082" cy="523220"/>
            </a:xfrm>
            <a:prstGeom prst="rect">
              <a:avLst/>
            </a:prstGeom>
          </p:spPr>
          <p:txBody>
            <a:bodyPr wrap="none">
              <a:spAutoFit/>
            </a:bodyPr>
            <a:lstStyle/>
            <a:p>
              <a:r>
                <a:rPr lang="en-US" altLang="zh-CN" sz="2800" b="1" dirty="0">
                  <a:solidFill>
                    <a:srgbClr val="C00000"/>
                  </a:solidFill>
                  <a:latin typeface="Arial" panose="020B0604020202020204"/>
                  <a:ea typeface="微软雅黑 Light" panose="020B0502040204020203" charset="-122"/>
                </a:rPr>
                <a:t>3</a:t>
              </a:r>
              <a:r>
                <a:rPr lang="en-US" altLang="zh-CN" sz="2800" b="1" dirty="0">
                  <a:solidFill>
                    <a:prstClr val="black"/>
                  </a:solidFill>
                  <a:latin typeface="Arial" panose="020B0604020202020204"/>
                  <a:ea typeface="微软雅黑 Light" panose="020B0502040204020203" charset="-122"/>
                </a:rPr>
                <a:t> </a:t>
              </a:r>
              <a:r>
                <a:rPr lang="zh-CN" altLang="en-US" sz="2800" b="1" dirty="0">
                  <a:solidFill>
                    <a:prstClr val="black"/>
                  </a:solidFill>
                  <a:latin typeface="Arial" panose="020B0604020202020204"/>
                  <a:ea typeface="微软雅黑 Light" panose="020B0502040204020203" charset="-122"/>
                </a:rPr>
                <a:t>软件可靠性研究现状</a:t>
              </a:r>
              <a:endParaRPr lang="zh-CN" altLang="en-US" sz="2800" b="1" dirty="0">
                <a:solidFill>
                  <a:prstClr val="black"/>
                </a:solidFill>
                <a:latin typeface="Arial" panose="020B0604020202020204"/>
                <a:ea typeface="微软雅黑 Light" panose="020B0502040204020203" charset="-122"/>
              </a:endParaRPr>
            </a:p>
          </p:txBody>
        </p:sp>
        <p:sp>
          <p:nvSpPr>
            <p:cNvPr id="7" name="矩形 6"/>
            <p:cNvSpPr/>
            <p:nvPr/>
          </p:nvSpPr>
          <p:spPr>
            <a:xfrm>
              <a:off x="0" y="261500"/>
              <a:ext cx="216024" cy="693115"/>
            </a:xfrm>
            <a:prstGeom prst="rect">
              <a:avLst/>
            </a:prstGeom>
            <a:solidFill>
              <a:schemeClr val="tx1">
                <a:lumMod val="65000"/>
                <a:lumOff val="3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prstClr val="white"/>
                </a:solidFill>
                <a:latin typeface="Arial" panose="020B0604020202020204"/>
                <a:ea typeface="微软雅黑 Light" panose="020B0502040204020203" charset="-122"/>
              </a:endParaRPr>
            </a:p>
          </p:txBody>
        </p:sp>
      </p:grpSp>
      <p:graphicFrame>
        <p:nvGraphicFramePr>
          <p:cNvPr id="4" name="表格 3"/>
          <p:cNvGraphicFramePr>
            <a:graphicFrameLocks noGrp="1"/>
          </p:cNvGraphicFramePr>
          <p:nvPr/>
        </p:nvGraphicFramePr>
        <p:xfrm>
          <a:off x="2423592" y="2420889"/>
          <a:ext cx="7499176" cy="3000335"/>
        </p:xfrm>
        <a:graphic>
          <a:graphicData uri="http://schemas.openxmlformats.org/drawingml/2006/table">
            <a:tbl>
              <a:tblPr firstRow="1" bandRow="1">
                <a:tableStyleId>{21E4AEA4-8DFA-4A89-87EB-49C32662AFE0}</a:tableStyleId>
              </a:tblPr>
              <a:tblGrid>
                <a:gridCol w="3168352"/>
                <a:gridCol w="4330824"/>
              </a:tblGrid>
              <a:tr h="600067">
                <a:tc>
                  <a:txBody>
                    <a:bodyPr/>
                    <a:lstStyle/>
                    <a:p>
                      <a:pPr algn="ctr"/>
                      <a:r>
                        <a:rPr lang="zh-CN" altLang="en-US" sz="2800" dirty="0" smtClean="0"/>
                        <a:t>模型类型</a:t>
                      </a:r>
                      <a:endParaRPr lang="zh-CN" altLang="en-US" sz="2800" dirty="0"/>
                    </a:p>
                  </a:txBody>
                  <a:tcPr/>
                </a:tc>
                <a:tc>
                  <a:txBody>
                    <a:bodyPr/>
                    <a:lstStyle/>
                    <a:p>
                      <a:pPr algn="ctr"/>
                      <a:r>
                        <a:rPr lang="zh-CN" altLang="en-US" sz="2800" dirty="0" smtClean="0"/>
                        <a:t>举例</a:t>
                      </a:r>
                      <a:endParaRPr lang="zh-CN" altLang="en-US" sz="2800" dirty="0"/>
                    </a:p>
                  </a:txBody>
                  <a:tcPr/>
                </a:tc>
              </a:tr>
              <a:tr h="600067">
                <a:tc>
                  <a:txBody>
                    <a:bodyPr/>
                    <a:lstStyle/>
                    <a:p>
                      <a:pPr algn="ctr"/>
                      <a:r>
                        <a:rPr lang="en-US" altLang="zh-CN" sz="2000" b="0" i="0" u="none" strike="noStrike" kern="1200" baseline="0" dirty="0" smtClean="0">
                          <a:solidFill>
                            <a:schemeClr val="dk1"/>
                          </a:solidFill>
                          <a:latin typeface="+mn-lt"/>
                          <a:ea typeface="+mn-ea"/>
                          <a:cs typeface="+mn-cs"/>
                        </a:rPr>
                        <a:t>Time Between Failures</a:t>
                      </a:r>
                      <a:endParaRPr lang="zh-CN" altLang="en-US" sz="2000" b="0" i="0" u="none" strike="noStrike" kern="1200" baseline="0" dirty="0">
                        <a:solidFill>
                          <a:schemeClr val="dk1"/>
                        </a:solidFill>
                        <a:latin typeface="+mn-lt"/>
                        <a:ea typeface="+mn-ea"/>
                        <a:cs typeface="+mn-cs"/>
                      </a:endParaRPr>
                    </a:p>
                  </a:txBody>
                  <a:tcPr/>
                </a:tc>
                <a:tc>
                  <a:txBody>
                    <a:bodyPr/>
                    <a:lstStyle/>
                    <a:p>
                      <a:pPr algn="ctr"/>
                      <a:r>
                        <a:rPr lang="en-US" altLang="zh-CN" sz="2000" b="0" i="0" u="none" strike="noStrike" kern="1200" baseline="0" dirty="0" smtClean="0">
                          <a:solidFill>
                            <a:schemeClr val="dk1"/>
                          </a:solidFill>
                          <a:latin typeface="+mn-lt"/>
                          <a:ea typeface="+mn-ea"/>
                          <a:cs typeface="+mn-cs"/>
                        </a:rPr>
                        <a:t>J-M De-Eutrophication</a:t>
                      </a:r>
                      <a:endParaRPr lang="zh-CN" altLang="en-US" sz="2000" b="0" i="0" u="none" strike="noStrike" kern="1200" baseline="0" dirty="0">
                        <a:solidFill>
                          <a:schemeClr val="dk1"/>
                        </a:solidFill>
                        <a:latin typeface="+mn-lt"/>
                        <a:ea typeface="+mn-ea"/>
                        <a:cs typeface="+mn-cs"/>
                      </a:endParaRPr>
                    </a:p>
                  </a:txBody>
                  <a:tcPr/>
                </a:tc>
              </a:tr>
              <a:tr h="600067">
                <a:tc>
                  <a:txBody>
                    <a:bodyPr/>
                    <a:lstStyle/>
                    <a:p>
                      <a:pPr algn="ctr"/>
                      <a:r>
                        <a:rPr lang="en-US" altLang="zh-CN" sz="2000" b="0" i="0" u="none" strike="noStrike" kern="1200" baseline="0" dirty="0" smtClean="0">
                          <a:solidFill>
                            <a:schemeClr val="dk1"/>
                          </a:solidFill>
                          <a:latin typeface="+mn-lt"/>
                          <a:ea typeface="+mn-ea"/>
                          <a:cs typeface="+mn-cs"/>
                        </a:rPr>
                        <a:t>Fault Count Models</a:t>
                      </a:r>
                      <a:endParaRPr lang="zh-CN" altLang="en-US" sz="2000" b="0" i="0" u="none" strike="noStrike" kern="1200" baseline="0" dirty="0">
                        <a:solidFill>
                          <a:schemeClr val="dk1"/>
                        </a:solidFill>
                        <a:latin typeface="+mn-lt"/>
                        <a:ea typeface="+mn-ea"/>
                        <a:cs typeface="+mn-cs"/>
                      </a:endParaRPr>
                    </a:p>
                  </a:txBody>
                  <a:tcPr/>
                </a:tc>
                <a:tc>
                  <a:txBody>
                    <a:bodyPr/>
                    <a:lstStyle/>
                    <a:p>
                      <a:pPr algn="ctr"/>
                      <a:r>
                        <a:rPr lang="en-US" altLang="zh-CN" sz="2000" b="0" i="0" u="none" strike="noStrike" kern="1200" baseline="0" dirty="0" smtClean="0">
                          <a:solidFill>
                            <a:schemeClr val="dk1"/>
                          </a:solidFill>
                          <a:latin typeface="+mn-lt"/>
                          <a:ea typeface="+mn-ea"/>
                          <a:cs typeface="+mn-cs"/>
                        </a:rPr>
                        <a:t>Musa Execution Time Model</a:t>
                      </a:r>
                      <a:endParaRPr lang="zh-CN" altLang="en-US" sz="2000" b="0" i="0" u="none" strike="noStrike" kern="1200" baseline="0" dirty="0">
                        <a:solidFill>
                          <a:schemeClr val="dk1"/>
                        </a:solidFill>
                        <a:latin typeface="+mn-lt"/>
                        <a:ea typeface="+mn-ea"/>
                        <a:cs typeface="+mn-cs"/>
                      </a:endParaRPr>
                    </a:p>
                  </a:txBody>
                  <a:tcPr/>
                </a:tc>
              </a:tr>
              <a:tr h="600067">
                <a:tc>
                  <a:txBody>
                    <a:bodyPr/>
                    <a:lstStyle/>
                    <a:p>
                      <a:pPr algn="ctr"/>
                      <a:r>
                        <a:rPr lang="en-US" altLang="zh-CN" sz="2000" b="0" i="0" u="none" strike="noStrike" kern="1200" baseline="0" dirty="0" smtClean="0">
                          <a:solidFill>
                            <a:schemeClr val="dk1"/>
                          </a:solidFill>
                          <a:latin typeface="+mn-lt"/>
                          <a:ea typeface="+mn-ea"/>
                          <a:cs typeface="+mn-cs"/>
                        </a:rPr>
                        <a:t>Fault Seeding Models</a:t>
                      </a:r>
                      <a:endParaRPr lang="zh-CN" altLang="en-US" sz="2000" b="0" i="0" u="none" strike="noStrike" kern="1200" baseline="0" dirty="0">
                        <a:solidFill>
                          <a:schemeClr val="dk1"/>
                        </a:solidFill>
                        <a:latin typeface="+mn-lt"/>
                        <a:ea typeface="+mn-ea"/>
                        <a:cs typeface="+mn-cs"/>
                      </a:endParaRPr>
                    </a:p>
                  </a:txBody>
                  <a:tcPr/>
                </a:tc>
                <a:tc>
                  <a:txBody>
                    <a:bodyPr/>
                    <a:lstStyle/>
                    <a:p>
                      <a:pPr algn="ctr"/>
                      <a:r>
                        <a:rPr lang="en-US" altLang="zh-CN" sz="2000" b="0" i="0" u="none" strike="noStrike" kern="1200" baseline="0" dirty="0" smtClean="0">
                          <a:solidFill>
                            <a:schemeClr val="dk1"/>
                          </a:solidFill>
                          <a:latin typeface="+mn-lt"/>
                          <a:ea typeface="+mn-ea"/>
                          <a:cs typeface="+mn-cs"/>
                        </a:rPr>
                        <a:t>Mills seeding model</a:t>
                      </a:r>
                      <a:endParaRPr lang="zh-CN" altLang="en-US" sz="2000" b="0" i="0" u="none" strike="noStrike" kern="1200" baseline="0" dirty="0">
                        <a:solidFill>
                          <a:schemeClr val="dk1"/>
                        </a:solidFill>
                        <a:latin typeface="+mn-lt"/>
                        <a:ea typeface="+mn-ea"/>
                        <a:cs typeface="+mn-cs"/>
                      </a:endParaRPr>
                    </a:p>
                  </a:txBody>
                  <a:tcPr/>
                </a:tc>
              </a:tr>
              <a:tr h="600067">
                <a:tc>
                  <a:txBody>
                    <a:bodyPr/>
                    <a:lstStyle/>
                    <a:p>
                      <a:pPr algn="ctr"/>
                      <a:r>
                        <a:rPr lang="en-US" altLang="zh-CN" sz="2000" b="0" i="0" u="none" strike="noStrike" kern="1200" baseline="0" dirty="0" smtClean="0">
                          <a:solidFill>
                            <a:schemeClr val="dk1"/>
                          </a:solidFill>
                          <a:latin typeface="+mn-lt"/>
                          <a:ea typeface="+mn-ea"/>
                          <a:cs typeface="+mn-cs"/>
                        </a:rPr>
                        <a:t>Input Domain Models</a:t>
                      </a:r>
                      <a:endParaRPr lang="zh-CN" altLang="en-US" sz="2000" b="0" i="0" u="none" strike="noStrike" kern="1200" baseline="0" dirty="0">
                        <a:solidFill>
                          <a:schemeClr val="dk1"/>
                        </a:solidFill>
                        <a:latin typeface="+mn-lt"/>
                        <a:ea typeface="+mn-ea"/>
                        <a:cs typeface="+mn-cs"/>
                      </a:endParaRPr>
                    </a:p>
                  </a:txBody>
                  <a:tcPr/>
                </a:tc>
                <a:tc>
                  <a:txBody>
                    <a:bodyPr/>
                    <a:lstStyle/>
                    <a:p>
                      <a:pPr algn="ctr"/>
                      <a:r>
                        <a:rPr lang="en-US" altLang="zh-CN" sz="2000" b="0" i="0" u="none" strike="noStrike" kern="1200" baseline="0" dirty="0" smtClean="0">
                          <a:solidFill>
                            <a:schemeClr val="dk1"/>
                          </a:solidFill>
                          <a:latin typeface="+mn-lt"/>
                          <a:ea typeface="+mn-ea"/>
                          <a:cs typeface="+mn-cs"/>
                        </a:rPr>
                        <a:t>Nelson Model</a:t>
                      </a:r>
                      <a:endParaRPr lang="zh-CN" altLang="en-US" sz="2000" b="0" i="0" u="none" strike="noStrike" kern="1200" baseline="0" dirty="0">
                        <a:solidFill>
                          <a:schemeClr val="dk1"/>
                        </a:solidFill>
                        <a:latin typeface="+mn-lt"/>
                        <a:ea typeface="+mn-ea"/>
                        <a:cs typeface="+mn-cs"/>
                      </a:endParaRPr>
                    </a:p>
                  </a:txBody>
                  <a:tcPr/>
                </a:tc>
              </a:tr>
            </a:tbl>
          </a:graphicData>
        </a:graphic>
      </p:graphicFrame>
      <p:sp>
        <p:nvSpPr>
          <p:cNvPr id="8" name="矩形 7"/>
          <p:cNvSpPr/>
          <p:nvPr/>
        </p:nvSpPr>
        <p:spPr>
          <a:xfrm>
            <a:off x="1847528" y="1543026"/>
            <a:ext cx="2492990" cy="461665"/>
          </a:xfrm>
          <a:prstGeom prst="rect">
            <a:avLst/>
          </a:prstGeom>
        </p:spPr>
        <p:txBody>
          <a:bodyPr wrap="none">
            <a:spAutoFit/>
          </a:bodyPr>
          <a:lstStyle/>
          <a:p>
            <a:pPr lvl="1"/>
            <a:r>
              <a:rPr lang="zh-CN" altLang="en-US" sz="2400" b="1" dirty="0">
                <a:solidFill>
                  <a:prstClr val="black"/>
                </a:solidFill>
                <a:latin typeface="Arial" panose="020B0604020202020204"/>
                <a:ea typeface="微软雅黑 Light" panose="020B0502040204020203" charset="-122"/>
              </a:rPr>
              <a:t>常见模型分类</a:t>
            </a:r>
            <a:endParaRPr lang="en-US" altLang="zh-CN" sz="2400" b="1" dirty="0">
              <a:solidFill>
                <a:prstClr val="black"/>
              </a:solidFill>
              <a:latin typeface="Arial" panose="020B0604020202020204"/>
              <a:ea typeface="微软雅黑 Light" panose="020B0502040204020203" charset="-122"/>
            </a:endParaRPr>
          </a:p>
        </p:txBody>
      </p:sp>
    </p:spTree>
  </p:cSld>
  <p:clrMapOvr>
    <a:masterClrMapping/>
  </p:clrMapOvr>
  <p:transition spd="slow">
    <p:push dir="u"/>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2085757" y="1392268"/>
            <a:ext cx="5213369" cy="523220"/>
          </a:xfrm>
          <a:prstGeom prst="rect">
            <a:avLst/>
          </a:prstGeom>
          <a:noFill/>
        </p:spPr>
        <p:txBody>
          <a:bodyPr wrap="square" rtlCol="0">
            <a:spAutoFit/>
          </a:bodyPr>
          <a:lstStyle/>
          <a:p>
            <a:pPr marL="285750" indent="-285750">
              <a:buFont typeface="Arial" panose="020B0604020202020204" pitchFamily="34" charset="0"/>
              <a:buChar char="•"/>
            </a:pPr>
            <a:r>
              <a:rPr lang="zh-CN" altLang="en-US" sz="2800" b="1" dirty="0">
                <a:solidFill>
                  <a:prstClr val="black"/>
                </a:solidFill>
                <a:latin typeface="Arial" panose="020B0604020202020204"/>
                <a:ea typeface="微软雅黑 Light" panose="020B0502040204020203" charset="-122"/>
              </a:rPr>
              <a:t>软件可靠性度量</a:t>
            </a:r>
            <a:endParaRPr lang="en-US" altLang="zh-CN" sz="2800" dirty="0">
              <a:solidFill>
                <a:prstClr val="black"/>
              </a:solidFill>
              <a:latin typeface="Arial" panose="020B0604020202020204"/>
              <a:ea typeface="微软雅黑 Light" panose="020B0502040204020203" charset="-122"/>
            </a:endParaRPr>
          </a:p>
        </p:txBody>
      </p:sp>
      <p:sp>
        <p:nvSpPr>
          <p:cNvPr id="2" name="灯片编号占位符 1"/>
          <p:cNvSpPr>
            <a:spLocks noGrp="1"/>
          </p:cNvSpPr>
          <p:nvPr>
            <p:ph type="sldNum" sz="quarter" idx="12"/>
          </p:nvPr>
        </p:nvSpPr>
        <p:spPr/>
        <p:txBody>
          <a:bodyPr/>
          <a:lstStyle/>
          <a:p>
            <a:fld id="{0C913308-F349-4B6D-A68A-DD1791B4A57B}" type="slidenum">
              <a:rPr lang="zh-CN" altLang="en-US">
                <a:solidFill>
                  <a:prstClr val="black">
                    <a:tint val="75000"/>
                  </a:prstClr>
                </a:solidFill>
                <a:latin typeface="Arial" panose="020B0604020202020204"/>
                <a:ea typeface="微软雅黑 Light" panose="020B0502040204020203" charset="-122"/>
              </a:rPr>
            </a:fld>
            <a:endParaRPr lang="zh-CN" altLang="en-US">
              <a:solidFill>
                <a:prstClr val="black">
                  <a:tint val="75000"/>
                </a:prstClr>
              </a:solidFill>
              <a:latin typeface="Arial" panose="020B0604020202020204"/>
              <a:ea typeface="微软雅黑 Light" panose="020B0502040204020203" charset="-122"/>
            </a:endParaRPr>
          </a:p>
        </p:txBody>
      </p:sp>
      <p:grpSp>
        <p:nvGrpSpPr>
          <p:cNvPr id="13" name="组合 12"/>
          <p:cNvGrpSpPr/>
          <p:nvPr/>
        </p:nvGrpSpPr>
        <p:grpSpPr>
          <a:xfrm>
            <a:off x="1524000" y="261501"/>
            <a:ext cx="3932106" cy="693115"/>
            <a:chOff x="0" y="261500"/>
            <a:chExt cx="3932106" cy="693115"/>
          </a:xfrm>
        </p:grpSpPr>
        <p:sp>
          <p:nvSpPr>
            <p:cNvPr id="5" name="矩形 4"/>
            <p:cNvSpPr/>
            <p:nvPr/>
          </p:nvSpPr>
          <p:spPr>
            <a:xfrm>
              <a:off x="216024" y="346447"/>
              <a:ext cx="3716082" cy="523220"/>
            </a:xfrm>
            <a:prstGeom prst="rect">
              <a:avLst/>
            </a:prstGeom>
          </p:spPr>
          <p:txBody>
            <a:bodyPr wrap="none">
              <a:spAutoFit/>
            </a:bodyPr>
            <a:lstStyle/>
            <a:p>
              <a:r>
                <a:rPr lang="en-US" altLang="zh-CN" sz="2800" b="1" dirty="0">
                  <a:solidFill>
                    <a:srgbClr val="C00000"/>
                  </a:solidFill>
                  <a:latin typeface="Arial" panose="020B0604020202020204"/>
                  <a:ea typeface="微软雅黑 Light" panose="020B0502040204020203" charset="-122"/>
                </a:rPr>
                <a:t>3 </a:t>
              </a:r>
              <a:r>
                <a:rPr lang="zh-CN" altLang="en-US" sz="2800" b="1" dirty="0">
                  <a:solidFill>
                    <a:prstClr val="black"/>
                  </a:solidFill>
                  <a:latin typeface="Arial" panose="020B0604020202020204"/>
                  <a:ea typeface="微软雅黑 Light" panose="020B0502040204020203" charset="-122"/>
                </a:rPr>
                <a:t>软件可靠性研究现状</a:t>
              </a:r>
              <a:endParaRPr lang="zh-CN" altLang="en-US" sz="2800" b="1" dirty="0">
                <a:solidFill>
                  <a:prstClr val="black"/>
                </a:solidFill>
                <a:latin typeface="Arial" panose="020B0604020202020204"/>
                <a:ea typeface="微软雅黑 Light" panose="020B0502040204020203" charset="-122"/>
              </a:endParaRPr>
            </a:p>
          </p:txBody>
        </p:sp>
        <p:sp>
          <p:nvSpPr>
            <p:cNvPr id="7" name="矩形 6"/>
            <p:cNvSpPr/>
            <p:nvPr/>
          </p:nvSpPr>
          <p:spPr>
            <a:xfrm>
              <a:off x="0" y="261500"/>
              <a:ext cx="216024" cy="693115"/>
            </a:xfrm>
            <a:prstGeom prst="rect">
              <a:avLst/>
            </a:prstGeom>
            <a:solidFill>
              <a:schemeClr val="tx1">
                <a:lumMod val="65000"/>
                <a:lumOff val="3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prstClr val="white"/>
                </a:solidFill>
                <a:latin typeface="Arial" panose="020B0604020202020204"/>
                <a:ea typeface="微软雅黑 Light" panose="020B0502040204020203" charset="-122"/>
              </a:endParaRPr>
            </a:p>
          </p:txBody>
        </p:sp>
      </p:gr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752184" y="2391955"/>
            <a:ext cx="2623458" cy="1967594"/>
          </a:xfrm>
          <a:prstGeom prst="rect">
            <a:avLst/>
          </a:prstGeom>
          <a:ln>
            <a:noFill/>
          </a:ln>
          <a:effectLst>
            <a:softEdge rad="112500"/>
          </a:effectLst>
        </p:spPr>
      </p:pic>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52184" y="362761"/>
            <a:ext cx="2668622" cy="1999987"/>
          </a:xfrm>
          <a:prstGeom prst="rect">
            <a:avLst/>
          </a:prstGeom>
          <a:ln>
            <a:noFill/>
          </a:ln>
          <a:effectLst>
            <a:softEdge rad="112500"/>
          </a:effectLst>
        </p:spPr>
      </p:pic>
      <p:sp>
        <p:nvSpPr>
          <p:cNvPr id="11" name="TextBox 9"/>
          <p:cNvSpPr txBox="1"/>
          <p:nvPr/>
        </p:nvSpPr>
        <p:spPr>
          <a:xfrm>
            <a:off x="2423592" y="1988840"/>
            <a:ext cx="7128792" cy="4154984"/>
          </a:xfrm>
          <a:prstGeom prst="rect">
            <a:avLst/>
          </a:prstGeom>
          <a:noFill/>
        </p:spPr>
        <p:txBody>
          <a:bodyPr wrap="square" rtlCol="0">
            <a:spAutoFit/>
          </a:bodyPr>
          <a:lstStyle/>
          <a:p>
            <a:r>
              <a:rPr lang="en-US" altLang="zh-CN" sz="2400" b="1" dirty="0">
                <a:solidFill>
                  <a:prstClr val="black"/>
                </a:solidFill>
                <a:latin typeface="Arial" panose="020B0604020202020204"/>
                <a:ea typeface="微软雅黑 Light" panose="020B0502040204020203" charset="-122"/>
              </a:rPr>
              <a:t>1.</a:t>
            </a:r>
            <a:r>
              <a:rPr lang="zh-CN" altLang="en-US" sz="2400" b="1" dirty="0">
                <a:solidFill>
                  <a:prstClr val="black"/>
                </a:solidFill>
                <a:latin typeface="Arial" panose="020B0604020202020204"/>
                <a:ea typeface="微软雅黑 Light" panose="020B0502040204020203" charset="-122"/>
              </a:rPr>
              <a:t> 产品度量</a:t>
            </a:r>
            <a:endParaRPr lang="en-US" altLang="zh-CN" sz="2400" b="1" dirty="0">
              <a:solidFill>
                <a:prstClr val="black"/>
              </a:solidFill>
              <a:latin typeface="Arial" panose="020B0604020202020204"/>
              <a:ea typeface="微软雅黑 Light" panose="020B0502040204020203" charset="-122"/>
            </a:endParaRPr>
          </a:p>
          <a:p>
            <a:pPr marL="742950" lvl="1" indent="-285750">
              <a:buFont typeface="Arial" panose="020B0604020202020204" pitchFamily="34" charset="0"/>
              <a:buChar char="•"/>
            </a:pPr>
            <a:r>
              <a:rPr lang="zh-CN" altLang="en-US" sz="2400" dirty="0">
                <a:solidFill>
                  <a:srgbClr val="000000"/>
                </a:solidFill>
                <a:latin typeface="Arial" panose="020B0604020202020204" pitchFamily="34" charset="0"/>
                <a:ea typeface="微软雅黑 Light" panose="020B0502040204020203" charset="-122"/>
              </a:rPr>
              <a:t>软件大小</a:t>
            </a:r>
            <a:endParaRPr lang="en-US" altLang="zh-CN" sz="2400" dirty="0">
              <a:solidFill>
                <a:srgbClr val="000000"/>
              </a:solidFill>
              <a:latin typeface="Arial" panose="020B0604020202020204" pitchFamily="34" charset="0"/>
              <a:ea typeface="微软雅黑 Light" panose="020B0502040204020203" charset="-122"/>
            </a:endParaRPr>
          </a:p>
          <a:p>
            <a:pPr marL="742950" lvl="1" indent="-285750">
              <a:buFont typeface="Arial" panose="020B0604020202020204" pitchFamily="34" charset="0"/>
              <a:buChar char="•"/>
            </a:pPr>
            <a:r>
              <a:rPr lang="zh-CN" altLang="en-US" sz="2400" dirty="0">
                <a:solidFill>
                  <a:srgbClr val="000000"/>
                </a:solidFill>
                <a:latin typeface="Arial" panose="020B0604020202020204" pitchFamily="34" charset="0"/>
                <a:ea typeface="微软雅黑 Light" panose="020B0502040204020203" charset="-122"/>
              </a:rPr>
              <a:t>功能点</a:t>
            </a:r>
            <a:endParaRPr lang="en-US" altLang="zh-CN" sz="2400" dirty="0">
              <a:solidFill>
                <a:srgbClr val="000000"/>
              </a:solidFill>
              <a:latin typeface="Arial" panose="020B0604020202020204" pitchFamily="34" charset="0"/>
              <a:ea typeface="微软雅黑 Light" panose="020B0502040204020203" charset="-122"/>
            </a:endParaRPr>
          </a:p>
          <a:p>
            <a:pPr marL="742950" lvl="1" indent="-285750">
              <a:buFont typeface="Arial" panose="020B0604020202020204" pitchFamily="34" charset="0"/>
              <a:buChar char="•"/>
            </a:pPr>
            <a:r>
              <a:rPr lang="zh-CN" altLang="en-US" sz="2400" dirty="0">
                <a:solidFill>
                  <a:srgbClr val="000000"/>
                </a:solidFill>
                <a:latin typeface="Arial" panose="020B0604020202020204" pitchFamily="34" charset="0"/>
                <a:ea typeface="微软雅黑 Light" panose="020B0502040204020203" charset="-122"/>
              </a:rPr>
              <a:t>复杂度</a:t>
            </a:r>
            <a:endParaRPr lang="en-US" altLang="zh-CN" sz="2400" dirty="0">
              <a:solidFill>
                <a:srgbClr val="000000"/>
              </a:solidFill>
              <a:latin typeface="Arial" panose="020B0604020202020204" pitchFamily="34" charset="0"/>
              <a:ea typeface="微软雅黑 Light" panose="020B0502040204020203" charset="-122"/>
            </a:endParaRPr>
          </a:p>
          <a:p>
            <a:r>
              <a:rPr lang="en-US" altLang="zh-CN" sz="2400" b="1" dirty="0">
                <a:solidFill>
                  <a:srgbClr val="000000"/>
                </a:solidFill>
                <a:latin typeface="Arial" panose="020B0604020202020204" pitchFamily="34" charset="0"/>
                <a:ea typeface="微软雅黑 Light" panose="020B0502040204020203" charset="-122"/>
              </a:rPr>
              <a:t>2. </a:t>
            </a:r>
            <a:r>
              <a:rPr lang="zh-CN" altLang="en-US" sz="2400" b="1" dirty="0">
                <a:solidFill>
                  <a:srgbClr val="000000"/>
                </a:solidFill>
                <a:latin typeface="Arial" panose="020B0604020202020204" pitchFamily="34" charset="0"/>
                <a:ea typeface="微软雅黑 Light" panose="020B0502040204020203" charset="-122"/>
              </a:rPr>
              <a:t>项目管理度量</a:t>
            </a:r>
            <a:endParaRPr lang="en-US" altLang="zh-CN" sz="2400" b="1" dirty="0">
              <a:solidFill>
                <a:srgbClr val="000000"/>
              </a:solidFill>
              <a:latin typeface="Arial" panose="020B0604020202020204" pitchFamily="34" charset="0"/>
              <a:ea typeface="微软雅黑 Light" panose="020B0502040204020203" charset="-122"/>
            </a:endParaRPr>
          </a:p>
          <a:p>
            <a:pPr marL="800100" lvl="1" indent="-342900">
              <a:buFont typeface="Arial" panose="020B0604020202020204" pitchFamily="34" charset="0"/>
              <a:buChar char="•"/>
            </a:pPr>
            <a:r>
              <a:rPr lang="zh-CN" altLang="en-US" sz="2400" dirty="0">
                <a:solidFill>
                  <a:srgbClr val="000000"/>
                </a:solidFill>
                <a:latin typeface="Arial" panose="020B0604020202020204" pitchFamily="34" charset="0"/>
                <a:ea typeface="微软雅黑 Light" panose="020B0502040204020203" charset="-122"/>
              </a:rPr>
              <a:t>开发流程</a:t>
            </a:r>
            <a:endParaRPr lang="en-US" altLang="zh-CN" sz="2400" dirty="0">
              <a:solidFill>
                <a:srgbClr val="000000"/>
              </a:solidFill>
              <a:latin typeface="Arial" panose="020B0604020202020204" pitchFamily="34" charset="0"/>
              <a:ea typeface="微软雅黑 Light" panose="020B0502040204020203" charset="-122"/>
            </a:endParaRPr>
          </a:p>
          <a:p>
            <a:pPr marL="800100" lvl="1" indent="-342900">
              <a:buFont typeface="Arial" panose="020B0604020202020204" pitchFamily="34" charset="0"/>
              <a:buChar char="•"/>
            </a:pPr>
            <a:r>
              <a:rPr lang="zh-CN" altLang="en-US" sz="2400" dirty="0">
                <a:solidFill>
                  <a:srgbClr val="000000"/>
                </a:solidFill>
                <a:latin typeface="Arial" panose="020B0604020202020204" pitchFamily="34" charset="0"/>
                <a:ea typeface="微软雅黑 Light" panose="020B0502040204020203" charset="-122"/>
              </a:rPr>
              <a:t>风险管理流程</a:t>
            </a:r>
            <a:endParaRPr lang="en-US" altLang="zh-CN" sz="2400" dirty="0">
              <a:solidFill>
                <a:srgbClr val="000000"/>
              </a:solidFill>
              <a:latin typeface="Arial" panose="020B0604020202020204" pitchFamily="34" charset="0"/>
              <a:ea typeface="微软雅黑 Light" panose="020B0502040204020203" charset="-122"/>
            </a:endParaRPr>
          </a:p>
          <a:p>
            <a:pPr marL="800100" lvl="1" indent="-342900">
              <a:buFont typeface="Arial" panose="020B0604020202020204" pitchFamily="34" charset="0"/>
              <a:buChar char="•"/>
            </a:pPr>
            <a:r>
              <a:rPr lang="zh-CN" altLang="en-US" sz="2400" dirty="0">
                <a:solidFill>
                  <a:srgbClr val="000000"/>
                </a:solidFill>
                <a:latin typeface="Arial" panose="020B0604020202020204" pitchFamily="34" charset="0"/>
                <a:ea typeface="微软雅黑 Light" panose="020B0502040204020203" charset="-122"/>
              </a:rPr>
              <a:t>配置管理流程</a:t>
            </a:r>
            <a:endParaRPr lang="en-US" altLang="zh-CN" sz="2400" dirty="0">
              <a:solidFill>
                <a:srgbClr val="000000"/>
              </a:solidFill>
              <a:latin typeface="Arial" panose="020B0604020202020204" pitchFamily="34" charset="0"/>
              <a:ea typeface="微软雅黑 Light" panose="020B0502040204020203" charset="-122"/>
            </a:endParaRPr>
          </a:p>
          <a:p>
            <a:r>
              <a:rPr lang="en-US" altLang="zh-CN" sz="2400" b="1" dirty="0">
                <a:solidFill>
                  <a:srgbClr val="000000"/>
                </a:solidFill>
                <a:latin typeface="Arial" panose="020B0604020202020204" pitchFamily="34" charset="0"/>
                <a:ea typeface="微软雅黑 Light" panose="020B0502040204020203" charset="-122"/>
              </a:rPr>
              <a:t>3. </a:t>
            </a:r>
            <a:r>
              <a:rPr lang="zh-CN" altLang="en-US" sz="2400" b="1" dirty="0">
                <a:solidFill>
                  <a:srgbClr val="000000"/>
                </a:solidFill>
                <a:latin typeface="Arial" panose="020B0604020202020204" pitchFamily="34" charset="0"/>
                <a:ea typeface="微软雅黑 Light" panose="020B0502040204020203" charset="-122"/>
              </a:rPr>
              <a:t>过程度量</a:t>
            </a:r>
            <a:endParaRPr lang="en-US" altLang="zh-CN" sz="2400" b="1" dirty="0">
              <a:solidFill>
                <a:srgbClr val="000000"/>
              </a:solidFill>
              <a:latin typeface="Arial" panose="020B0604020202020204" pitchFamily="34" charset="0"/>
              <a:ea typeface="微软雅黑 Light" panose="020B0502040204020203" charset="-122"/>
            </a:endParaRPr>
          </a:p>
          <a:p>
            <a:pPr marL="742950" lvl="1" indent="-285750">
              <a:buFont typeface="Arial" panose="020B0604020202020204" pitchFamily="34" charset="0"/>
              <a:buChar char="•"/>
            </a:pPr>
            <a:r>
              <a:rPr lang="zh-CN" altLang="en-US" sz="2400" dirty="0">
                <a:solidFill>
                  <a:srgbClr val="000000"/>
                </a:solidFill>
                <a:latin typeface="Arial" panose="020B0604020202020204" pitchFamily="34" charset="0"/>
                <a:ea typeface="微软雅黑 Light" panose="020B0502040204020203" charset="-122"/>
              </a:rPr>
              <a:t>测试覆盖率</a:t>
            </a:r>
            <a:endParaRPr lang="en-US" altLang="zh-CN" sz="2400" b="1" dirty="0">
              <a:solidFill>
                <a:srgbClr val="000000"/>
              </a:solidFill>
              <a:latin typeface="Arial" panose="020B0604020202020204" pitchFamily="34" charset="0"/>
              <a:ea typeface="微软雅黑 Light" panose="020B0502040204020203" charset="-122"/>
            </a:endParaRPr>
          </a:p>
          <a:p>
            <a:r>
              <a:rPr lang="en-US" altLang="zh-CN" sz="2400" b="1" dirty="0">
                <a:solidFill>
                  <a:srgbClr val="000000"/>
                </a:solidFill>
                <a:latin typeface="Arial" panose="020B0604020202020204" pitchFamily="34" charset="0"/>
                <a:ea typeface="微软雅黑 Light" panose="020B0502040204020203" charset="-122"/>
              </a:rPr>
              <a:t>4. </a:t>
            </a:r>
            <a:r>
              <a:rPr lang="zh-CN" altLang="en-US" sz="2400" b="1" dirty="0">
                <a:solidFill>
                  <a:srgbClr val="000000"/>
                </a:solidFill>
                <a:latin typeface="Arial" panose="020B0604020202020204" pitchFamily="34" charset="0"/>
                <a:ea typeface="微软雅黑 Light" panose="020B0502040204020203" charset="-122"/>
              </a:rPr>
              <a:t>错误和失败度量</a:t>
            </a:r>
            <a:endParaRPr lang="en-US" altLang="zh-CN" sz="2400" b="1" dirty="0">
              <a:solidFill>
                <a:srgbClr val="000000"/>
              </a:solidFill>
              <a:latin typeface="Arial" panose="020B0604020202020204" pitchFamily="34" charset="0"/>
              <a:ea typeface="微软雅黑 Light" panose="020B0502040204020203"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6" name="Picture 12" descr="æ§è½æµè¯ä¸­åæ ç³»ç»å¯é æ§çä¸å¤§ææ ï¼MTTFãMTTRãMTBF"/>
          <p:cNvPicPr>
            <a:picLocks noChangeAspect="1" noChangeArrowheads="1"/>
          </p:cNvPicPr>
          <p:nvPr/>
        </p:nvPicPr>
        <p:blipFill rotWithShape="1">
          <a:blip r:embed="rId1">
            <a:extLst>
              <a:ext uri="{28A0092B-C50C-407E-A947-70E740481C1C}">
                <a14:useLocalDpi xmlns:a14="http://schemas.microsoft.com/office/drawing/2010/main" val="0"/>
              </a:ext>
            </a:extLst>
          </a:blip>
          <a:srcRect t="16654" b="5040"/>
          <a:stretch>
            <a:fillRect/>
          </a:stretch>
        </p:blipFill>
        <p:spPr bwMode="auto">
          <a:xfrm>
            <a:off x="2639616" y="4271215"/>
            <a:ext cx="6768752" cy="2562328"/>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1919537" y="954614"/>
            <a:ext cx="5213369" cy="523220"/>
          </a:xfrm>
          <a:prstGeom prst="rect">
            <a:avLst/>
          </a:prstGeom>
          <a:noFill/>
        </p:spPr>
        <p:txBody>
          <a:bodyPr wrap="square" rtlCol="0">
            <a:spAutoFit/>
          </a:bodyPr>
          <a:lstStyle/>
          <a:p>
            <a:pPr marL="285750" indent="-285750">
              <a:buFont typeface="Arial" panose="020B0604020202020204" pitchFamily="34" charset="0"/>
              <a:buChar char="•"/>
            </a:pPr>
            <a:r>
              <a:rPr lang="zh-CN" altLang="en-US" sz="2800" b="1" dirty="0">
                <a:solidFill>
                  <a:prstClr val="black"/>
                </a:solidFill>
                <a:latin typeface="Arial" panose="020B0604020202020204"/>
                <a:ea typeface="微软雅黑 Light" panose="020B0502040204020203" charset="-122"/>
              </a:rPr>
              <a:t>软件可靠性度量</a:t>
            </a:r>
            <a:endParaRPr lang="en-US" altLang="zh-CN" sz="2800" dirty="0">
              <a:solidFill>
                <a:prstClr val="black"/>
              </a:solidFill>
              <a:latin typeface="Arial" panose="020B0604020202020204"/>
              <a:ea typeface="微软雅黑 Light" panose="020B0502040204020203" charset="-122"/>
            </a:endParaRPr>
          </a:p>
        </p:txBody>
      </p:sp>
      <p:sp>
        <p:nvSpPr>
          <p:cNvPr id="2" name="灯片编号占位符 1"/>
          <p:cNvSpPr>
            <a:spLocks noGrp="1"/>
          </p:cNvSpPr>
          <p:nvPr>
            <p:ph type="sldNum" sz="quarter" idx="12"/>
          </p:nvPr>
        </p:nvSpPr>
        <p:spPr/>
        <p:txBody>
          <a:bodyPr/>
          <a:lstStyle/>
          <a:p>
            <a:fld id="{0C913308-F349-4B6D-A68A-DD1791B4A57B}" type="slidenum">
              <a:rPr lang="zh-CN" altLang="en-US">
                <a:solidFill>
                  <a:prstClr val="black">
                    <a:tint val="75000"/>
                  </a:prstClr>
                </a:solidFill>
                <a:latin typeface="Arial" panose="020B0604020202020204"/>
                <a:ea typeface="微软雅黑 Light" panose="020B0502040204020203" charset="-122"/>
              </a:rPr>
            </a:fld>
            <a:endParaRPr lang="zh-CN" altLang="en-US">
              <a:solidFill>
                <a:prstClr val="black">
                  <a:tint val="75000"/>
                </a:prstClr>
              </a:solidFill>
              <a:latin typeface="Arial" panose="020B0604020202020204"/>
              <a:ea typeface="微软雅黑 Light" panose="020B0502040204020203" charset="-122"/>
            </a:endParaRPr>
          </a:p>
        </p:txBody>
      </p:sp>
      <p:grpSp>
        <p:nvGrpSpPr>
          <p:cNvPr id="13" name="组合 12"/>
          <p:cNvGrpSpPr/>
          <p:nvPr/>
        </p:nvGrpSpPr>
        <p:grpSpPr>
          <a:xfrm>
            <a:off x="1524000" y="261501"/>
            <a:ext cx="3932106" cy="693115"/>
            <a:chOff x="0" y="261500"/>
            <a:chExt cx="3932106" cy="693115"/>
          </a:xfrm>
        </p:grpSpPr>
        <p:sp>
          <p:nvSpPr>
            <p:cNvPr id="5" name="矩形 4"/>
            <p:cNvSpPr/>
            <p:nvPr/>
          </p:nvSpPr>
          <p:spPr>
            <a:xfrm>
              <a:off x="216024" y="346447"/>
              <a:ext cx="3716082" cy="523220"/>
            </a:xfrm>
            <a:prstGeom prst="rect">
              <a:avLst/>
            </a:prstGeom>
          </p:spPr>
          <p:txBody>
            <a:bodyPr wrap="none">
              <a:spAutoFit/>
            </a:bodyPr>
            <a:lstStyle/>
            <a:p>
              <a:r>
                <a:rPr lang="en-US" altLang="zh-CN" sz="2800" b="1" dirty="0">
                  <a:solidFill>
                    <a:srgbClr val="C00000"/>
                  </a:solidFill>
                  <a:latin typeface="Arial" panose="020B0604020202020204"/>
                  <a:ea typeface="微软雅黑 Light" panose="020B0502040204020203" charset="-122"/>
                </a:rPr>
                <a:t>3 </a:t>
              </a:r>
              <a:r>
                <a:rPr lang="zh-CN" altLang="en-US" sz="2800" b="1" dirty="0">
                  <a:solidFill>
                    <a:prstClr val="black"/>
                  </a:solidFill>
                  <a:latin typeface="Arial" panose="020B0604020202020204"/>
                  <a:ea typeface="微软雅黑 Light" panose="020B0502040204020203" charset="-122"/>
                </a:rPr>
                <a:t>软件可靠性研究现状</a:t>
              </a:r>
              <a:endParaRPr lang="zh-CN" altLang="en-US" sz="2800" b="1" dirty="0">
                <a:solidFill>
                  <a:prstClr val="black"/>
                </a:solidFill>
                <a:latin typeface="Arial" panose="020B0604020202020204"/>
                <a:ea typeface="微软雅黑 Light" panose="020B0502040204020203" charset="-122"/>
              </a:endParaRPr>
            </a:p>
          </p:txBody>
        </p:sp>
        <p:sp>
          <p:nvSpPr>
            <p:cNvPr id="7" name="矩形 6"/>
            <p:cNvSpPr/>
            <p:nvPr/>
          </p:nvSpPr>
          <p:spPr>
            <a:xfrm>
              <a:off x="0" y="261500"/>
              <a:ext cx="216024" cy="693115"/>
            </a:xfrm>
            <a:prstGeom prst="rect">
              <a:avLst/>
            </a:prstGeom>
            <a:solidFill>
              <a:schemeClr val="tx1">
                <a:lumMod val="65000"/>
                <a:lumOff val="3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prstClr val="white"/>
                </a:solidFill>
                <a:latin typeface="Arial" panose="020B0604020202020204"/>
                <a:ea typeface="微软雅黑 Light" panose="020B0502040204020203" charset="-122"/>
              </a:endParaRPr>
            </a:p>
          </p:txBody>
        </p:sp>
      </p:grpSp>
      <p:sp>
        <p:nvSpPr>
          <p:cNvPr id="11" name="TextBox 9"/>
          <p:cNvSpPr txBox="1"/>
          <p:nvPr/>
        </p:nvSpPr>
        <p:spPr>
          <a:xfrm>
            <a:off x="2207568" y="1458753"/>
            <a:ext cx="8136904" cy="2769989"/>
          </a:xfrm>
          <a:prstGeom prst="rect">
            <a:avLst/>
          </a:prstGeom>
          <a:noFill/>
        </p:spPr>
        <p:txBody>
          <a:bodyPr wrap="square" rtlCol="0">
            <a:spAutoFit/>
          </a:bodyPr>
          <a:lstStyle/>
          <a:p>
            <a:pPr marL="342900" indent="-342900">
              <a:buFont typeface="Arial" panose="020B0604020202020204" pitchFamily="34" charset="0"/>
              <a:buChar char="•"/>
            </a:pPr>
            <a:r>
              <a:rPr lang="en-US" altLang="zh-CN" sz="2200" b="1" dirty="0">
                <a:solidFill>
                  <a:prstClr val="black"/>
                </a:solidFill>
                <a:latin typeface="Arial" panose="020B0604020202020204"/>
                <a:ea typeface="微软雅黑 Light" panose="020B0502040204020203" charset="-122"/>
              </a:rPr>
              <a:t>MTBF (Mean Time Between Failures</a:t>
            </a:r>
            <a:r>
              <a:rPr lang="zh-CN" altLang="en-US" sz="2200" b="1" dirty="0">
                <a:solidFill>
                  <a:prstClr val="black"/>
                </a:solidFill>
                <a:latin typeface="Arial" panose="020B0604020202020204"/>
                <a:ea typeface="微软雅黑 Light" panose="020B0502040204020203" charset="-122"/>
              </a:rPr>
              <a:t>，平均故障间隔</a:t>
            </a:r>
            <a:r>
              <a:rPr lang="en-US" altLang="zh-CN" sz="2200" b="1" dirty="0">
                <a:solidFill>
                  <a:prstClr val="black"/>
                </a:solidFill>
                <a:latin typeface="Arial" panose="020B0604020202020204"/>
                <a:ea typeface="微软雅黑 Light" panose="020B0502040204020203" charset="-122"/>
              </a:rPr>
              <a:t>)</a:t>
            </a:r>
            <a:endParaRPr lang="en-US" altLang="zh-CN" sz="2200" b="1" dirty="0">
              <a:solidFill>
                <a:prstClr val="black"/>
              </a:solidFill>
              <a:latin typeface="Arial" panose="020B0604020202020204"/>
              <a:ea typeface="微软雅黑 Light" panose="020B0502040204020203" charset="-122"/>
            </a:endParaRPr>
          </a:p>
          <a:p>
            <a:pPr marL="800100" lvl="1" indent="-342900">
              <a:buFont typeface="Arial" panose="020B0604020202020204" pitchFamily="34" charset="0"/>
              <a:buChar char="•"/>
            </a:pPr>
            <a:r>
              <a:rPr lang="zh-CN" altLang="en-US" dirty="0">
                <a:solidFill>
                  <a:prstClr val="black"/>
                </a:solidFill>
                <a:latin typeface="Arial" panose="020B0604020202020204"/>
                <a:ea typeface="微软雅黑 Light" panose="020B0502040204020203" charset="-122"/>
              </a:rPr>
              <a:t>指系统两次故障发生时间之间的时间段的平均值。</a:t>
            </a:r>
            <a:endParaRPr lang="en-US" altLang="zh-CN" dirty="0">
              <a:solidFill>
                <a:prstClr val="black"/>
              </a:solidFill>
              <a:latin typeface="Arial" panose="020B0604020202020204"/>
              <a:ea typeface="微软雅黑 Light" panose="020B0502040204020203" charset="-122"/>
            </a:endParaRPr>
          </a:p>
          <a:p>
            <a:pPr marL="800100" lvl="1" indent="-342900">
              <a:buFont typeface="Arial" panose="020B0604020202020204" pitchFamily="34" charset="0"/>
              <a:buChar char="•"/>
            </a:pPr>
            <a:r>
              <a:rPr lang="zh-CN" altLang="en-US" dirty="0">
                <a:solidFill>
                  <a:prstClr val="black"/>
                </a:solidFill>
                <a:latin typeface="Arial" panose="020B0604020202020204"/>
                <a:ea typeface="微软雅黑 Light" panose="020B0502040204020203" charset="-122"/>
              </a:rPr>
              <a:t> </a:t>
            </a:r>
            <a:r>
              <a:rPr lang="en-US" altLang="zh-CN" dirty="0">
                <a:solidFill>
                  <a:prstClr val="black"/>
                </a:solidFill>
                <a:latin typeface="Arial" panose="020B0604020202020204"/>
                <a:ea typeface="微软雅黑 Light" panose="020B0502040204020203" charset="-122"/>
              </a:rPr>
              <a:t>MTBF =∑(T2+T3+T1) / N</a:t>
            </a:r>
            <a:r>
              <a:rPr lang="zh-CN" altLang="en-US" dirty="0">
                <a:solidFill>
                  <a:prstClr val="black"/>
                </a:solidFill>
                <a:latin typeface="Arial" panose="020B0604020202020204"/>
                <a:ea typeface="微软雅黑 Light" panose="020B0502040204020203" charset="-122"/>
              </a:rPr>
              <a:t>。</a:t>
            </a:r>
            <a:endParaRPr lang="en-US" altLang="zh-CN" sz="2400" dirty="0">
              <a:solidFill>
                <a:prstClr val="black"/>
              </a:solidFill>
              <a:latin typeface="Arial" panose="020B0604020202020204"/>
              <a:ea typeface="微软雅黑 Light" panose="020B0502040204020203" charset="-122"/>
            </a:endParaRPr>
          </a:p>
          <a:p>
            <a:pPr marL="342900" indent="-342900">
              <a:buFont typeface="Arial" panose="020B0604020202020204" pitchFamily="34" charset="0"/>
              <a:buChar char="•"/>
            </a:pPr>
            <a:r>
              <a:rPr lang="en-US" altLang="zh-CN" sz="2200" b="1" dirty="0">
                <a:solidFill>
                  <a:prstClr val="black"/>
                </a:solidFill>
                <a:latin typeface="Arial" panose="020B0604020202020204"/>
                <a:ea typeface="微软雅黑 Light" panose="020B0502040204020203" charset="-122"/>
              </a:rPr>
              <a:t>MTTF (Mean Time To Failure</a:t>
            </a:r>
            <a:r>
              <a:rPr lang="zh-CN" altLang="en-US" sz="2200" b="1" dirty="0">
                <a:solidFill>
                  <a:prstClr val="black"/>
                </a:solidFill>
                <a:latin typeface="Arial" panose="020B0604020202020204"/>
                <a:ea typeface="微软雅黑 Light" panose="020B0502040204020203" charset="-122"/>
              </a:rPr>
              <a:t>，平均无故障时间</a:t>
            </a:r>
            <a:r>
              <a:rPr lang="en-US" altLang="zh-CN" sz="2200" b="1" dirty="0">
                <a:solidFill>
                  <a:prstClr val="black"/>
                </a:solidFill>
                <a:latin typeface="Arial" panose="020B0604020202020204"/>
                <a:ea typeface="微软雅黑 Light" panose="020B0502040204020203" charset="-122"/>
              </a:rPr>
              <a:t>)</a:t>
            </a:r>
            <a:endParaRPr lang="en-US" altLang="zh-CN" sz="2200" b="1" dirty="0">
              <a:solidFill>
                <a:prstClr val="black"/>
              </a:solidFill>
              <a:latin typeface="Arial" panose="020B0604020202020204"/>
              <a:ea typeface="微软雅黑 Light" panose="020B0502040204020203" charset="-122"/>
            </a:endParaRPr>
          </a:p>
          <a:p>
            <a:pPr marL="800100" lvl="1" indent="-342900">
              <a:buFont typeface="Arial" panose="020B0604020202020204" pitchFamily="34" charset="0"/>
              <a:buChar char="•"/>
            </a:pPr>
            <a:r>
              <a:rPr lang="zh-CN" altLang="en-US" dirty="0">
                <a:solidFill>
                  <a:prstClr val="black"/>
                </a:solidFill>
                <a:latin typeface="Arial" panose="020B0604020202020204"/>
                <a:ea typeface="微软雅黑 Light" panose="020B0502040204020203" charset="-122"/>
              </a:rPr>
              <a:t>指系统无故障运行的平均时间，取所有从系统开始正常运行到发生故障之间的时间段的平均值。 </a:t>
            </a:r>
            <a:r>
              <a:rPr lang="en-US" altLang="zh-CN" dirty="0">
                <a:solidFill>
                  <a:prstClr val="black"/>
                </a:solidFill>
                <a:latin typeface="Arial" panose="020B0604020202020204"/>
                <a:ea typeface="微软雅黑 Light" panose="020B0502040204020203" charset="-122"/>
              </a:rPr>
              <a:t>MTTF =∑T1 / N</a:t>
            </a:r>
            <a:r>
              <a:rPr lang="zh-CN" altLang="en-US" dirty="0">
                <a:solidFill>
                  <a:prstClr val="black"/>
                </a:solidFill>
                <a:latin typeface="Arial" panose="020B0604020202020204"/>
                <a:ea typeface="微软雅黑 Light" panose="020B0502040204020203" charset="-122"/>
              </a:rPr>
              <a:t> </a:t>
            </a:r>
            <a:endParaRPr lang="en-US" altLang="zh-CN" dirty="0">
              <a:solidFill>
                <a:prstClr val="black"/>
              </a:solidFill>
              <a:latin typeface="Arial" panose="020B0604020202020204"/>
              <a:ea typeface="微软雅黑 Light" panose="020B0502040204020203" charset="-122"/>
            </a:endParaRPr>
          </a:p>
          <a:p>
            <a:pPr marL="342900" indent="-342900">
              <a:buFont typeface="Arial" panose="020B0604020202020204" pitchFamily="34" charset="0"/>
              <a:buChar char="•"/>
            </a:pPr>
            <a:r>
              <a:rPr lang="en-US" altLang="zh-CN" sz="2200" b="1" dirty="0">
                <a:solidFill>
                  <a:prstClr val="black"/>
                </a:solidFill>
                <a:latin typeface="Arial" panose="020B0604020202020204"/>
                <a:ea typeface="微软雅黑 Light" panose="020B0502040204020203" charset="-122"/>
              </a:rPr>
              <a:t>MTTR (Mean Time To Repair</a:t>
            </a:r>
            <a:r>
              <a:rPr lang="zh-CN" altLang="en-US" sz="2200" b="1" dirty="0">
                <a:solidFill>
                  <a:prstClr val="black"/>
                </a:solidFill>
                <a:latin typeface="Arial" panose="020B0604020202020204"/>
                <a:ea typeface="微软雅黑 Light" panose="020B0502040204020203" charset="-122"/>
              </a:rPr>
              <a:t>，平均修复时间</a:t>
            </a:r>
            <a:r>
              <a:rPr lang="en-US" altLang="zh-CN" sz="2200" b="1" dirty="0">
                <a:solidFill>
                  <a:prstClr val="black"/>
                </a:solidFill>
                <a:latin typeface="Arial" panose="020B0604020202020204"/>
                <a:ea typeface="微软雅黑 Light" panose="020B0502040204020203" charset="-122"/>
              </a:rPr>
              <a:t>)</a:t>
            </a:r>
            <a:endParaRPr lang="en-US" altLang="zh-CN" sz="2200" b="1" dirty="0">
              <a:solidFill>
                <a:prstClr val="black"/>
              </a:solidFill>
              <a:latin typeface="Arial" panose="020B0604020202020204"/>
              <a:ea typeface="微软雅黑 Light" panose="020B0502040204020203" charset="-122"/>
            </a:endParaRPr>
          </a:p>
          <a:p>
            <a:pPr marL="800100" lvl="1" indent="-342900">
              <a:buFont typeface="Arial" panose="020B0604020202020204" pitchFamily="34" charset="0"/>
              <a:buChar char="•"/>
            </a:pPr>
            <a:r>
              <a:rPr lang="zh-CN" altLang="en-US" dirty="0">
                <a:solidFill>
                  <a:prstClr val="black"/>
                </a:solidFill>
                <a:latin typeface="Arial" panose="020B0604020202020204"/>
                <a:ea typeface="微软雅黑 Light" panose="020B0502040204020203" charset="-122"/>
              </a:rPr>
              <a:t>系统从发生故障到维修结束之间的时间段的平均值。</a:t>
            </a:r>
            <a:endParaRPr lang="en-US" altLang="zh-CN" dirty="0">
              <a:solidFill>
                <a:prstClr val="black"/>
              </a:solidFill>
              <a:latin typeface="Arial" panose="020B0604020202020204"/>
              <a:ea typeface="微软雅黑 Light" panose="020B0502040204020203" charset="-122"/>
            </a:endParaRPr>
          </a:p>
          <a:p>
            <a:pPr marL="800100" lvl="1" indent="-342900">
              <a:buFont typeface="Arial" panose="020B0604020202020204" pitchFamily="34" charset="0"/>
              <a:buChar char="•"/>
            </a:pPr>
            <a:r>
              <a:rPr lang="en-US" altLang="zh-CN" dirty="0">
                <a:solidFill>
                  <a:prstClr val="black"/>
                </a:solidFill>
                <a:latin typeface="Arial" panose="020B0604020202020204"/>
                <a:ea typeface="微软雅黑 Light" panose="020B0502040204020203" charset="-122"/>
              </a:rPr>
              <a:t>MTTR =∑(T2+T3) / N</a:t>
            </a:r>
            <a:endParaRPr lang="en-US" altLang="zh-CN" dirty="0">
              <a:solidFill>
                <a:prstClr val="black"/>
              </a:solidFill>
              <a:latin typeface="Arial" panose="020B0604020202020204"/>
              <a:ea typeface="微软雅黑 Light" panose="020B0502040204020203" charset="-122"/>
            </a:endParaRPr>
          </a:p>
        </p:txBody>
      </p:sp>
      <p:sp>
        <p:nvSpPr>
          <p:cNvPr id="16" name="矩形 15"/>
          <p:cNvSpPr/>
          <p:nvPr/>
        </p:nvSpPr>
        <p:spPr>
          <a:xfrm>
            <a:off x="6386338" y="3924658"/>
            <a:ext cx="3958135" cy="523220"/>
          </a:xfrm>
          <a:prstGeom prst="rect">
            <a:avLst/>
          </a:prstGeom>
        </p:spPr>
        <p:txBody>
          <a:bodyPr wrap="none">
            <a:spAutoFit/>
          </a:bodyPr>
          <a:lstStyle/>
          <a:p>
            <a:r>
              <a:rPr lang="en-US" altLang="zh-CN" sz="2800" b="1" dirty="0">
                <a:solidFill>
                  <a:srgbClr val="C00000"/>
                </a:solidFill>
                <a:effectLst>
                  <a:outerShdw blurRad="38100" dist="38100" dir="2700000" algn="tl">
                    <a:srgbClr val="000000">
                      <a:alpha val="43137"/>
                    </a:srgbClr>
                  </a:outerShdw>
                </a:effectLst>
                <a:latin typeface="Arial" panose="020B0604020202020204"/>
                <a:ea typeface="微软雅黑 Light" panose="020B0502040204020203" charset="-122"/>
              </a:rPr>
              <a:t>MTBF = MTTF + MTTR</a:t>
            </a:r>
            <a:endParaRPr lang="en-US" altLang="zh-CN" sz="2800" b="1" dirty="0">
              <a:solidFill>
                <a:srgbClr val="C00000"/>
              </a:solidFill>
              <a:effectLst>
                <a:outerShdw blurRad="38100" dist="38100" dir="2700000" algn="tl">
                  <a:srgbClr val="000000">
                    <a:alpha val="43137"/>
                  </a:srgbClr>
                </a:outerShdw>
              </a:effectLst>
              <a:latin typeface="Arial" panose="020B0604020202020204"/>
              <a:ea typeface="微软雅黑 Light" panose="020B0502040204020203"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2085757" y="1392268"/>
            <a:ext cx="5213369" cy="523220"/>
          </a:xfrm>
          <a:prstGeom prst="rect">
            <a:avLst/>
          </a:prstGeom>
          <a:noFill/>
        </p:spPr>
        <p:txBody>
          <a:bodyPr wrap="square" rtlCol="0">
            <a:spAutoFit/>
          </a:bodyPr>
          <a:lstStyle/>
          <a:p>
            <a:pPr marL="285750" indent="-285750">
              <a:buFont typeface="Arial" panose="020B0604020202020204" pitchFamily="34" charset="0"/>
              <a:buChar char="•"/>
            </a:pPr>
            <a:r>
              <a:rPr lang="zh-CN" altLang="en-US" sz="2800" b="1" dirty="0">
                <a:solidFill>
                  <a:prstClr val="black"/>
                </a:solidFill>
                <a:latin typeface="Arial" panose="020B0604020202020204"/>
                <a:ea typeface="微软雅黑 Light" panose="020B0502040204020203" charset="-122"/>
              </a:rPr>
              <a:t>软件可靠性提升</a:t>
            </a:r>
            <a:endParaRPr lang="en-US" altLang="zh-CN" sz="2800" dirty="0">
              <a:solidFill>
                <a:prstClr val="black"/>
              </a:solidFill>
              <a:latin typeface="Arial" panose="020B0604020202020204"/>
              <a:ea typeface="微软雅黑 Light" panose="020B0502040204020203" charset="-122"/>
            </a:endParaRPr>
          </a:p>
        </p:txBody>
      </p:sp>
      <p:sp>
        <p:nvSpPr>
          <p:cNvPr id="2" name="灯片编号占位符 1"/>
          <p:cNvSpPr>
            <a:spLocks noGrp="1"/>
          </p:cNvSpPr>
          <p:nvPr>
            <p:ph type="sldNum" sz="quarter" idx="12"/>
          </p:nvPr>
        </p:nvSpPr>
        <p:spPr/>
        <p:txBody>
          <a:bodyPr/>
          <a:lstStyle/>
          <a:p>
            <a:fld id="{0C913308-F349-4B6D-A68A-DD1791B4A57B}" type="slidenum">
              <a:rPr lang="zh-CN" altLang="en-US">
                <a:solidFill>
                  <a:prstClr val="black">
                    <a:tint val="75000"/>
                  </a:prstClr>
                </a:solidFill>
                <a:latin typeface="Arial" panose="020B0604020202020204"/>
                <a:ea typeface="微软雅黑 Light" panose="020B0502040204020203" charset="-122"/>
              </a:rPr>
            </a:fld>
            <a:endParaRPr lang="zh-CN" altLang="en-US">
              <a:solidFill>
                <a:prstClr val="black">
                  <a:tint val="75000"/>
                </a:prstClr>
              </a:solidFill>
              <a:latin typeface="Arial" panose="020B0604020202020204"/>
              <a:ea typeface="微软雅黑 Light" panose="020B0502040204020203" charset="-122"/>
            </a:endParaRPr>
          </a:p>
        </p:txBody>
      </p:sp>
      <p:grpSp>
        <p:nvGrpSpPr>
          <p:cNvPr id="13" name="组合 12"/>
          <p:cNvGrpSpPr/>
          <p:nvPr/>
        </p:nvGrpSpPr>
        <p:grpSpPr>
          <a:xfrm>
            <a:off x="1524000" y="261501"/>
            <a:ext cx="3832720" cy="693115"/>
            <a:chOff x="0" y="261500"/>
            <a:chExt cx="3832720" cy="693115"/>
          </a:xfrm>
        </p:grpSpPr>
        <p:sp>
          <p:nvSpPr>
            <p:cNvPr id="5" name="矩形 4"/>
            <p:cNvSpPr/>
            <p:nvPr/>
          </p:nvSpPr>
          <p:spPr>
            <a:xfrm>
              <a:off x="216024" y="346447"/>
              <a:ext cx="3616696" cy="523220"/>
            </a:xfrm>
            <a:prstGeom prst="rect">
              <a:avLst/>
            </a:prstGeom>
          </p:spPr>
          <p:txBody>
            <a:bodyPr wrap="none">
              <a:spAutoFit/>
            </a:bodyPr>
            <a:lstStyle/>
            <a:p>
              <a:r>
                <a:rPr lang="en-US" altLang="zh-CN" sz="2800" b="1" dirty="0">
                  <a:solidFill>
                    <a:srgbClr val="C00000"/>
                  </a:solidFill>
                  <a:latin typeface="Arial" panose="020B0604020202020204"/>
                  <a:ea typeface="微软雅黑 Light" panose="020B0502040204020203" charset="-122"/>
                </a:rPr>
                <a:t>4</a:t>
              </a:r>
              <a:r>
                <a:rPr lang="zh-CN" altLang="en-US" sz="2800" b="1" dirty="0">
                  <a:solidFill>
                    <a:prstClr val="black"/>
                  </a:solidFill>
                  <a:latin typeface="Arial" panose="020B0604020202020204"/>
                  <a:ea typeface="微软雅黑 Light" panose="020B0502040204020203" charset="-122"/>
                </a:rPr>
                <a:t>软件可靠性研究现状</a:t>
              </a:r>
              <a:endParaRPr lang="zh-CN" altLang="en-US" sz="2800" b="1" dirty="0">
                <a:solidFill>
                  <a:prstClr val="black"/>
                </a:solidFill>
                <a:latin typeface="Arial" panose="020B0604020202020204"/>
                <a:ea typeface="微软雅黑 Light" panose="020B0502040204020203" charset="-122"/>
              </a:endParaRPr>
            </a:p>
          </p:txBody>
        </p:sp>
        <p:sp>
          <p:nvSpPr>
            <p:cNvPr id="7" name="矩形 6"/>
            <p:cNvSpPr/>
            <p:nvPr/>
          </p:nvSpPr>
          <p:spPr>
            <a:xfrm>
              <a:off x="0" y="261500"/>
              <a:ext cx="216024" cy="693115"/>
            </a:xfrm>
            <a:prstGeom prst="rect">
              <a:avLst/>
            </a:prstGeom>
            <a:solidFill>
              <a:schemeClr val="tx1">
                <a:lumMod val="65000"/>
                <a:lumOff val="3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prstClr val="white"/>
                </a:solidFill>
                <a:latin typeface="Arial" panose="020B0604020202020204"/>
                <a:ea typeface="微软雅黑 Light" panose="020B0502040204020203" charset="-122"/>
              </a:endParaRPr>
            </a:p>
          </p:txBody>
        </p:sp>
      </p:grpSp>
      <p:sp>
        <p:nvSpPr>
          <p:cNvPr id="11" name="TextBox 9"/>
          <p:cNvSpPr txBox="1"/>
          <p:nvPr/>
        </p:nvSpPr>
        <p:spPr>
          <a:xfrm>
            <a:off x="2571800" y="1933794"/>
            <a:ext cx="5725616" cy="2308324"/>
          </a:xfrm>
          <a:prstGeom prst="rect">
            <a:avLst/>
          </a:prstGeom>
          <a:noFill/>
        </p:spPr>
        <p:txBody>
          <a:bodyPr wrap="square" rtlCol="0">
            <a:spAutoFit/>
          </a:bodyPr>
          <a:lstStyle/>
          <a:p>
            <a:pPr marL="342900" indent="-342900">
              <a:buFont typeface="Arial" panose="020B0604020202020204" pitchFamily="34" charset="0"/>
              <a:buChar char="•"/>
            </a:pPr>
            <a:r>
              <a:rPr lang="zh-CN" altLang="en-US" sz="2400" b="1" dirty="0">
                <a:solidFill>
                  <a:prstClr val="black"/>
                </a:solidFill>
                <a:latin typeface="Arial" panose="020B0604020202020204"/>
                <a:ea typeface="微软雅黑 Light" panose="020B0502040204020203" charset="-122"/>
              </a:rPr>
              <a:t>基于软件测试和软件验证</a:t>
            </a:r>
            <a:endParaRPr lang="en-US" altLang="zh-CN" sz="2400" b="1" dirty="0">
              <a:solidFill>
                <a:prstClr val="black"/>
              </a:solidFill>
              <a:latin typeface="Arial" panose="020B0604020202020204"/>
              <a:ea typeface="微软雅黑 Light" panose="020B0502040204020203" charset="-122"/>
            </a:endParaRPr>
          </a:p>
          <a:p>
            <a:pPr marL="342900" indent="-342900">
              <a:buFont typeface="Arial" panose="020B0604020202020204" pitchFamily="34" charset="0"/>
              <a:buChar char="•"/>
            </a:pPr>
            <a:r>
              <a:rPr lang="zh-CN" altLang="en-US" sz="2400" b="1" dirty="0">
                <a:solidFill>
                  <a:prstClr val="black"/>
                </a:solidFill>
                <a:latin typeface="Arial" panose="020B0604020202020204"/>
                <a:ea typeface="微软雅黑 Light" panose="020B0502040204020203" charset="-122"/>
              </a:rPr>
              <a:t>改进完全取决于应用程序或系统中出现的问题，或者软件的特性。</a:t>
            </a:r>
            <a:endParaRPr lang="en-US" altLang="zh-CN" sz="2400" b="1" dirty="0">
              <a:solidFill>
                <a:prstClr val="black"/>
              </a:solidFill>
              <a:latin typeface="Arial" panose="020B0604020202020204"/>
              <a:ea typeface="微软雅黑 Light" panose="020B0502040204020203" charset="-122"/>
            </a:endParaRPr>
          </a:p>
          <a:p>
            <a:pPr marL="342900" indent="-342900">
              <a:buFont typeface="Arial" panose="020B0604020202020204" pitchFamily="34" charset="0"/>
              <a:buChar char="•"/>
            </a:pPr>
            <a:r>
              <a:rPr lang="zh-CN" altLang="en-US" sz="2400" b="1" dirty="0">
                <a:solidFill>
                  <a:prstClr val="black"/>
                </a:solidFill>
                <a:latin typeface="Arial" panose="020B0604020202020204"/>
                <a:ea typeface="微软雅黑 Light" panose="020B0502040204020203" charset="-122"/>
              </a:rPr>
              <a:t>两个主要限制</a:t>
            </a:r>
            <a:endParaRPr lang="en-US" altLang="zh-CN" sz="2400" b="1" dirty="0">
              <a:solidFill>
                <a:prstClr val="black"/>
              </a:solidFill>
              <a:latin typeface="Arial" panose="020B0604020202020204"/>
              <a:ea typeface="微软雅黑 Light" panose="020B0502040204020203" charset="-122"/>
            </a:endParaRPr>
          </a:p>
          <a:p>
            <a:pPr marL="800100" lvl="1" indent="-342900">
              <a:buFont typeface="Arial" panose="020B0604020202020204" pitchFamily="34" charset="0"/>
              <a:buChar char="•"/>
            </a:pPr>
            <a:r>
              <a:rPr lang="zh-CN" altLang="en-US" sz="2400" b="1" dirty="0">
                <a:solidFill>
                  <a:prstClr val="black"/>
                </a:solidFill>
                <a:latin typeface="Arial" panose="020B0604020202020204"/>
                <a:ea typeface="微软雅黑 Light" panose="020B0502040204020203" charset="-122"/>
              </a:rPr>
              <a:t>时间</a:t>
            </a:r>
            <a:endParaRPr lang="en-US" altLang="zh-CN" sz="2400" b="1" dirty="0">
              <a:solidFill>
                <a:prstClr val="black"/>
              </a:solidFill>
              <a:latin typeface="Arial" panose="020B0604020202020204"/>
              <a:ea typeface="微软雅黑 Light" panose="020B0502040204020203" charset="-122"/>
            </a:endParaRPr>
          </a:p>
          <a:p>
            <a:pPr marL="800100" lvl="1" indent="-342900">
              <a:buFont typeface="Arial" panose="020B0604020202020204" pitchFamily="34" charset="0"/>
              <a:buChar char="•"/>
            </a:pPr>
            <a:r>
              <a:rPr lang="zh-CN" altLang="en-US" sz="2400" b="1" dirty="0">
                <a:solidFill>
                  <a:prstClr val="black"/>
                </a:solidFill>
                <a:latin typeface="Arial" panose="020B0604020202020204"/>
                <a:ea typeface="微软雅黑 Light" panose="020B0502040204020203" charset="-122"/>
              </a:rPr>
              <a:t>预算</a:t>
            </a:r>
            <a:endParaRPr lang="en-US" altLang="zh-CN" sz="2400" b="1" dirty="0">
              <a:solidFill>
                <a:prstClr val="black"/>
              </a:solidFill>
              <a:latin typeface="Arial" panose="020B0604020202020204"/>
              <a:ea typeface="微软雅黑 Light" panose="020B0502040204020203" charset="-122"/>
            </a:endParaRPr>
          </a:p>
        </p:txBody>
      </p:sp>
      <p:pic>
        <p:nvPicPr>
          <p:cNvPr id="4" name="图片 3"/>
          <p:cNvPicPr>
            <a:picLocks noChangeAspect="1"/>
          </p:cNvPicPr>
          <p:nvPr/>
        </p:nvPicPr>
        <p:blipFill>
          <a:blip r:embed="rId1">
            <a:extLst>
              <a:ext uri="{BEBA8EAE-BF5A-486C-A8C5-ECC9F3942E4B}">
                <a14:imgProps xmlns:a14="http://schemas.microsoft.com/office/drawing/2010/main">
                  <a14:imgLayer r:embed="rId2">
                    <a14:imgEffect>
                      <a14:backgroundRemoval t="9456" b="100000" l="2167" r="100000"/>
                    </a14:imgEffect>
                  </a14:imgLayer>
                </a14:imgProps>
              </a:ext>
              <a:ext uri="{28A0092B-C50C-407E-A947-70E740481C1C}">
                <a14:useLocalDpi xmlns:a14="http://schemas.microsoft.com/office/drawing/2010/main" val="0"/>
              </a:ext>
            </a:extLst>
          </a:blip>
          <a:stretch>
            <a:fillRect/>
          </a:stretch>
        </p:blipFill>
        <p:spPr>
          <a:xfrm>
            <a:off x="6528048" y="4694764"/>
            <a:ext cx="3538736" cy="216323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613242" y="4318698"/>
            <a:ext cx="5004048" cy="2481375"/>
          </a:xfrm>
          <a:prstGeom prst="rect">
            <a:avLst/>
          </a:prstGeom>
        </p:spPr>
      </p:pic>
      <p:sp>
        <p:nvSpPr>
          <p:cNvPr id="10" name="TextBox 9"/>
          <p:cNvSpPr txBox="1"/>
          <p:nvPr/>
        </p:nvSpPr>
        <p:spPr>
          <a:xfrm>
            <a:off x="2423592" y="1196437"/>
            <a:ext cx="7128792" cy="3477875"/>
          </a:xfrm>
          <a:prstGeom prst="rect">
            <a:avLst/>
          </a:prstGeom>
          <a:noFill/>
        </p:spPr>
        <p:txBody>
          <a:bodyPr wrap="square" rtlCol="0">
            <a:spAutoFit/>
          </a:bodyPr>
          <a:lstStyle/>
          <a:p>
            <a:pPr marL="285750" indent="-285750">
              <a:buFont typeface="Arial" panose="020B0604020202020204" pitchFamily="34" charset="0"/>
              <a:buChar char="•"/>
            </a:pPr>
            <a:r>
              <a:rPr lang="zh-CN" altLang="en-US" sz="2400" b="1" dirty="0">
                <a:solidFill>
                  <a:prstClr val="black"/>
                </a:solidFill>
                <a:latin typeface="Arial" panose="020B0604020202020204"/>
                <a:ea typeface="微软雅黑 Light" panose="020B0502040204020203" charset="-122"/>
              </a:rPr>
              <a:t>功能测试</a:t>
            </a:r>
            <a:endParaRPr lang="en-US" altLang="zh-CN" sz="2400" b="1" dirty="0">
              <a:solidFill>
                <a:prstClr val="black"/>
              </a:solidFill>
              <a:latin typeface="Arial" panose="020B0604020202020204"/>
              <a:ea typeface="微软雅黑 Light" panose="020B0502040204020203" charset="-122"/>
            </a:endParaRPr>
          </a:p>
          <a:p>
            <a:pPr marL="742950" lvl="1" indent="-285750">
              <a:buFont typeface="Arial" panose="020B0604020202020204" pitchFamily="34" charset="0"/>
              <a:buChar char="•"/>
            </a:pPr>
            <a:r>
              <a:rPr lang="zh-CN" altLang="en-US" sz="2000" dirty="0">
                <a:solidFill>
                  <a:srgbClr val="000000"/>
                </a:solidFill>
                <a:latin typeface="Arial" panose="020B0604020202020204" pitchFamily="34" charset="0"/>
                <a:ea typeface="微软雅黑 Light" panose="020B0502040204020203" charset="-122"/>
              </a:rPr>
              <a:t>软件中每个操作至少执行一次，不同操作之间的影响要尽量小，每次操作完成后进行检查</a:t>
            </a:r>
            <a:endParaRPr lang="en-US" altLang="zh-CN" sz="2000" dirty="0">
              <a:solidFill>
                <a:srgbClr val="000000"/>
              </a:solidFill>
              <a:latin typeface="Arial" panose="020B0604020202020204" pitchFamily="34" charset="0"/>
              <a:ea typeface="微软雅黑 Light" panose="020B0502040204020203" charset="-122"/>
            </a:endParaRPr>
          </a:p>
          <a:p>
            <a:pPr marL="285750" indent="-285750">
              <a:buFont typeface="Arial" panose="020B0604020202020204" pitchFamily="34" charset="0"/>
              <a:buChar char="•"/>
            </a:pPr>
            <a:r>
              <a:rPr lang="zh-CN" altLang="en-US" sz="2400" b="1" dirty="0">
                <a:solidFill>
                  <a:srgbClr val="000000"/>
                </a:solidFill>
                <a:latin typeface="Arial" panose="020B0604020202020204" pitchFamily="34" charset="0"/>
                <a:ea typeface="微软雅黑 Light" panose="020B0502040204020203" charset="-122"/>
              </a:rPr>
              <a:t>负载测试</a:t>
            </a:r>
            <a:endParaRPr lang="en-US" altLang="zh-CN" sz="2400" b="1" dirty="0">
              <a:solidFill>
                <a:srgbClr val="000000"/>
              </a:solidFill>
              <a:latin typeface="Arial" panose="020B0604020202020204" pitchFamily="34" charset="0"/>
              <a:ea typeface="微软雅黑 Light" panose="020B0502040204020203" charset="-122"/>
            </a:endParaRPr>
          </a:p>
          <a:p>
            <a:pPr marL="742950" lvl="1" indent="-285750">
              <a:buFont typeface="Arial" panose="020B0604020202020204" pitchFamily="34" charset="0"/>
              <a:buChar char="•"/>
            </a:pPr>
            <a:r>
              <a:rPr lang="zh-CN" altLang="en-US" sz="2000" dirty="0">
                <a:solidFill>
                  <a:srgbClr val="000000"/>
                </a:solidFill>
                <a:latin typeface="Arial" panose="020B0604020202020204" pitchFamily="34" charset="0"/>
                <a:ea typeface="微软雅黑 Light" panose="020B0502040204020203" charset="-122"/>
              </a:rPr>
              <a:t>检查最大工作负载下的软件性能</a:t>
            </a:r>
            <a:endParaRPr lang="en-US" altLang="zh-CN" sz="2000" dirty="0">
              <a:solidFill>
                <a:srgbClr val="000000"/>
              </a:solidFill>
              <a:latin typeface="Arial" panose="020B0604020202020204" pitchFamily="34" charset="0"/>
              <a:ea typeface="微软雅黑 Light" panose="020B0502040204020203" charset="-122"/>
            </a:endParaRPr>
          </a:p>
          <a:p>
            <a:pPr marL="742950" lvl="1" indent="-285750">
              <a:buFont typeface="Arial" panose="020B0604020202020204" pitchFamily="34" charset="0"/>
              <a:buChar char="•"/>
            </a:pPr>
            <a:r>
              <a:rPr lang="zh-CN" altLang="en-US" sz="2000" dirty="0">
                <a:solidFill>
                  <a:srgbClr val="000000"/>
                </a:solidFill>
                <a:latin typeface="Arial" panose="020B0604020202020204" pitchFamily="34" charset="0"/>
                <a:ea typeface="微软雅黑 Light" panose="020B0502040204020203" charset="-122"/>
              </a:rPr>
              <a:t>如：测试一个网站在效率不降低的情况下，能同时支持多少个用户同时访问</a:t>
            </a:r>
            <a:endParaRPr lang="en-US" altLang="zh-CN" sz="2000" dirty="0">
              <a:solidFill>
                <a:srgbClr val="000000"/>
              </a:solidFill>
              <a:latin typeface="Arial" panose="020B0604020202020204" pitchFamily="34" charset="0"/>
              <a:ea typeface="微软雅黑 Light" panose="020B0502040204020203" charset="-122"/>
            </a:endParaRPr>
          </a:p>
          <a:p>
            <a:pPr marL="285750" indent="-285750">
              <a:buFont typeface="Arial" panose="020B0604020202020204" pitchFamily="34" charset="0"/>
              <a:buChar char="•"/>
            </a:pPr>
            <a:r>
              <a:rPr lang="zh-CN" altLang="en-US" sz="2400" b="1" dirty="0">
                <a:solidFill>
                  <a:srgbClr val="000000"/>
                </a:solidFill>
                <a:latin typeface="Arial" panose="020B0604020202020204" pitchFamily="34" charset="0"/>
                <a:ea typeface="微软雅黑 Light" panose="020B0502040204020203" charset="-122"/>
              </a:rPr>
              <a:t>回归测试</a:t>
            </a:r>
            <a:endParaRPr lang="en-US" altLang="zh-CN" sz="2400" b="1" dirty="0">
              <a:solidFill>
                <a:srgbClr val="000000"/>
              </a:solidFill>
              <a:latin typeface="Arial" panose="020B0604020202020204" pitchFamily="34" charset="0"/>
              <a:ea typeface="微软雅黑 Light" panose="020B0502040204020203" charset="-122"/>
            </a:endParaRPr>
          </a:p>
          <a:p>
            <a:pPr marL="742950" lvl="1" indent="-285750">
              <a:buFont typeface="Arial" panose="020B0604020202020204" pitchFamily="34" charset="0"/>
              <a:buChar char="•"/>
            </a:pPr>
            <a:r>
              <a:rPr lang="zh-CN" altLang="en-US" sz="2000" dirty="0">
                <a:solidFill>
                  <a:srgbClr val="000000"/>
                </a:solidFill>
                <a:latin typeface="Arial" panose="020B0604020202020204" pitchFamily="34" charset="0"/>
                <a:ea typeface="微软雅黑 Light" panose="020B0502040204020203" charset="-122"/>
              </a:rPr>
              <a:t>检查是否通过以前的错误修复引入了任何新错误</a:t>
            </a:r>
            <a:endParaRPr lang="en-US" altLang="zh-CN" sz="2000" dirty="0">
              <a:solidFill>
                <a:srgbClr val="000000"/>
              </a:solidFill>
              <a:latin typeface="Arial" panose="020B0604020202020204" pitchFamily="34" charset="0"/>
              <a:ea typeface="微软雅黑 Light" panose="020B0502040204020203" charset="-122"/>
            </a:endParaRPr>
          </a:p>
          <a:p>
            <a:pPr marL="742950" lvl="1" indent="-285750">
              <a:buFont typeface="Arial" panose="020B0604020202020204" pitchFamily="34" charset="0"/>
              <a:buChar char="•"/>
            </a:pPr>
            <a:r>
              <a:rPr lang="zh-CN" altLang="en-US" sz="2000" dirty="0">
                <a:solidFill>
                  <a:srgbClr val="000000"/>
                </a:solidFill>
                <a:latin typeface="Arial" panose="020B0604020202020204" pitchFamily="34" charset="0"/>
                <a:ea typeface="微软雅黑 Light" panose="020B0502040204020203" charset="-122"/>
              </a:rPr>
              <a:t>在软件功能中的每次更改或更新后执行</a:t>
            </a:r>
            <a:endParaRPr lang="en-US" altLang="zh-CN" sz="2000" dirty="0">
              <a:solidFill>
                <a:prstClr val="black"/>
              </a:solidFill>
              <a:latin typeface="Arial" panose="020B0604020202020204"/>
              <a:ea typeface="微软雅黑 Light" panose="020B0502040204020203" charset="-122"/>
            </a:endParaRPr>
          </a:p>
        </p:txBody>
      </p:sp>
      <p:sp>
        <p:nvSpPr>
          <p:cNvPr id="2" name="灯片编号占位符 1"/>
          <p:cNvSpPr>
            <a:spLocks noGrp="1"/>
          </p:cNvSpPr>
          <p:nvPr>
            <p:ph type="sldNum" sz="quarter" idx="12"/>
          </p:nvPr>
        </p:nvSpPr>
        <p:spPr/>
        <p:txBody>
          <a:bodyPr/>
          <a:lstStyle/>
          <a:p>
            <a:fld id="{0C913308-F349-4B6D-A68A-DD1791B4A57B}" type="slidenum">
              <a:rPr lang="zh-CN" altLang="en-US">
                <a:solidFill>
                  <a:prstClr val="black">
                    <a:tint val="75000"/>
                  </a:prstClr>
                </a:solidFill>
                <a:latin typeface="Arial" panose="020B0604020202020204"/>
                <a:ea typeface="微软雅黑 Light" panose="020B0502040204020203" charset="-122"/>
              </a:rPr>
            </a:fld>
            <a:endParaRPr lang="zh-CN" altLang="en-US">
              <a:solidFill>
                <a:prstClr val="black">
                  <a:tint val="75000"/>
                </a:prstClr>
              </a:solidFill>
              <a:latin typeface="Arial" panose="020B0604020202020204"/>
              <a:ea typeface="微软雅黑 Light" panose="020B0502040204020203" charset="-122"/>
            </a:endParaRPr>
          </a:p>
        </p:txBody>
      </p:sp>
      <p:grpSp>
        <p:nvGrpSpPr>
          <p:cNvPr id="13" name="组合 12"/>
          <p:cNvGrpSpPr/>
          <p:nvPr/>
        </p:nvGrpSpPr>
        <p:grpSpPr>
          <a:xfrm>
            <a:off x="1524001" y="261501"/>
            <a:ext cx="4291179" cy="693115"/>
            <a:chOff x="0" y="261500"/>
            <a:chExt cx="4291179" cy="693115"/>
          </a:xfrm>
        </p:grpSpPr>
        <p:sp>
          <p:nvSpPr>
            <p:cNvPr id="5" name="矩形 4"/>
            <p:cNvSpPr/>
            <p:nvPr/>
          </p:nvSpPr>
          <p:spPr>
            <a:xfrm>
              <a:off x="216024" y="346447"/>
              <a:ext cx="4075155" cy="523220"/>
            </a:xfrm>
            <a:prstGeom prst="rect">
              <a:avLst/>
            </a:prstGeom>
          </p:spPr>
          <p:txBody>
            <a:bodyPr wrap="none">
              <a:spAutoFit/>
            </a:bodyPr>
            <a:lstStyle/>
            <a:p>
              <a:r>
                <a:rPr lang="en-US" altLang="zh-CN" sz="2800" b="1" dirty="0">
                  <a:solidFill>
                    <a:srgbClr val="C00000"/>
                  </a:solidFill>
                  <a:latin typeface="Arial" panose="020B0604020202020204"/>
                  <a:ea typeface="微软雅黑 Light" panose="020B0502040204020203" charset="-122"/>
                </a:rPr>
                <a:t>4</a:t>
              </a:r>
              <a:r>
                <a:rPr lang="en-US" altLang="zh-CN" sz="2800" b="1" dirty="0">
                  <a:solidFill>
                    <a:prstClr val="black"/>
                  </a:solidFill>
                  <a:latin typeface="Arial" panose="020B0604020202020204"/>
                  <a:ea typeface="微软雅黑 Light" panose="020B0502040204020203" charset="-122"/>
                </a:rPr>
                <a:t> </a:t>
              </a:r>
              <a:r>
                <a:rPr lang="zh-CN" altLang="en-US" sz="2800" b="1" dirty="0">
                  <a:solidFill>
                    <a:prstClr val="black"/>
                  </a:solidFill>
                  <a:latin typeface="Arial" panose="020B0604020202020204"/>
                  <a:ea typeface="微软雅黑 Light" panose="020B0502040204020203" charset="-122"/>
                </a:rPr>
                <a:t>软件可靠性测试的方法</a:t>
              </a:r>
              <a:endParaRPr lang="zh-CN" altLang="en-US" sz="2800" b="1" dirty="0">
                <a:solidFill>
                  <a:prstClr val="black"/>
                </a:solidFill>
                <a:latin typeface="Arial" panose="020B0604020202020204"/>
                <a:ea typeface="微软雅黑 Light" panose="020B0502040204020203" charset="-122"/>
              </a:endParaRPr>
            </a:p>
          </p:txBody>
        </p:sp>
        <p:sp>
          <p:nvSpPr>
            <p:cNvPr id="7" name="矩形 6"/>
            <p:cNvSpPr/>
            <p:nvPr/>
          </p:nvSpPr>
          <p:spPr>
            <a:xfrm>
              <a:off x="0" y="261500"/>
              <a:ext cx="216024" cy="693115"/>
            </a:xfrm>
            <a:prstGeom prst="rect">
              <a:avLst/>
            </a:prstGeom>
            <a:solidFill>
              <a:schemeClr val="tx1">
                <a:lumMod val="65000"/>
                <a:lumOff val="3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prstClr val="white"/>
                </a:solidFill>
                <a:latin typeface="Arial" panose="020B0604020202020204"/>
                <a:ea typeface="微软雅黑 Light" panose="020B0502040204020203" charset="-122"/>
              </a:endParaRPr>
            </a:p>
          </p:txBody>
        </p:sp>
      </p:grpSp>
    </p:spTree>
  </p:cSld>
  <p:clrMapOvr>
    <a:masterClrMapping/>
  </p:clrMapOvr>
  <p:transition spd="slow">
    <p:push dir="u"/>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2423592" y="1196436"/>
            <a:ext cx="7128792" cy="4339650"/>
          </a:xfrm>
          <a:prstGeom prst="rect">
            <a:avLst/>
          </a:prstGeom>
          <a:noFill/>
        </p:spPr>
        <p:txBody>
          <a:bodyPr wrap="square" rtlCol="0">
            <a:spAutoFit/>
          </a:bodyPr>
          <a:lstStyle/>
          <a:p>
            <a:pPr marL="285750" indent="-285750">
              <a:buFont typeface="Arial" panose="020B0604020202020204" pitchFamily="34" charset="0"/>
              <a:buChar char="•"/>
            </a:pPr>
            <a:r>
              <a:rPr lang="zh-CN" altLang="en-US" sz="2400" b="1" dirty="0">
                <a:solidFill>
                  <a:prstClr val="black"/>
                </a:solidFill>
                <a:latin typeface="Arial" panose="020B0604020202020204"/>
                <a:ea typeface="微软雅黑 Light" panose="020B0502040204020203" charset="-122"/>
              </a:rPr>
              <a:t>组件压力测试</a:t>
            </a:r>
            <a:endParaRPr lang="en-US" altLang="zh-CN" sz="2400" b="1" dirty="0">
              <a:solidFill>
                <a:prstClr val="black"/>
              </a:solidFill>
              <a:latin typeface="Arial" panose="020B0604020202020204"/>
              <a:ea typeface="微软雅黑 Light" panose="020B0502040204020203" charset="-122"/>
            </a:endParaRPr>
          </a:p>
          <a:p>
            <a:pPr marL="742950" lvl="1" indent="-285750">
              <a:buFont typeface="Arial" panose="020B0604020202020204" pitchFamily="34" charset="0"/>
              <a:buChar char="•"/>
            </a:pPr>
            <a:r>
              <a:rPr lang="zh-CN" altLang="en-US" sz="2000" dirty="0">
                <a:solidFill>
                  <a:srgbClr val="000000"/>
                </a:solidFill>
                <a:latin typeface="Arial" panose="020B0604020202020204" pitchFamily="34" charset="0"/>
                <a:ea typeface="微软雅黑 Light" panose="020B0502040204020203" charset="-122"/>
              </a:rPr>
              <a:t>对构成软件的各个组件进行压力测试</a:t>
            </a:r>
            <a:r>
              <a:rPr lang="en-US" altLang="zh-CN" sz="2000" dirty="0">
                <a:solidFill>
                  <a:srgbClr val="000000"/>
                </a:solidFill>
                <a:latin typeface="Arial" panose="020B0604020202020204" pitchFamily="34" charset="0"/>
                <a:ea typeface="微软雅黑 Light" panose="020B0502040204020203" charset="-122"/>
              </a:rPr>
              <a:t>,</a:t>
            </a:r>
            <a:r>
              <a:rPr lang="zh-CN" altLang="en-US" sz="2000" dirty="0">
                <a:solidFill>
                  <a:srgbClr val="000000"/>
                </a:solidFill>
                <a:latin typeface="Arial" panose="020B0604020202020204" pitchFamily="34" charset="0"/>
                <a:ea typeface="微软雅黑 Light" panose="020B0502040204020203" charset="-122"/>
              </a:rPr>
              <a:t>如</a:t>
            </a:r>
            <a:r>
              <a:rPr lang="en-US" altLang="zh-CN" sz="2000" dirty="0">
                <a:solidFill>
                  <a:srgbClr val="000000"/>
                </a:solidFill>
                <a:latin typeface="Arial" panose="020B0604020202020204" pitchFamily="34" charset="0"/>
                <a:ea typeface="微软雅黑 Light" panose="020B0502040204020203" charset="-122"/>
              </a:rPr>
              <a:t>,</a:t>
            </a:r>
            <a:r>
              <a:rPr lang="zh-CN" altLang="en-US" sz="2000" dirty="0">
                <a:solidFill>
                  <a:srgbClr val="000000"/>
                </a:solidFill>
                <a:latin typeface="Arial" panose="020B0604020202020204" pitchFamily="34" charset="0"/>
                <a:ea typeface="微软雅黑 Light" panose="020B0502040204020203" charset="-122"/>
              </a:rPr>
              <a:t>以尽可能快的速度使用</a:t>
            </a:r>
            <a:r>
              <a:rPr lang="en-US" altLang="zh-CN" sz="2000" dirty="0">
                <a:solidFill>
                  <a:srgbClr val="000000"/>
                </a:solidFill>
                <a:latin typeface="Arial" panose="020B0604020202020204" pitchFamily="34" charset="0"/>
                <a:ea typeface="微软雅黑 Light" panose="020B0502040204020203" charset="-122"/>
              </a:rPr>
              <a:t>1~10000000</a:t>
            </a:r>
            <a:r>
              <a:rPr lang="zh-CN" altLang="en-US" sz="2000" dirty="0">
                <a:solidFill>
                  <a:srgbClr val="000000"/>
                </a:solidFill>
                <a:latin typeface="Arial" panose="020B0604020202020204" pitchFamily="34" charset="0"/>
                <a:ea typeface="微软雅黑 Light" panose="020B0502040204020203" charset="-122"/>
              </a:rPr>
              <a:t>循环</a:t>
            </a:r>
            <a:r>
              <a:rPr lang="en-US" altLang="zh-CN" sz="2000" dirty="0">
                <a:solidFill>
                  <a:srgbClr val="000000"/>
                </a:solidFill>
                <a:latin typeface="Arial" panose="020B0604020202020204" pitchFamily="34" charset="0"/>
                <a:ea typeface="微软雅黑 Light" panose="020B0502040204020203" charset="-122"/>
              </a:rPr>
              <a:t>,</a:t>
            </a:r>
            <a:r>
              <a:rPr lang="zh-CN" altLang="en-US" sz="2000" dirty="0">
                <a:solidFill>
                  <a:srgbClr val="000000"/>
                </a:solidFill>
                <a:latin typeface="Arial" panose="020B0604020202020204" pitchFamily="34" charset="0"/>
                <a:ea typeface="微软雅黑 Light" panose="020B0502040204020203" charset="-122"/>
              </a:rPr>
              <a:t>查看是否有暴露的问题。</a:t>
            </a:r>
            <a:endParaRPr lang="en-US" altLang="zh-CN" sz="2000" dirty="0">
              <a:solidFill>
                <a:srgbClr val="000000"/>
              </a:solidFill>
              <a:latin typeface="Arial" panose="020B0604020202020204" pitchFamily="34" charset="0"/>
              <a:ea typeface="微软雅黑 Light" panose="020B0502040204020203" charset="-122"/>
            </a:endParaRPr>
          </a:p>
          <a:p>
            <a:pPr marL="285750" indent="-285750">
              <a:buFont typeface="Arial" panose="020B0604020202020204" pitchFamily="34" charset="0"/>
              <a:buChar char="•"/>
            </a:pPr>
            <a:r>
              <a:rPr lang="zh-CN" altLang="en-US" sz="2400" b="1" dirty="0">
                <a:solidFill>
                  <a:srgbClr val="000000"/>
                </a:solidFill>
                <a:latin typeface="Arial" panose="020B0604020202020204" pitchFamily="34" charset="0"/>
                <a:ea typeface="微软雅黑 Light" panose="020B0502040204020203" charset="-122"/>
              </a:rPr>
              <a:t>集中压力测试</a:t>
            </a:r>
            <a:endParaRPr lang="en-US" altLang="zh-CN" sz="2400" b="1" dirty="0">
              <a:solidFill>
                <a:srgbClr val="000000"/>
              </a:solidFill>
              <a:latin typeface="Arial" panose="020B0604020202020204" pitchFamily="34" charset="0"/>
              <a:ea typeface="微软雅黑 Light" panose="020B0502040204020203" charset="-122"/>
            </a:endParaRPr>
          </a:p>
          <a:p>
            <a:pPr marL="742950" lvl="1" indent="-285750">
              <a:buFont typeface="Arial" panose="020B0604020202020204" pitchFamily="34" charset="0"/>
              <a:buChar char="•"/>
            </a:pPr>
            <a:r>
              <a:rPr lang="zh-CN" altLang="en-US" sz="2000" dirty="0">
                <a:solidFill>
                  <a:srgbClr val="000000"/>
                </a:solidFill>
                <a:latin typeface="Arial" panose="020B0604020202020204" pitchFamily="34" charset="0"/>
                <a:ea typeface="微软雅黑 Light" panose="020B0502040204020203" charset="-122"/>
              </a:rPr>
              <a:t>应对带有其所有组件和支持服务的整个应用程序进行压力测试。尽可能延长测试时间</a:t>
            </a:r>
            <a:endParaRPr lang="en-US" altLang="zh-CN" sz="2000" dirty="0">
              <a:solidFill>
                <a:srgbClr val="000000"/>
              </a:solidFill>
              <a:latin typeface="Arial" panose="020B0604020202020204" pitchFamily="34" charset="0"/>
              <a:ea typeface="微软雅黑 Light" panose="020B0502040204020203" charset="-122"/>
            </a:endParaRPr>
          </a:p>
          <a:p>
            <a:pPr marL="285750" indent="-285750">
              <a:buFont typeface="Arial" panose="020B0604020202020204" pitchFamily="34" charset="0"/>
              <a:buChar char="•"/>
            </a:pPr>
            <a:r>
              <a:rPr lang="zh-CN" altLang="en-US" sz="2400" b="1" dirty="0">
                <a:solidFill>
                  <a:srgbClr val="000000"/>
                </a:solidFill>
                <a:latin typeface="Arial" panose="020B0604020202020204" pitchFamily="34" charset="0"/>
                <a:ea typeface="微软雅黑 Light" panose="020B0502040204020203" charset="-122"/>
              </a:rPr>
              <a:t>真实环境测试</a:t>
            </a:r>
            <a:endParaRPr lang="en-US" altLang="zh-CN" sz="2400" b="1" dirty="0">
              <a:solidFill>
                <a:srgbClr val="000000"/>
              </a:solidFill>
              <a:latin typeface="Arial" panose="020B0604020202020204" pitchFamily="34" charset="0"/>
              <a:ea typeface="微软雅黑 Light" panose="020B0502040204020203" charset="-122"/>
            </a:endParaRPr>
          </a:p>
          <a:p>
            <a:pPr marL="742950" lvl="1" indent="-285750">
              <a:buFont typeface="Arial" panose="020B0604020202020204" pitchFamily="34" charset="0"/>
              <a:buChar char="•"/>
            </a:pPr>
            <a:r>
              <a:rPr lang="zh-CN" altLang="en-US" sz="2000" dirty="0">
                <a:solidFill>
                  <a:srgbClr val="000000"/>
                </a:solidFill>
                <a:latin typeface="Arial" panose="020B0604020202020204" pitchFamily="34" charset="0"/>
                <a:ea typeface="微软雅黑 Light" panose="020B0502040204020203" charset="-122"/>
              </a:rPr>
              <a:t>确保应用程序能够在真实环境中运行</a:t>
            </a:r>
            <a:r>
              <a:rPr lang="en-US" altLang="zh-CN" sz="2000" dirty="0">
                <a:solidFill>
                  <a:srgbClr val="000000"/>
                </a:solidFill>
                <a:latin typeface="Arial" panose="020B0604020202020204" pitchFamily="34" charset="0"/>
                <a:ea typeface="微软雅黑 Light" panose="020B0502040204020203" charset="-122"/>
              </a:rPr>
              <a:t>,</a:t>
            </a:r>
            <a:r>
              <a:rPr lang="zh-CN" altLang="en-US" sz="2000" dirty="0">
                <a:solidFill>
                  <a:srgbClr val="000000"/>
                </a:solidFill>
                <a:latin typeface="Arial" panose="020B0604020202020204" pitchFamily="34" charset="0"/>
                <a:ea typeface="微软雅黑 Light" panose="020B0502040204020203" charset="-122"/>
              </a:rPr>
              <a:t>即能够在具有所有预期客户事件配置文件的服务器空间中</a:t>
            </a:r>
            <a:r>
              <a:rPr lang="en-US" altLang="zh-CN" sz="2000" dirty="0">
                <a:solidFill>
                  <a:srgbClr val="000000"/>
                </a:solidFill>
                <a:latin typeface="Arial" panose="020B0604020202020204" pitchFamily="34" charset="0"/>
                <a:ea typeface="微软雅黑 Light" panose="020B0502040204020203" charset="-122"/>
              </a:rPr>
              <a:t>,</a:t>
            </a:r>
            <a:r>
              <a:rPr lang="zh-CN" altLang="en-US" sz="2000" dirty="0">
                <a:solidFill>
                  <a:srgbClr val="000000"/>
                </a:solidFill>
                <a:latin typeface="Arial" panose="020B0604020202020204" pitchFamily="34" charset="0"/>
                <a:ea typeface="微软雅黑 Light" panose="020B0502040204020203" charset="-122"/>
              </a:rPr>
              <a:t>使用最终配置条件运行。</a:t>
            </a:r>
            <a:endParaRPr lang="en-US" altLang="zh-CN" sz="2000" dirty="0">
              <a:solidFill>
                <a:srgbClr val="000000"/>
              </a:solidFill>
              <a:latin typeface="Arial" panose="020B0604020202020204" pitchFamily="34" charset="0"/>
              <a:ea typeface="微软雅黑 Light" panose="020B0502040204020203" charset="-122"/>
            </a:endParaRPr>
          </a:p>
          <a:p>
            <a:pPr marL="285750" indent="-285750">
              <a:buFont typeface="Arial" panose="020B0604020202020204" pitchFamily="34" charset="0"/>
              <a:buChar char="•"/>
            </a:pPr>
            <a:r>
              <a:rPr lang="zh-CN" altLang="en-US" sz="2400" b="1" dirty="0">
                <a:solidFill>
                  <a:srgbClr val="000000"/>
                </a:solidFill>
                <a:latin typeface="Arial" panose="020B0604020202020204" pitchFamily="34" charset="0"/>
                <a:ea typeface="微软雅黑 Light" panose="020B0502040204020203" charset="-122"/>
              </a:rPr>
              <a:t>随机破坏测试</a:t>
            </a:r>
            <a:endParaRPr lang="en-US" altLang="zh-CN" sz="2400" b="1" dirty="0">
              <a:solidFill>
                <a:srgbClr val="000000"/>
              </a:solidFill>
              <a:latin typeface="Arial" panose="020B0604020202020204" pitchFamily="34" charset="0"/>
              <a:ea typeface="微软雅黑 Light" panose="020B0502040204020203" charset="-122"/>
            </a:endParaRPr>
          </a:p>
          <a:p>
            <a:pPr marL="742950" lvl="1" indent="-285750">
              <a:buFont typeface="Arial" panose="020B0604020202020204" pitchFamily="34" charset="0"/>
              <a:buChar char="•"/>
            </a:pPr>
            <a:r>
              <a:rPr lang="zh-CN" altLang="en-US" sz="2000" dirty="0">
                <a:solidFill>
                  <a:srgbClr val="000000"/>
                </a:solidFill>
                <a:latin typeface="Arial" panose="020B0604020202020204" pitchFamily="34" charset="0"/>
                <a:ea typeface="微软雅黑 Light" panose="020B0502040204020203" charset="-122"/>
              </a:rPr>
              <a:t>键盘或鼠标事件、程序消息流、</a:t>
            </a:r>
            <a:r>
              <a:rPr lang="en-US" altLang="zh-CN" sz="2000" dirty="0">
                <a:solidFill>
                  <a:srgbClr val="000000"/>
                </a:solidFill>
                <a:latin typeface="Arial" panose="020B0604020202020204" pitchFamily="34" charset="0"/>
                <a:ea typeface="微软雅黑 Light" panose="020B0502040204020203" charset="-122"/>
              </a:rPr>
              <a:t>Web</a:t>
            </a:r>
            <a:r>
              <a:rPr lang="zh-CN" altLang="en-US" sz="2000" dirty="0">
                <a:solidFill>
                  <a:srgbClr val="000000"/>
                </a:solidFill>
                <a:latin typeface="Arial" panose="020B0604020202020204" pitchFamily="34" charset="0"/>
                <a:ea typeface="微软雅黑 Light" panose="020B0502040204020203" charset="-122"/>
              </a:rPr>
              <a:t>页、数据缓存或任何其他可强制进入应用程序的输入情况。</a:t>
            </a:r>
            <a:endParaRPr lang="en-US" altLang="zh-CN" sz="2000" dirty="0">
              <a:solidFill>
                <a:srgbClr val="000000"/>
              </a:solidFill>
              <a:latin typeface="Arial" panose="020B0604020202020204" pitchFamily="34" charset="0"/>
              <a:ea typeface="微软雅黑 Light" panose="020B0502040204020203" charset="-122"/>
            </a:endParaRPr>
          </a:p>
        </p:txBody>
      </p:sp>
      <p:sp>
        <p:nvSpPr>
          <p:cNvPr id="2" name="灯片编号占位符 1"/>
          <p:cNvSpPr>
            <a:spLocks noGrp="1"/>
          </p:cNvSpPr>
          <p:nvPr>
            <p:ph type="sldNum" sz="quarter" idx="12"/>
          </p:nvPr>
        </p:nvSpPr>
        <p:spPr/>
        <p:txBody>
          <a:bodyPr/>
          <a:lstStyle/>
          <a:p>
            <a:fld id="{0C913308-F349-4B6D-A68A-DD1791B4A57B}" type="slidenum">
              <a:rPr lang="zh-CN" altLang="en-US">
                <a:solidFill>
                  <a:prstClr val="black">
                    <a:tint val="75000"/>
                  </a:prstClr>
                </a:solidFill>
                <a:latin typeface="Arial" panose="020B0604020202020204"/>
                <a:ea typeface="微软雅黑 Light" panose="020B0502040204020203" charset="-122"/>
              </a:rPr>
            </a:fld>
            <a:endParaRPr lang="zh-CN" altLang="en-US">
              <a:solidFill>
                <a:prstClr val="black">
                  <a:tint val="75000"/>
                </a:prstClr>
              </a:solidFill>
              <a:latin typeface="Arial" panose="020B0604020202020204"/>
              <a:ea typeface="微软雅黑 Light" panose="020B0502040204020203" charset="-122"/>
            </a:endParaRPr>
          </a:p>
        </p:txBody>
      </p:sp>
      <p:grpSp>
        <p:nvGrpSpPr>
          <p:cNvPr id="13" name="组合 12"/>
          <p:cNvGrpSpPr/>
          <p:nvPr/>
        </p:nvGrpSpPr>
        <p:grpSpPr>
          <a:xfrm>
            <a:off x="1524001" y="261501"/>
            <a:ext cx="4291179" cy="693115"/>
            <a:chOff x="0" y="261500"/>
            <a:chExt cx="4291179" cy="693115"/>
          </a:xfrm>
        </p:grpSpPr>
        <p:sp>
          <p:nvSpPr>
            <p:cNvPr id="5" name="矩形 4"/>
            <p:cNvSpPr/>
            <p:nvPr/>
          </p:nvSpPr>
          <p:spPr>
            <a:xfrm>
              <a:off x="216024" y="346447"/>
              <a:ext cx="4075155" cy="523220"/>
            </a:xfrm>
            <a:prstGeom prst="rect">
              <a:avLst/>
            </a:prstGeom>
          </p:spPr>
          <p:txBody>
            <a:bodyPr wrap="none">
              <a:spAutoFit/>
            </a:bodyPr>
            <a:lstStyle/>
            <a:p>
              <a:r>
                <a:rPr lang="en-US" altLang="zh-CN" sz="2800" b="1" dirty="0">
                  <a:solidFill>
                    <a:srgbClr val="C00000"/>
                  </a:solidFill>
                  <a:latin typeface="Arial" panose="020B0604020202020204"/>
                  <a:ea typeface="微软雅黑 Light" panose="020B0502040204020203" charset="-122"/>
                </a:rPr>
                <a:t>4</a:t>
              </a:r>
              <a:r>
                <a:rPr lang="en-US" altLang="zh-CN" sz="2800" b="1" dirty="0">
                  <a:solidFill>
                    <a:prstClr val="black"/>
                  </a:solidFill>
                  <a:latin typeface="Arial" panose="020B0604020202020204"/>
                  <a:ea typeface="微软雅黑 Light" panose="020B0502040204020203" charset="-122"/>
                </a:rPr>
                <a:t> </a:t>
              </a:r>
              <a:r>
                <a:rPr lang="zh-CN" altLang="en-US" sz="2800" b="1" dirty="0">
                  <a:solidFill>
                    <a:prstClr val="black"/>
                  </a:solidFill>
                  <a:latin typeface="Arial" panose="020B0604020202020204"/>
                  <a:ea typeface="微软雅黑 Light" panose="020B0502040204020203" charset="-122"/>
                </a:rPr>
                <a:t>软件可靠性测试的方法</a:t>
              </a:r>
              <a:endParaRPr lang="zh-CN" altLang="en-US" sz="2800" b="1" dirty="0">
                <a:solidFill>
                  <a:prstClr val="black"/>
                </a:solidFill>
                <a:latin typeface="Arial" panose="020B0604020202020204"/>
                <a:ea typeface="微软雅黑 Light" panose="020B0502040204020203" charset="-122"/>
              </a:endParaRPr>
            </a:p>
          </p:txBody>
        </p:sp>
        <p:sp>
          <p:nvSpPr>
            <p:cNvPr id="7" name="矩形 6"/>
            <p:cNvSpPr/>
            <p:nvPr/>
          </p:nvSpPr>
          <p:spPr>
            <a:xfrm>
              <a:off x="0" y="261500"/>
              <a:ext cx="216024" cy="693115"/>
            </a:xfrm>
            <a:prstGeom prst="rect">
              <a:avLst/>
            </a:prstGeom>
            <a:solidFill>
              <a:schemeClr val="tx1">
                <a:lumMod val="65000"/>
                <a:lumOff val="3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solidFill>
                  <a:prstClr val="white"/>
                </a:solidFill>
                <a:latin typeface="Arial" panose="020B0604020202020204"/>
                <a:ea typeface="微软雅黑 Light" panose="020B0502040204020203" charset="-122"/>
              </a:endParaRPr>
            </a:p>
          </p:txBody>
        </p:sp>
      </p:grpSp>
    </p:spTree>
  </p:cSld>
  <p:clrMapOvr>
    <a:masterClrMapping/>
  </p:clrMapOvr>
  <p:transition spd="slow">
    <p:push dir="u"/>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a:t>思考题</a:t>
            </a:r>
            <a:endParaRPr lang="zh-CN" altLang="en-US"/>
          </a:p>
        </p:txBody>
      </p:sp>
      <p:sp>
        <p:nvSpPr>
          <p:cNvPr id="4" name="内容占位符 3"/>
          <p:cNvSpPr>
            <a:spLocks noGrp="1"/>
          </p:cNvSpPr>
          <p:nvPr>
            <p:ph idx="1"/>
          </p:nvPr>
        </p:nvSpPr>
        <p:spPr/>
        <p:txBody>
          <a:bodyPr/>
          <a:p>
            <a:r>
              <a:rPr lang="en-US" altLang="zh-CN"/>
              <a:t>1 </a:t>
            </a:r>
            <a:r>
              <a:rPr lang="zh-CN" altLang="en-US"/>
              <a:t>什么是软件可靠性？</a:t>
            </a:r>
            <a:endParaRPr lang="zh-CN" altLang="en-US"/>
          </a:p>
          <a:p>
            <a:r>
              <a:rPr lang="en-US" altLang="zh-CN"/>
              <a:t>2 </a:t>
            </a:r>
            <a:r>
              <a:rPr lang="zh-CN" altLang="en-US"/>
              <a:t>提高软件可靠性的措施有哪些？</a:t>
            </a:r>
            <a:endParaRPr lang="zh-CN" altLang="en-US"/>
          </a:p>
        </p:txBody>
      </p:sp>
      <p:sp>
        <p:nvSpPr>
          <p:cNvPr id="2" name="灯片编号占位符 1"/>
          <p:cNvSpPr>
            <a:spLocks noGrp="1"/>
          </p:cNvSpPr>
          <p:nvPr>
            <p:ph type="sldNum" sz="quarter" idx="12"/>
          </p:nvPr>
        </p:nvSpPr>
        <p:spPr/>
        <p:txBody>
          <a:bodyPr/>
          <a:p>
            <a:fld id="{0C913308-F349-4B6D-A68A-DD1791B4A57B}" type="slidenum">
              <a:rPr lang="zh-CN" altLang="en-US" smtClean="0"/>
            </a:fld>
            <a:endParaRPr lang="zh-CN" altLang="en-US"/>
          </a:p>
        </p:txBody>
      </p:sp>
    </p:spTree>
  </p:cSld>
  <p:clrMapOvr>
    <a:masterClrMapping/>
  </p:clrMapOvr>
  <p:transition spd="slow">
    <p:push dir="u"/>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algn="ctr"/>
            <a:r>
              <a:rPr kumimoji="1" lang="en-US" altLang="zh-CN"/>
              <a:t>ThANKS</a:t>
            </a:r>
            <a:endParaRPr kumimoji="1" lang="zh-CN" altLang="en-US" dirty="0"/>
          </a:p>
        </p:txBody>
      </p:sp>
    </p:spTree>
  </p:cSld>
  <p:clrMapOvr>
    <a:masterClrMapping/>
  </p:clrMapOvr>
</p:sld>
</file>

<file path=ppt/tags/tag1.xml><?xml version="1.0" encoding="utf-8"?>
<p:tagLst xmlns:p="http://schemas.openxmlformats.org/presentationml/2006/main">
  <p:tag name="KSO_WM_UNIT_INDEX" val="1"/>
  <p:tag name="KSO_WM_UNIT_CLEAR" val="1"/>
  <p:tag name="KSO_WM_UNIT_LAYERLEVEL" val="1"/>
  <p:tag name="KSO_WM_BEAUTIFY_FLAG" val="#wm#"/>
  <p:tag name="KSO_WM_UNIT_TYPE" val="i"/>
  <p:tag name="KSO_WM_UNIT_ID" val="287*i*1"/>
</p:tagLst>
</file>

<file path=ppt/tags/tag2.xml><?xml version="1.0" encoding="utf-8"?>
<p:tagLst xmlns:p="http://schemas.openxmlformats.org/presentationml/2006/main">
  <p:tag name="KSO_WM_BEAUTIFY_FLAG" val="#wm#"/>
  <p:tag name="KSO_WM_UNIT_TYPE" val="i"/>
  <p:tag name="KSO_WM_UNIT_ID" val="287*i*2"/>
</p:tagLst>
</file>

<file path=ppt/tags/tag3.xml><?xml version="1.0" encoding="utf-8"?>
<p:tagLst xmlns:p="http://schemas.openxmlformats.org/presentationml/2006/main">
  <p:tag name="KSO_WM_UNIT_INDEX" val="2"/>
  <p:tag name="KSO_WM_UNIT_CLEAR" val="1"/>
  <p:tag name="KSO_WM_UNIT_LAYERLEVEL" val="1"/>
  <p:tag name="KSO_WM_BEAUTIFY_FLAG" val="#wm#"/>
  <p:tag name="KSO_WM_UNIT_TYPE" val="i"/>
  <p:tag name="KSO_WM_UNIT_ID" val="287*i*3"/>
</p:tagLst>
</file>

<file path=ppt/tags/tag4.xml><?xml version="1.0" encoding="utf-8"?>
<p:tagLst xmlns:p="http://schemas.openxmlformats.org/presentationml/2006/main">
  <p:tag name="KSO_WM_BEAUTIFY_FLAG" val="#wm#"/>
  <p:tag name="KSO_WM_UNIT_TYPE" val="i"/>
  <p:tag name="KSO_WM_UNIT_ID" val="287*i*4"/>
</p:tagLst>
</file>

<file path=ppt/tags/tag5.xml><?xml version="1.0" encoding="utf-8"?>
<p:tagLst xmlns:p="http://schemas.openxmlformats.org/presentationml/2006/main">
  <p:tag name="KSO_WM_BEAUTIFY_FLAG" val="#wm#"/>
  <p:tag name="KSO_WM_UNIT_TYPE" val="i"/>
  <p:tag name="KSO_WM_UNIT_ID" val="287*i*5"/>
</p:tagLst>
</file>

<file path=ppt/tags/tag6.xml><?xml version="1.0" encoding="utf-8"?>
<p:tagLst xmlns:p="http://schemas.openxmlformats.org/presentationml/2006/main">
  <p:tag name="KSO_WM_UNIT_INDEX" val="2"/>
  <p:tag name="KSO_WM_UNIT_CLEAR" val="1"/>
  <p:tag name="KSO_WM_UNIT_LAYERLEVEL" val="1"/>
  <p:tag name="KSO_WM_BEAUTIFY_FLAG" val="#wm#"/>
  <p:tag name="KSO_WM_UNIT_TYPE" val="i"/>
  <p:tag name="KSO_WM_UNIT_ID" val="287*i*3"/>
</p:tagLst>
</file>

<file path=ppt/tags/tag7.xml><?xml version="1.0" encoding="utf-8"?>
<p:tagLst xmlns:p="http://schemas.openxmlformats.org/presentationml/2006/main">
  <p:tag name="KSO_WM_UNIT_INDEX" val="1"/>
  <p:tag name="KSO_WM_UNIT_CLEAR" val="1"/>
  <p:tag name="KSO_WM_UNIT_LAYERLEVEL" val="1"/>
  <p:tag name="KSO_WM_BEAUTIFY_FLAG" val="#wm#"/>
  <p:tag name="KSO_WM_UNIT_TYPE" val="i"/>
  <p:tag name="KSO_WM_UNIT_ID" val="287*i*1"/>
</p:tagLst>
</file>

<file path=ppt/tags/tag8.xml><?xml version="1.0" encoding="utf-8"?>
<p:tagLst xmlns:p="http://schemas.openxmlformats.org/presentationml/2006/main">
  <p:tag name="KSO_WM_BEAUTIFY_FLAG" val="#wm#"/>
  <p:tag name="KSO_WM_UNIT_TYPE" val="i"/>
  <p:tag name="KSO_WM_UNIT_ID" val="287*i*2"/>
</p:tagLst>
</file>

<file path=ppt/tags/tag9.xml><?xml version="1.0" encoding="utf-8"?>
<p:tagLst xmlns:p="http://schemas.openxmlformats.org/presentationml/2006/main">
  <p:tag name="KSO_WM_UNIT_INDEX" val="2"/>
  <p:tag name="KSO_WM_UNIT_CLEAR" val="1"/>
  <p:tag name="KSO_WM_UNIT_LAYERLEVEL" val="1"/>
  <p:tag name="KSO_WM_BEAUTIFY_FLAG" val="#wm#"/>
  <p:tag name="KSO_WM_UNIT_TYPE" val="i"/>
  <p:tag name="KSO_WM_UNIT_ID" val="287*i*3"/>
</p:tagLst>
</file>

<file path=ppt/tags/tag10.xml><?xml version="1.0" encoding="utf-8"?>
<p:tagLst xmlns:p="http://schemas.openxmlformats.org/presentationml/2006/main">
  <p:tag name="KSO_WM_BEAUTIFY_FLAG" val="#wm#"/>
  <p:tag name="KSO_WM_UNIT_TYPE" val="i"/>
  <p:tag name="KSO_WM_UNIT_ID" val="287*i*4"/>
</p:tagLst>
</file>

<file path=ppt/tags/tag11.xml><?xml version="1.0" encoding="utf-8"?>
<p:tagLst xmlns:p="http://schemas.openxmlformats.org/presentationml/2006/main">
  <p:tag name="KSO_WM_BEAUTIFY_FLAG" val="#wm#"/>
  <p:tag name="KSO_WM_UNIT_TYPE" val="i"/>
  <p:tag name="KSO_WM_UNIT_ID" val="287*i*5"/>
</p:tagLst>
</file>

<file path=ppt/tags/tag12.xml><?xml version="1.0" encoding="utf-8"?>
<p:tagLst xmlns:p="http://schemas.openxmlformats.org/presentationml/2006/main">
  <p:tag name="KSO_WM_TEMPLATE_CATEGORY" val="custom"/>
  <p:tag name="KSO_WM_TEMPLATE_INDEX" val="160018"/>
</p:tagLst>
</file>

<file path=ppt/tags/tag13.xml><?xml version="1.0" encoding="utf-8"?>
<p:tagLst xmlns:p="http://schemas.openxmlformats.org/presentationml/2006/main">
  <p:tag name="KSO_WM_TEMPLATE_CATEGORY" val="custom"/>
  <p:tag name="KSO_WM_TEMPLATE_INDEX" val="160018"/>
</p:tagLst>
</file>

<file path=ppt/tags/tag14.xml><?xml version="1.0" encoding="utf-8"?>
<p:tagLst xmlns:p="http://schemas.openxmlformats.org/presentationml/2006/main">
  <p:tag name="KSO_WM_TEMPLATE_CATEGORY" val="custom"/>
  <p:tag name="KSO_WM_TEMPLATE_INDEX" val="160018"/>
</p:tagLst>
</file>

<file path=ppt/tags/tag15.xml><?xml version="1.0" encoding="utf-8"?>
<p:tagLst xmlns:p="http://schemas.openxmlformats.org/presentationml/2006/main">
  <p:tag name="KSO_WM_TAG_VERSION" val="1.0"/>
  <p:tag name="KSO_WM_BEAUTIFY_FLAG" val="#wm#"/>
  <p:tag name="KSO_WM_TEMPLATE_CATEGORY" val="custom"/>
  <p:tag name="KSO_WM_TEMPLATE_INDEX" val="160018"/>
  <p:tag name="KSO_WM_UNIT_TYPE" val="a"/>
  <p:tag name="KSO_WM_UNIT_INDEX" val="1"/>
  <p:tag name="KSO_WM_UNIT_ID" val="custom160018_13*a*1"/>
  <p:tag name="KSO_WM_UNIT_CLEAR" val="1"/>
  <p:tag name="KSO_WM_UNIT_LAYERLEVEL" val="1"/>
  <p:tag name="KSO_WM_UNIT_VALUE" val="19"/>
  <p:tag name="KSO_WM_UNIT_ISCONTENTSTITLE" val="0"/>
  <p:tag name="KSO_WM_UNIT_HIGHLIGHT" val="0"/>
  <p:tag name="KSO_WM_UNIT_COMPATIBLE" val="0"/>
  <p:tag name="KSO_WM_UNIT_PRESET_TEXT_INDEX" val="0"/>
  <p:tag name="KSO_WM_UNIT_PRESET_TEXT_LEN" val="9"/>
</p:tagLst>
</file>

<file path=ppt/tags/tag16.xml><?xml version="1.0" encoding="utf-8"?>
<p:tagLst xmlns:p="http://schemas.openxmlformats.org/presentationml/2006/main">
  <p:tag name="KSO_WM_TAG_VERSION" val="1.0"/>
  <p:tag name="KSO_WM_BEAUTIFY_FLAG" val="#wm#"/>
  <p:tag name="KSO_WM_TEMPLATE_CATEGORY" val="custom"/>
  <p:tag name="KSO_WM_TEMPLATE_INDEX" val="160018"/>
  <p:tag name="KSO_WM_UNIT_TYPE" val="f"/>
  <p:tag name="KSO_WM_UNIT_INDEX" val="1"/>
  <p:tag name="KSO_WM_UNIT_CLEAR" val="1"/>
  <p:tag name="KSO_WM_UNIT_LAYERLEVEL" val="1"/>
  <p:tag name="KSO_WM_UNIT_VALUE" val="297"/>
  <p:tag name="KSO_WM_UNIT_HIGHLIGHT" val="0"/>
  <p:tag name="KSO_WM_UNIT_COMPATIBLE" val="0"/>
  <p:tag name="KSO_WM_UNIT_ID" val="custom160018_13*f*1"/>
  <p:tag name="KSO_WM_UNIT_PRESET_TEXT_LEN" val="50"/>
  <p:tag name="KSO_WM_UNIT_PRESET_TEXT_INDEX" val="6"/>
</p:tagLst>
</file>

<file path=ppt/tags/tag17.xml><?xml version="1.0" encoding="utf-8"?>
<p:tagLst xmlns:p="http://schemas.openxmlformats.org/presentationml/2006/main">
  <p:tag name="KSO_WM_TEMPLATE_CATEGORY" val="custom"/>
  <p:tag name="KSO_WM_TEMPLATE_INDEX" val="160018"/>
  <p:tag name="KSO_WM_TAG_VERSION" val="1.0"/>
  <p:tag name="KSO_WM_SLIDE_ID" val="custom160018_13"/>
  <p:tag name="KSO_WM_SLIDE_INDEX" val="13"/>
  <p:tag name="KSO_WM_SLIDE_ITEM_CNT" val="1"/>
  <p:tag name="KSO_WM_SLIDE_LAYOUT" val="a_f"/>
  <p:tag name="KSO_WM_SLIDE_LAYOUT_CNT" val="1_1"/>
  <p:tag name="KSO_WM_SLIDE_TYPE" val="text"/>
  <p:tag name="KSO_WM_BEAUTIFY_FLAG" val="#wm#"/>
  <p:tag name="KSO_WM_SLIDE_POSITION" val="72*134"/>
  <p:tag name="KSO_WM_SLIDE_SIZE" val="824*343"/>
</p:tagLst>
</file>

<file path=ppt/tags/tag18.xml><?xml version="1.0" encoding="utf-8"?>
<p:tagLst xmlns:p="http://schemas.openxmlformats.org/presentationml/2006/main">
  <p:tag name="KSO_WM_TEMPLATE_CATEGORY" val="custom"/>
  <p:tag name="KSO_WM_TEMPLATE_INDEX" val="160018"/>
</p:tagLst>
</file>

<file path=ppt/tags/tag19.xml><?xml version="1.0" encoding="utf-8"?>
<p:tagLst xmlns:p="http://schemas.openxmlformats.org/presentationml/2006/main">
  <p:tag name="KSO_WM_TAG_VERSION" val="1.0"/>
  <p:tag name="KSO_WM_BEAUTIFY_FLAG" val="#wm#"/>
  <p:tag name="KSO_WM_TEMPLATE_CATEGORY" val="custom"/>
  <p:tag name="KSO_WM_TEMPLATE_INDEX" val="160018"/>
  <p:tag name="KSO_WM_UNIT_TYPE" val="a"/>
  <p:tag name="KSO_WM_UNIT_INDEX" val="1"/>
  <p:tag name="KSO_WM_UNIT_ID" val="custom160018_13*a*1"/>
  <p:tag name="KSO_WM_UNIT_CLEAR" val="1"/>
  <p:tag name="KSO_WM_UNIT_LAYERLEVEL" val="1"/>
  <p:tag name="KSO_WM_UNIT_VALUE" val="19"/>
  <p:tag name="KSO_WM_UNIT_ISCONTENTSTITLE" val="0"/>
  <p:tag name="KSO_WM_UNIT_HIGHLIGHT" val="0"/>
  <p:tag name="KSO_WM_UNIT_COMPATIBLE" val="0"/>
  <p:tag name="KSO_WM_UNIT_PRESET_TEXT_INDEX" val="0"/>
  <p:tag name="KSO_WM_UNIT_PRESET_TEXT_LEN" val="9"/>
</p:tagLst>
</file>

<file path=ppt/tags/tag20.xml><?xml version="1.0" encoding="utf-8"?>
<p:tagLst xmlns:p="http://schemas.openxmlformats.org/presentationml/2006/main">
  <p:tag name="KSO_WM_TAG_VERSION" val="1.0"/>
  <p:tag name="KSO_WM_BEAUTIFY_FLAG" val="#wm#"/>
  <p:tag name="KSO_WM_TEMPLATE_CATEGORY" val="custom"/>
  <p:tag name="KSO_WM_TEMPLATE_INDEX" val="160018"/>
  <p:tag name="KSO_WM_UNIT_TYPE" val="f"/>
  <p:tag name="KSO_WM_UNIT_INDEX" val="1"/>
  <p:tag name="KSO_WM_UNIT_CLEAR" val="1"/>
  <p:tag name="KSO_WM_UNIT_LAYERLEVEL" val="1"/>
  <p:tag name="KSO_WM_UNIT_VALUE" val="297"/>
  <p:tag name="KSO_WM_UNIT_HIGHLIGHT" val="0"/>
  <p:tag name="KSO_WM_UNIT_COMPATIBLE" val="0"/>
  <p:tag name="KSO_WM_UNIT_ID" val="custom160018_13*f*1"/>
  <p:tag name="KSO_WM_UNIT_PRESET_TEXT_LEN" val="50"/>
  <p:tag name="KSO_WM_UNIT_PRESET_TEXT_INDEX" val="6"/>
</p:tagLst>
</file>

<file path=ppt/tags/tag21.xml><?xml version="1.0" encoding="utf-8"?>
<p:tagLst xmlns:p="http://schemas.openxmlformats.org/presentationml/2006/main">
  <p:tag name="KSO_WM_TEMPLATE_CATEGORY" val="custom"/>
  <p:tag name="KSO_WM_TEMPLATE_INDEX" val="160018"/>
  <p:tag name="KSO_WM_TAG_VERSION" val="1.0"/>
  <p:tag name="KSO_WM_SLIDE_ID" val="custom160018_13"/>
  <p:tag name="KSO_WM_SLIDE_INDEX" val="13"/>
  <p:tag name="KSO_WM_SLIDE_ITEM_CNT" val="1"/>
  <p:tag name="KSO_WM_SLIDE_LAYOUT" val="a_f"/>
  <p:tag name="KSO_WM_SLIDE_LAYOUT_CNT" val="1_1"/>
  <p:tag name="KSO_WM_SLIDE_TYPE" val="text"/>
  <p:tag name="KSO_WM_BEAUTIFY_FLAG" val="#wm#"/>
  <p:tag name="KSO_WM_SLIDE_POSITION" val="72*134"/>
  <p:tag name="KSO_WM_SLIDE_SIZE" val="824*343"/>
</p:tagLst>
</file>

<file path=ppt/tags/tag22.xml><?xml version="1.0" encoding="utf-8"?>
<p:tagLst xmlns:p="http://schemas.openxmlformats.org/presentationml/2006/main">
  <p:tag name="KSO_WM_TAG_VERSION" val="1.0"/>
  <p:tag name="KSO_WM_BEAUTIFY_FLAG" val="#wm#"/>
  <p:tag name="KSO_WM_TEMPLATE_CATEGORY" val="custom"/>
  <p:tag name="KSO_WM_TEMPLATE_INDEX" val="160018"/>
  <p:tag name="KSO_WM_UNIT_TYPE" val="a"/>
  <p:tag name="KSO_WM_UNIT_INDEX" val="1"/>
  <p:tag name="KSO_WM_UNIT_ID" val="custom160018_13*a*1"/>
  <p:tag name="KSO_WM_UNIT_CLEAR" val="1"/>
  <p:tag name="KSO_WM_UNIT_LAYERLEVEL" val="1"/>
  <p:tag name="KSO_WM_UNIT_VALUE" val="19"/>
  <p:tag name="KSO_WM_UNIT_ISCONTENTSTITLE" val="0"/>
  <p:tag name="KSO_WM_UNIT_HIGHLIGHT" val="0"/>
  <p:tag name="KSO_WM_UNIT_COMPATIBLE" val="0"/>
  <p:tag name="KSO_WM_UNIT_PRESET_TEXT_INDEX" val="0"/>
  <p:tag name="KSO_WM_UNIT_PRESET_TEXT_LEN" val="9"/>
</p:tagLst>
</file>

<file path=ppt/tags/tag23.xml><?xml version="1.0" encoding="utf-8"?>
<p:tagLst xmlns:p="http://schemas.openxmlformats.org/presentationml/2006/main">
  <p:tag name="KSO_WM_TAG_VERSION" val="1.0"/>
  <p:tag name="KSO_WM_BEAUTIFY_FLAG" val="#wm#"/>
  <p:tag name="KSO_WM_TEMPLATE_CATEGORY" val="custom"/>
  <p:tag name="KSO_WM_TEMPLATE_INDEX" val="160018"/>
  <p:tag name="KSO_WM_UNIT_TYPE" val="f"/>
  <p:tag name="KSO_WM_UNIT_INDEX" val="1"/>
  <p:tag name="KSO_WM_UNIT_CLEAR" val="1"/>
  <p:tag name="KSO_WM_UNIT_LAYERLEVEL" val="1"/>
  <p:tag name="KSO_WM_UNIT_VALUE" val="297"/>
  <p:tag name="KSO_WM_UNIT_HIGHLIGHT" val="0"/>
  <p:tag name="KSO_WM_UNIT_COMPATIBLE" val="0"/>
  <p:tag name="KSO_WM_UNIT_ID" val="custom160018_13*f*1"/>
  <p:tag name="KSO_WM_UNIT_PRESET_TEXT_LEN" val="50"/>
  <p:tag name="KSO_WM_UNIT_PRESET_TEXT_INDEX" val="6"/>
</p:tagLst>
</file>

<file path=ppt/tags/tag24.xml><?xml version="1.0" encoding="utf-8"?>
<p:tagLst xmlns:p="http://schemas.openxmlformats.org/presentationml/2006/main">
  <p:tag name="KSO_WM_TEMPLATE_CATEGORY" val="custom"/>
  <p:tag name="KSO_WM_TEMPLATE_INDEX" val="160018"/>
  <p:tag name="KSO_WM_TAG_VERSION" val="1.0"/>
  <p:tag name="KSO_WM_SLIDE_ID" val="custom160018_13"/>
  <p:tag name="KSO_WM_SLIDE_INDEX" val="13"/>
  <p:tag name="KSO_WM_SLIDE_ITEM_CNT" val="1"/>
  <p:tag name="KSO_WM_SLIDE_LAYOUT" val="a_f"/>
  <p:tag name="KSO_WM_SLIDE_LAYOUT_CNT" val="1_1"/>
  <p:tag name="KSO_WM_SLIDE_TYPE" val="text"/>
  <p:tag name="KSO_WM_BEAUTIFY_FLAG" val="#wm#"/>
  <p:tag name="KSO_WM_SLIDE_POSITION" val="72*134"/>
  <p:tag name="KSO_WM_SLIDE_SIZE" val="824*343"/>
</p:tagLst>
</file>

<file path=ppt/tags/tag25.xml><?xml version="1.0" encoding="utf-8"?>
<p:tagLst xmlns:p="http://schemas.openxmlformats.org/presentationml/2006/main">
  <p:tag name="KSO_WM_TAG_VERSION" val="1.0"/>
  <p:tag name="KSO_WM_BEAUTIFY_FLAG" val="#wm#"/>
  <p:tag name="KSO_WM_TEMPLATE_CATEGORY" val="custom"/>
  <p:tag name="KSO_WM_TEMPLATE_INDEX" val="160018"/>
  <p:tag name="KSO_WM_UNIT_TYPE" val="a"/>
  <p:tag name="KSO_WM_UNIT_INDEX" val="1"/>
  <p:tag name="KSO_WM_UNIT_ID" val="custom160018_13*a*1"/>
  <p:tag name="KSO_WM_UNIT_CLEAR" val="1"/>
  <p:tag name="KSO_WM_UNIT_LAYERLEVEL" val="1"/>
  <p:tag name="KSO_WM_UNIT_VALUE" val="19"/>
  <p:tag name="KSO_WM_UNIT_ISCONTENTSTITLE" val="0"/>
  <p:tag name="KSO_WM_UNIT_HIGHLIGHT" val="0"/>
  <p:tag name="KSO_WM_UNIT_COMPATIBLE" val="0"/>
  <p:tag name="KSO_WM_UNIT_PRESET_TEXT_INDEX" val="0"/>
  <p:tag name="KSO_WM_UNIT_PRESET_TEXT_LEN" val="9"/>
</p:tagLst>
</file>

<file path=ppt/tags/tag26.xml><?xml version="1.0" encoding="utf-8"?>
<p:tagLst xmlns:p="http://schemas.openxmlformats.org/presentationml/2006/main">
  <p:tag name="KSO_WM_TAG_VERSION" val="1.0"/>
  <p:tag name="KSO_WM_BEAUTIFY_FLAG" val="#wm#"/>
  <p:tag name="KSO_WM_TEMPLATE_CATEGORY" val="custom"/>
  <p:tag name="KSO_WM_TEMPLATE_INDEX" val="160018"/>
  <p:tag name="KSO_WM_UNIT_TYPE" val="f"/>
  <p:tag name="KSO_WM_UNIT_INDEX" val="1"/>
  <p:tag name="KSO_WM_UNIT_CLEAR" val="1"/>
  <p:tag name="KSO_WM_UNIT_LAYERLEVEL" val="1"/>
  <p:tag name="KSO_WM_UNIT_VALUE" val="297"/>
  <p:tag name="KSO_WM_UNIT_HIGHLIGHT" val="0"/>
  <p:tag name="KSO_WM_UNIT_COMPATIBLE" val="0"/>
  <p:tag name="KSO_WM_UNIT_ID" val="custom160018_13*f*1"/>
  <p:tag name="KSO_WM_UNIT_PRESET_TEXT_LEN" val="50"/>
  <p:tag name="KSO_WM_UNIT_PRESET_TEXT_INDEX" val="6"/>
</p:tagLst>
</file>

<file path=ppt/tags/tag27.xml><?xml version="1.0" encoding="utf-8"?>
<p:tagLst xmlns:p="http://schemas.openxmlformats.org/presentationml/2006/main">
  <p:tag name="KSO_WM_TEMPLATE_CATEGORY" val="custom"/>
  <p:tag name="KSO_WM_TEMPLATE_INDEX" val="160018"/>
  <p:tag name="KSO_WM_TAG_VERSION" val="1.0"/>
  <p:tag name="KSO_WM_SLIDE_ID" val="custom160018_13"/>
  <p:tag name="KSO_WM_SLIDE_INDEX" val="13"/>
  <p:tag name="KSO_WM_SLIDE_ITEM_CNT" val="1"/>
  <p:tag name="KSO_WM_SLIDE_LAYOUT" val="a_f"/>
  <p:tag name="KSO_WM_SLIDE_LAYOUT_CNT" val="1_1"/>
  <p:tag name="KSO_WM_SLIDE_TYPE" val="text"/>
  <p:tag name="KSO_WM_BEAUTIFY_FLAG" val="#wm#"/>
  <p:tag name="KSO_WM_SLIDE_POSITION" val="72*134"/>
  <p:tag name="KSO_WM_SLIDE_SIZE" val="824*343"/>
</p:tagLst>
</file>

<file path=ppt/tags/tag28.xml><?xml version="1.0" encoding="utf-8"?>
<p:tagLst xmlns:p="http://schemas.openxmlformats.org/presentationml/2006/main">
  <p:tag name="KSO_WM_TAG_VERSION" val="1.0"/>
  <p:tag name="KSO_WM_BEAUTIFY_FLAG" val="#wm#"/>
  <p:tag name="KSO_WM_TEMPLATE_CATEGORY" val="custom"/>
  <p:tag name="KSO_WM_TEMPLATE_INDEX" val="160018"/>
  <p:tag name="KSO_WM_UNIT_TYPE" val="a"/>
  <p:tag name="KSO_WM_UNIT_INDEX" val="1"/>
  <p:tag name="KSO_WM_UNIT_ID" val="custom160018_13*a*1"/>
  <p:tag name="KSO_WM_UNIT_CLEAR" val="1"/>
  <p:tag name="KSO_WM_UNIT_LAYERLEVEL" val="1"/>
  <p:tag name="KSO_WM_UNIT_VALUE" val="19"/>
  <p:tag name="KSO_WM_UNIT_ISCONTENTSTITLE" val="0"/>
  <p:tag name="KSO_WM_UNIT_HIGHLIGHT" val="0"/>
  <p:tag name="KSO_WM_UNIT_COMPATIBLE" val="0"/>
  <p:tag name="KSO_WM_UNIT_PRESET_TEXT_INDEX" val="0"/>
  <p:tag name="KSO_WM_UNIT_PRESET_TEXT_LEN" val="9"/>
</p:tagLst>
</file>

<file path=ppt/tags/tag29.xml><?xml version="1.0" encoding="utf-8"?>
<p:tagLst xmlns:p="http://schemas.openxmlformats.org/presentationml/2006/main">
  <p:tag name="KSO_WM_TAG_VERSION" val="1.0"/>
  <p:tag name="KSO_WM_BEAUTIFY_FLAG" val="#wm#"/>
  <p:tag name="KSO_WM_TEMPLATE_CATEGORY" val="custom"/>
  <p:tag name="KSO_WM_TEMPLATE_INDEX" val="160018"/>
  <p:tag name="KSO_WM_UNIT_TYPE" val="f"/>
  <p:tag name="KSO_WM_UNIT_INDEX" val="1"/>
  <p:tag name="KSO_WM_UNIT_CLEAR" val="1"/>
  <p:tag name="KSO_WM_UNIT_LAYERLEVEL" val="1"/>
  <p:tag name="KSO_WM_UNIT_VALUE" val="297"/>
  <p:tag name="KSO_WM_UNIT_HIGHLIGHT" val="0"/>
  <p:tag name="KSO_WM_UNIT_COMPATIBLE" val="0"/>
  <p:tag name="KSO_WM_UNIT_ID" val="custom160018_13*f*1"/>
  <p:tag name="KSO_WM_UNIT_PRESET_TEXT_LEN" val="50"/>
  <p:tag name="KSO_WM_UNIT_PRESET_TEXT_INDEX" val="6"/>
</p:tagLst>
</file>

<file path=ppt/tags/tag30.xml><?xml version="1.0" encoding="utf-8"?>
<p:tagLst xmlns:p="http://schemas.openxmlformats.org/presentationml/2006/main">
  <p:tag name="KSO_WM_TEMPLATE_CATEGORY" val="custom"/>
  <p:tag name="KSO_WM_TEMPLATE_INDEX" val="160018"/>
  <p:tag name="KSO_WM_TAG_VERSION" val="1.0"/>
  <p:tag name="KSO_WM_SLIDE_ID" val="custom160018_13"/>
  <p:tag name="KSO_WM_SLIDE_INDEX" val="13"/>
  <p:tag name="KSO_WM_SLIDE_ITEM_CNT" val="1"/>
  <p:tag name="KSO_WM_SLIDE_LAYOUT" val="a_f"/>
  <p:tag name="KSO_WM_SLIDE_LAYOUT_CNT" val="1_1"/>
  <p:tag name="KSO_WM_SLIDE_TYPE" val="text"/>
  <p:tag name="KSO_WM_BEAUTIFY_FLAG" val="#wm#"/>
  <p:tag name="KSO_WM_SLIDE_POSITION" val="72*134"/>
  <p:tag name="KSO_WM_SLIDE_SIZE" val="824*343"/>
</p:tagLst>
</file>

<file path=ppt/tags/tag31.xml><?xml version="1.0" encoding="utf-8"?>
<p:tagLst xmlns:p="http://schemas.openxmlformats.org/presentationml/2006/main">
  <p:tag name="KSO_WM_TAG_VERSION" val="1.0"/>
  <p:tag name="KSO_WM_BEAUTIFY_FLAG" val="#wm#"/>
  <p:tag name="KSO_WM_TEMPLATE_CATEGORY" val="custom"/>
  <p:tag name="KSO_WM_TEMPLATE_INDEX" val="160018"/>
  <p:tag name="KSO_WM_UNIT_TYPE" val="a"/>
  <p:tag name="KSO_WM_UNIT_INDEX" val="1"/>
  <p:tag name="KSO_WM_UNIT_ID" val="custom160018_13*a*1"/>
  <p:tag name="KSO_WM_UNIT_CLEAR" val="1"/>
  <p:tag name="KSO_WM_UNIT_LAYERLEVEL" val="1"/>
  <p:tag name="KSO_WM_UNIT_VALUE" val="19"/>
  <p:tag name="KSO_WM_UNIT_ISCONTENTSTITLE" val="0"/>
  <p:tag name="KSO_WM_UNIT_HIGHLIGHT" val="0"/>
  <p:tag name="KSO_WM_UNIT_COMPATIBLE" val="0"/>
  <p:tag name="KSO_WM_UNIT_PRESET_TEXT_INDEX" val="0"/>
  <p:tag name="KSO_WM_UNIT_PRESET_TEXT_LEN" val="9"/>
</p:tagLst>
</file>

<file path=ppt/tags/tag32.xml><?xml version="1.0" encoding="utf-8"?>
<p:tagLst xmlns:p="http://schemas.openxmlformats.org/presentationml/2006/main">
  <p:tag name="KSO_WM_TAG_VERSION" val="1.0"/>
  <p:tag name="KSO_WM_BEAUTIFY_FLAG" val="#wm#"/>
  <p:tag name="KSO_WM_TEMPLATE_CATEGORY" val="custom"/>
  <p:tag name="KSO_WM_TEMPLATE_INDEX" val="160018"/>
  <p:tag name="KSO_WM_UNIT_TYPE" val="f"/>
  <p:tag name="KSO_WM_UNIT_INDEX" val="1"/>
  <p:tag name="KSO_WM_UNIT_CLEAR" val="1"/>
  <p:tag name="KSO_WM_UNIT_LAYERLEVEL" val="1"/>
  <p:tag name="KSO_WM_UNIT_VALUE" val="297"/>
  <p:tag name="KSO_WM_UNIT_HIGHLIGHT" val="0"/>
  <p:tag name="KSO_WM_UNIT_COMPATIBLE" val="0"/>
  <p:tag name="KSO_WM_UNIT_ID" val="custom160018_13*f*1"/>
  <p:tag name="KSO_WM_UNIT_PRESET_TEXT_LEN" val="50"/>
  <p:tag name="KSO_WM_UNIT_PRESET_TEXT_INDEX" val="6"/>
</p:tagLst>
</file>

<file path=ppt/tags/tag33.xml><?xml version="1.0" encoding="utf-8"?>
<p:tagLst xmlns:p="http://schemas.openxmlformats.org/presentationml/2006/main">
  <p:tag name="KSO_WM_TEMPLATE_CATEGORY" val="custom"/>
  <p:tag name="KSO_WM_TEMPLATE_INDEX" val="160018"/>
  <p:tag name="KSO_WM_TAG_VERSION" val="1.0"/>
  <p:tag name="KSO_WM_SLIDE_ID" val="custom160018_13"/>
  <p:tag name="KSO_WM_SLIDE_INDEX" val="13"/>
  <p:tag name="KSO_WM_SLIDE_ITEM_CNT" val="1"/>
  <p:tag name="KSO_WM_SLIDE_LAYOUT" val="a_f"/>
  <p:tag name="KSO_WM_SLIDE_LAYOUT_CNT" val="1_1"/>
  <p:tag name="KSO_WM_SLIDE_TYPE" val="text"/>
  <p:tag name="KSO_WM_BEAUTIFY_FLAG" val="#wm#"/>
  <p:tag name="KSO_WM_SLIDE_POSITION" val="72*134"/>
  <p:tag name="KSO_WM_SLIDE_SIZE" val="824*343"/>
</p:tagLst>
</file>

<file path=ppt/tags/tag34.xml><?xml version="1.0" encoding="utf-8"?>
<p:tagLst xmlns:p="http://schemas.openxmlformats.org/presentationml/2006/main">
  <p:tag name="KSO_WM_TAG_VERSION" val="1.0"/>
  <p:tag name="KSO_WM_BEAUTIFY_FLAG" val="#wm#"/>
  <p:tag name="KSO_WM_TEMPLATE_CATEGORY" val="custom"/>
  <p:tag name="KSO_WM_TEMPLATE_INDEX" val="160018"/>
  <p:tag name="KSO_WM_UNIT_TYPE" val="a"/>
  <p:tag name="KSO_WM_UNIT_INDEX" val="1"/>
  <p:tag name="KSO_WM_UNIT_ID" val="custom160018_13*a*1"/>
  <p:tag name="KSO_WM_UNIT_CLEAR" val="1"/>
  <p:tag name="KSO_WM_UNIT_LAYERLEVEL" val="1"/>
  <p:tag name="KSO_WM_UNIT_VALUE" val="19"/>
  <p:tag name="KSO_WM_UNIT_ISCONTENTSTITLE" val="0"/>
  <p:tag name="KSO_WM_UNIT_HIGHLIGHT" val="0"/>
  <p:tag name="KSO_WM_UNIT_COMPATIBLE" val="0"/>
  <p:tag name="KSO_WM_UNIT_PRESET_TEXT_INDEX" val="0"/>
  <p:tag name="KSO_WM_UNIT_PRESET_TEXT_LEN" val="9"/>
</p:tagLst>
</file>

<file path=ppt/tags/tag35.xml><?xml version="1.0" encoding="utf-8"?>
<p:tagLst xmlns:p="http://schemas.openxmlformats.org/presentationml/2006/main">
  <p:tag name="KSO_WM_TAG_VERSION" val="1.0"/>
  <p:tag name="KSO_WM_BEAUTIFY_FLAG" val="#wm#"/>
  <p:tag name="KSO_WM_TEMPLATE_CATEGORY" val="custom"/>
  <p:tag name="KSO_WM_TEMPLATE_INDEX" val="160018"/>
  <p:tag name="KSO_WM_UNIT_TYPE" val="f"/>
  <p:tag name="KSO_WM_UNIT_INDEX" val="1"/>
  <p:tag name="KSO_WM_UNIT_CLEAR" val="1"/>
  <p:tag name="KSO_WM_UNIT_LAYERLEVEL" val="1"/>
  <p:tag name="KSO_WM_UNIT_VALUE" val="297"/>
  <p:tag name="KSO_WM_UNIT_HIGHLIGHT" val="0"/>
  <p:tag name="KSO_WM_UNIT_COMPATIBLE" val="0"/>
  <p:tag name="KSO_WM_UNIT_ID" val="custom160018_13*f*1"/>
  <p:tag name="KSO_WM_UNIT_PRESET_TEXT_LEN" val="50"/>
  <p:tag name="KSO_WM_UNIT_PRESET_TEXT_INDEX" val="6"/>
</p:tagLst>
</file>

<file path=ppt/tags/tag36.xml><?xml version="1.0" encoding="utf-8"?>
<p:tagLst xmlns:p="http://schemas.openxmlformats.org/presentationml/2006/main">
  <p:tag name="KSO_WM_TEMPLATE_CATEGORY" val="custom"/>
  <p:tag name="KSO_WM_TEMPLATE_INDEX" val="160018"/>
  <p:tag name="KSO_WM_TAG_VERSION" val="1.0"/>
  <p:tag name="KSO_WM_SLIDE_ID" val="custom160018_13"/>
  <p:tag name="KSO_WM_SLIDE_INDEX" val="13"/>
  <p:tag name="KSO_WM_SLIDE_ITEM_CNT" val="1"/>
  <p:tag name="KSO_WM_SLIDE_LAYOUT" val="a_f"/>
  <p:tag name="KSO_WM_SLIDE_LAYOUT_CNT" val="1_1"/>
  <p:tag name="KSO_WM_SLIDE_TYPE" val="text"/>
  <p:tag name="KSO_WM_BEAUTIFY_FLAG" val="#wm#"/>
  <p:tag name="KSO_WM_SLIDE_POSITION" val="72*134"/>
  <p:tag name="KSO_WM_SLIDE_SIZE" val="824*343"/>
</p:tagLst>
</file>

<file path=ppt/tags/tag37.xml><?xml version="1.0" encoding="utf-8"?>
<p:tagLst xmlns:p="http://schemas.openxmlformats.org/presentationml/2006/main">
  <p:tag name="KSO_WM_TEMPLATE_CATEGORY" val="custom"/>
  <p:tag name="KSO_WM_TEMPLATE_INDEX" val="160018"/>
</p:tagLst>
</file>

<file path=ppt/tags/tag38.xml><?xml version="1.0" encoding="utf-8"?>
<p:tagLst xmlns:p="http://schemas.openxmlformats.org/presentationml/2006/main">
  <p:tag name="KSO_WM_TAG_VERSION" val="1.0"/>
  <p:tag name="KSO_WM_BEAUTIFY_FLAG" val="#wm#"/>
  <p:tag name="KSO_WM_TEMPLATE_CATEGORY" val="custom"/>
  <p:tag name="KSO_WM_TEMPLATE_INDEX" val="160018"/>
  <p:tag name="KSO_WM_UNIT_TYPE" val="a"/>
  <p:tag name="KSO_WM_UNIT_INDEX" val="1"/>
  <p:tag name="KSO_WM_UNIT_ID" val="custom160018_13*a*1"/>
  <p:tag name="KSO_WM_UNIT_CLEAR" val="1"/>
  <p:tag name="KSO_WM_UNIT_LAYERLEVEL" val="1"/>
  <p:tag name="KSO_WM_UNIT_VALUE" val="19"/>
  <p:tag name="KSO_WM_UNIT_ISCONTENTSTITLE" val="0"/>
  <p:tag name="KSO_WM_UNIT_HIGHLIGHT" val="0"/>
  <p:tag name="KSO_WM_UNIT_COMPATIBLE" val="0"/>
  <p:tag name="KSO_WM_UNIT_PRESET_TEXT_INDEX" val="0"/>
  <p:tag name="KSO_WM_UNIT_PRESET_TEXT_LEN" val="9"/>
</p:tagLst>
</file>

<file path=ppt/tags/tag39.xml><?xml version="1.0" encoding="utf-8"?>
<p:tagLst xmlns:p="http://schemas.openxmlformats.org/presentationml/2006/main">
  <p:tag name="KSO_WM_TAG_VERSION" val="1.0"/>
  <p:tag name="KSO_WM_BEAUTIFY_FLAG" val="#wm#"/>
  <p:tag name="KSO_WM_TEMPLATE_CATEGORY" val="custom"/>
  <p:tag name="KSO_WM_TEMPLATE_INDEX" val="160018"/>
  <p:tag name="KSO_WM_UNIT_TYPE" val="f"/>
  <p:tag name="KSO_WM_UNIT_INDEX" val="1"/>
  <p:tag name="KSO_WM_UNIT_CLEAR" val="1"/>
  <p:tag name="KSO_WM_UNIT_LAYERLEVEL" val="1"/>
  <p:tag name="KSO_WM_UNIT_VALUE" val="297"/>
  <p:tag name="KSO_WM_UNIT_HIGHLIGHT" val="0"/>
  <p:tag name="KSO_WM_UNIT_COMPATIBLE" val="0"/>
  <p:tag name="KSO_WM_UNIT_ID" val="custom160018_13*f*1"/>
  <p:tag name="KSO_WM_UNIT_PRESET_TEXT_LEN" val="50"/>
  <p:tag name="KSO_WM_UNIT_PRESET_TEXT_INDEX" val="6"/>
</p:tagLst>
</file>

<file path=ppt/tags/tag40.xml><?xml version="1.0" encoding="utf-8"?>
<p:tagLst xmlns:p="http://schemas.openxmlformats.org/presentationml/2006/main">
  <p:tag name="KSO_WM_TEMPLATE_CATEGORY" val="custom"/>
  <p:tag name="KSO_WM_TEMPLATE_INDEX" val="160018"/>
  <p:tag name="KSO_WM_TAG_VERSION" val="1.0"/>
  <p:tag name="KSO_WM_SLIDE_ID" val="custom160018_13"/>
  <p:tag name="KSO_WM_SLIDE_INDEX" val="13"/>
  <p:tag name="KSO_WM_SLIDE_ITEM_CNT" val="1"/>
  <p:tag name="KSO_WM_SLIDE_LAYOUT" val="a_f"/>
  <p:tag name="KSO_WM_SLIDE_LAYOUT_CNT" val="1_1"/>
  <p:tag name="KSO_WM_SLIDE_TYPE" val="text"/>
  <p:tag name="KSO_WM_BEAUTIFY_FLAG" val="#wm#"/>
  <p:tag name="KSO_WM_SLIDE_POSITION" val="72*134"/>
  <p:tag name="KSO_WM_SLIDE_SIZE" val="824*343"/>
</p:tagLst>
</file>

<file path=ppt/tags/tag41.xml><?xml version="1.0" encoding="utf-8"?>
<p:tagLst xmlns:p="http://schemas.openxmlformats.org/presentationml/2006/main">
  <p:tag name="KSO_WM_TAG_VERSION" val="1.0"/>
  <p:tag name="KSO_WM_BEAUTIFY_FLAG" val="#wm#"/>
  <p:tag name="KSO_WM_TEMPLATE_CATEGORY" val="custom"/>
  <p:tag name="KSO_WM_TEMPLATE_INDEX" val="160018"/>
  <p:tag name="KSO_WM_UNIT_TYPE" val="a"/>
  <p:tag name="KSO_WM_UNIT_INDEX" val="1"/>
  <p:tag name="KSO_WM_UNIT_ID" val="custom160018_13*a*1"/>
  <p:tag name="KSO_WM_UNIT_CLEAR" val="1"/>
  <p:tag name="KSO_WM_UNIT_LAYERLEVEL" val="1"/>
  <p:tag name="KSO_WM_UNIT_VALUE" val="19"/>
  <p:tag name="KSO_WM_UNIT_ISCONTENTSTITLE" val="0"/>
  <p:tag name="KSO_WM_UNIT_HIGHLIGHT" val="0"/>
  <p:tag name="KSO_WM_UNIT_COMPATIBLE" val="0"/>
  <p:tag name="KSO_WM_UNIT_PRESET_TEXT_INDEX" val="0"/>
  <p:tag name="KSO_WM_UNIT_PRESET_TEXT_LEN" val="9"/>
</p:tagLst>
</file>

<file path=ppt/tags/tag42.xml><?xml version="1.0" encoding="utf-8"?>
<p:tagLst xmlns:p="http://schemas.openxmlformats.org/presentationml/2006/main">
  <p:tag name="KSO_WM_TAG_VERSION" val="1.0"/>
  <p:tag name="KSO_WM_BEAUTIFY_FLAG" val="#wm#"/>
  <p:tag name="KSO_WM_TEMPLATE_CATEGORY" val="custom"/>
  <p:tag name="KSO_WM_TEMPLATE_INDEX" val="160018"/>
  <p:tag name="KSO_WM_UNIT_TYPE" val="f"/>
  <p:tag name="KSO_WM_UNIT_INDEX" val="1"/>
  <p:tag name="KSO_WM_UNIT_CLEAR" val="1"/>
  <p:tag name="KSO_WM_UNIT_LAYERLEVEL" val="1"/>
  <p:tag name="KSO_WM_UNIT_VALUE" val="297"/>
  <p:tag name="KSO_WM_UNIT_HIGHLIGHT" val="0"/>
  <p:tag name="KSO_WM_UNIT_COMPATIBLE" val="0"/>
  <p:tag name="KSO_WM_UNIT_ID" val="custom160018_13*f*1"/>
  <p:tag name="KSO_WM_UNIT_PRESET_TEXT_LEN" val="50"/>
  <p:tag name="KSO_WM_UNIT_PRESET_TEXT_INDEX" val="6"/>
</p:tagLst>
</file>

<file path=ppt/tags/tag43.xml><?xml version="1.0" encoding="utf-8"?>
<p:tagLst xmlns:p="http://schemas.openxmlformats.org/presentationml/2006/main">
  <p:tag name="KSO_WM_TEMPLATE_CATEGORY" val="custom"/>
  <p:tag name="KSO_WM_TEMPLATE_INDEX" val="160018"/>
  <p:tag name="KSO_WM_TAG_VERSION" val="1.0"/>
  <p:tag name="KSO_WM_SLIDE_ID" val="custom160018_13"/>
  <p:tag name="KSO_WM_SLIDE_INDEX" val="13"/>
  <p:tag name="KSO_WM_SLIDE_ITEM_CNT" val="1"/>
  <p:tag name="KSO_WM_SLIDE_LAYOUT" val="a_f"/>
  <p:tag name="KSO_WM_SLIDE_LAYOUT_CNT" val="1_1"/>
  <p:tag name="KSO_WM_SLIDE_TYPE" val="text"/>
  <p:tag name="KSO_WM_BEAUTIFY_FLAG" val="#wm#"/>
  <p:tag name="KSO_WM_SLIDE_POSITION" val="72*134"/>
  <p:tag name="KSO_WM_SLIDE_SIZE" val="824*343"/>
</p:tagLst>
</file>

<file path=ppt/theme/_rels/theme1.xml.rels><?xml version="1.0" encoding="UTF-8" standalone="yes"?>
<Relationships xmlns="http://schemas.openxmlformats.org/package/2006/relationships"><Relationship Id="rId1" Type="http://schemas.openxmlformats.org/officeDocument/2006/relationships/image" Target="../media/image6.jpeg"/></Relationships>
</file>

<file path=ppt/theme/theme1.xml><?xml version="1.0" encoding="utf-8"?>
<a:theme xmlns:a="http://schemas.openxmlformats.org/drawingml/2006/main" name="木活字">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Axis">
  <a:themeElements>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fontScheme name="Axis">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bg1"/>
        </a:solidFill>
        <a:ln w="952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Axis 1">
        <a:dk1>
          <a:srgbClr val="080808"/>
        </a:dk1>
        <a:lt1>
          <a:srgbClr val="F8F8F8"/>
        </a:lt1>
        <a:dk2>
          <a:srgbClr val="330000"/>
        </a:dk2>
        <a:lt2>
          <a:srgbClr val="FFFFFF"/>
        </a:lt2>
        <a:accent1>
          <a:srgbClr val="FF9900"/>
        </a:accent1>
        <a:accent2>
          <a:srgbClr val="CC3300"/>
        </a:accent2>
        <a:accent3>
          <a:srgbClr val="ADAAAA"/>
        </a:accent3>
        <a:accent4>
          <a:srgbClr val="D4D4D4"/>
        </a:accent4>
        <a:accent5>
          <a:srgbClr val="FFCAAA"/>
        </a:accent5>
        <a:accent6>
          <a:srgbClr val="B92D00"/>
        </a:accent6>
        <a:hlink>
          <a:srgbClr val="CC6600"/>
        </a:hlink>
        <a:folHlink>
          <a:srgbClr val="B2B282"/>
        </a:folHlink>
      </a:clrScheme>
      <a:clrMap bg1="dk2" tx1="lt1" bg2="dk1" tx2="lt2" accent1="accent1" accent2="accent2" accent3="accent3" accent4="accent4" accent5="accent5" accent6="accent6" hlink="hlink" folHlink="folHlink"/>
    </a:extraClrScheme>
    <a:extraClrScheme>
      <a:clrScheme name="Axis 2">
        <a:dk1>
          <a:srgbClr val="333333"/>
        </a:dk1>
        <a:lt1>
          <a:srgbClr val="F8F8F8"/>
        </a:lt1>
        <a:dk2>
          <a:srgbClr val="800000"/>
        </a:dk2>
        <a:lt2>
          <a:srgbClr val="FFFFFF"/>
        </a:lt2>
        <a:accent1>
          <a:srgbClr val="CC9900"/>
        </a:accent1>
        <a:accent2>
          <a:srgbClr val="666666"/>
        </a:accent2>
        <a:accent3>
          <a:srgbClr val="C0AAAA"/>
        </a:accent3>
        <a:accent4>
          <a:srgbClr val="D4D4D4"/>
        </a:accent4>
        <a:accent5>
          <a:srgbClr val="E2CAAA"/>
        </a:accent5>
        <a:accent6>
          <a:srgbClr val="5C5C5C"/>
        </a:accent6>
        <a:hlink>
          <a:srgbClr val="CC6600"/>
        </a:hlink>
        <a:folHlink>
          <a:srgbClr val="95A587"/>
        </a:folHlink>
      </a:clrScheme>
      <a:clrMap bg1="dk2" tx1="lt1" bg2="dk1" tx2="lt2" accent1="accent1" accent2="accent2" accent3="accent3" accent4="accent4" accent5="accent5" accent6="accent6" hlink="hlink" folHlink="folHlink"/>
    </a:extraClrScheme>
    <a:extraClrScheme>
      <a:clrScheme name="Axis 3">
        <a:dk1>
          <a:srgbClr val="5F5F5F"/>
        </a:dk1>
        <a:lt1>
          <a:srgbClr val="A4BEE0"/>
        </a:lt1>
        <a:dk2>
          <a:srgbClr val="013253"/>
        </a:dk2>
        <a:lt2>
          <a:srgbClr val="FFFFFF"/>
        </a:lt2>
        <a:accent1>
          <a:srgbClr val="588480"/>
        </a:accent1>
        <a:accent2>
          <a:srgbClr val="6600FF"/>
        </a:accent2>
        <a:accent3>
          <a:srgbClr val="AAADB3"/>
        </a:accent3>
        <a:accent4>
          <a:srgbClr val="8BA2BF"/>
        </a:accent4>
        <a:accent5>
          <a:srgbClr val="B4C2C0"/>
        </a:accent5>
        <a:accent6>
          <a:srgbClr val="5C00E7"/>
        </a:accent6>
        <a:hlink>
          <a:srgbClr val="CCCC00"/>
        </a:hlink>
        <a:folHlink>
          <a:srgbClr val="5F5F5F"/>
        </a:folHlink>
      </a:clrScheme>
      <a:clrMap bg1="dk2" tx1="lt1" bg2="dk1" tx2="lt2" accent1="accent1" accent2="accent2" accent3="accent3" accent4="accent4" accent5="accent5" accent6="accent6" hlink="hlink" folHlink="folHlink"/>
    </a:extraClrScheme>
    <a:extraClrScheme>
      <a:clrScheme name="Axis 4">
        <a:dk1>
          <a:srgbClr val="003300"/>
        </a:dk1>
        <a:lt1>
          <a:srgbClr val="F8F8F8"/>
        </a:lt1>
        <a:dk2>
          <a:srgbClr val="3D4A1C"/>
        </a:dk2>
        <a:lt2>
          <a:srgbClr val="FFFFFF"/>
        </a:lt2>
        <a:accent1>
          <a:srgbClr val="99CC00"/>
        </a:accent1>
        <a:accent2>
          <a:srgbClr val="669900"/>
        </a:accent2>
        <a:accent3>
          <a:srgbClr val="AFB1AB"/>
        </a:accent3>
        <a:accent4>
          <a:srgbClr val="D4D4D4"/>
        </a:accent4>
        <a:accent5>
          <a:srgbClr val="CAE2AA"/>
        </a:accent5>
        <a:accent6>
          <a:srgbClr val="5C8A00"/>
        </a:accent6>
        <a:hlink>
          <a:srgbClr val="CC9900"/>
        </a:hlink>
        <a:folHlink>
          <a:srgbClr val="B2B282"/>
        </a:folHlink>
      </a:clrScheme>
      <a:clrMap bg1="dk2" tx1="lt1" bg2="dk1" tx2="lt2" accent1="accent1" accent2="accent2" accent3="accent3" accent4="accent4" accent5="accent5" accent6="accent6" hlink="hlink" folHlink="folHlink"/>
    </a:extraClrScheme>
    <a:extraClrScheme>
      <a:clrScheme name="Axis 5">
        <a:dk1>
          <a:srgbClr val="333333"/>
        </a:dk1>
        <a:lt1>
          <a:srgbClr val="F8F8F8"/>
        </a:lt1>
        <a:dk2>
          <a:srgbClr val="005D8C"/>
        </a:dk2>
        <a:lt2>
          <a:srgbClr val="FFFFFF"/>
        </a:lt2>
        <a:accent1>
          <a:srgbClr val="00CC99"/>
        </a:accent1>
        <a:accent2>
          <a:srgbClr val="0099CC"/>
        </a:accent2>
        <a:accent3>
          <a:srgbClr val="AAB6C5"/>
        </a:accent3>
        <a:accent4>
          <a:srgbClr val="D4D4D4"/>
        </a:accent4>
        <a:accent5>
          <a:srgbClr val="AAE2CA"/>
        </a:accent5>
        <a:accent6>
          <a:srgbClr val="008AB9"/>
        </a:accent6>
        <a:hlink>
          <a:srgbClr val="FFCC00"/>
        </a:hlink>
        <a:folHlink>
          <a:srgbClr val="D8D48C"/>
        </a:folHlink>
      </a:clrScheme>
      <a:clrMap bg1="dk2" tx1="lt1" bg2="dk1" tx2="lt2" accent1="accent1" accent2="accent2" accent3="accent3" accent4="accent4" accent5="accent5" accent6="accent6" hlink="hlink" folHlink="folHlink"/>
    </a:extraClrScheme>
    <a:extraClrScheme>
      <a:clrScheme name="Axis 6">
        <a:dk1>
          <a:srgbClr val="000000"/>
        </a:dk1>
        <a:lt1>
          <a:srgbClr val="ECAE00"/>
        </a:lt1>
        <a:dk2>
          <a:srgbClr val="FFFFFF"/>
        </a:dk2>
        <a:lt2>
          <a:srgbClr val="333333"/>
        </a:lt2>
        <a:accent1>
          <a:srgbClr val="CC6600"/>
        </a:accent1>
        <a:accent2>
          <a:srgbClr val="BA6D10"/>
        </a:accent2>
        <a:accent3>
          <a:srgbClr val="F4D3AA"/>
        </a:accent3>
        <a:accent4>
          <a:srgbClr val="000000"/>
        </a:accent4>
        <a:accent5>
          <a:srgbClr val="E2B8AA"/>
        </a:accent5>
        <a:accent6>
          <a:srgbClr val="A8620D"/>
        </a:accent6>
        <a:hlink>
          <a:srgbClr val="666633"/>
        </a:hlink>
        <a:folHlink>
          <a:srgbClr val="8D996D"/>
        </a:folHlink>
      </a:clrScheme>
      <a:clrMap bg1="lt1" tx1="dk1" bg2="lt2" tx2="dk2" accent1="accent1" accent2="accent2" accent3="accent3" accent4="accent4" accent5="accent5" accent6="accent6" hlink="hlink" folHlink="folHlink"/>
    </a:extraClrScheme>
    <a:extraClrScheme>
      <a:clrScheme name="Axis 7">
        <a:dk1>
          <a:srgbClr val="000000"/>
        </a:dk1>
        <a:lt1>
          <a:srgbClr val="FFFFFF"/>
        </a:lt1>
        <a:dk2>
          <a:srgbClr val="372221"/>
        </a:dk2>
        <a:lt2>
          <a:srgbClr val="808080"/>
        </a:lt2>
        <a:accent1>
          <a:srgbClr val="009999"/>
        </a:accent1>
        <a:accent2>
          <a:srgbClr val="9AAC98"/>
        </a:accent2>
        <a:accent3>
          <a:srgbClr val="FFFFFF"/>
        </a:accent3>
        <a:accent4>
          <a:srgbClr val="000000"/>
        </a:accent4>
        <a:accent5>
          <a:srgbClr val="AACACA"/>
        </a:accent5>
        <a:accent6>
          <a:srgbClr val="8B9B89"/>
        </a:accent6>
        <a:hlink>
          <a:srgbClr val="666699"/>
        </a:hlink>
        <a:folHlink>
          <a:srgbClr val="B2B2B2"/>
        </a:folHlink>
      </a:clrScheme>
      <a:clrMap bg1="lt1" tx1="dk1" bg2="lt2" tx2="dk2" accent1="accent1" accent2="accent2" accent3="accent3" accent4="accent4" accent5="accent5" accent6="accent6" hlink="hlink" folHlink="folHlink"/>
    </a:extraClrScheme>
    <a:extraClrScheme>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emp">
      <a:majorFont>
        <a:latin typeface="Arial"/>
        <a:ea typeface="微软雅黑 Light"/>
        <a:cs typeface=""/>
      </a:majorFont>
      <a:minorFont>
        <a:latin typeface="Arial"/>
        <a:ea typeface="微软雅黑 Light"/>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默认设计模板">
  <a:themeElements>
    <a:clrScheme name="PPT18">
      <a:dk1>
        <a:srgbClr val="000000"/>
      </a:dk1>
      <a:lt1>
        <a:srgbClr val="FFFFFF"/>
      </a:lt1>
      <a:dk2>
        <a:srgbClr val="333399"/>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默认设计模板">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木活字</Template>
  <TotalTime>0</TotalTime>
  <Words>8772</Words>
  <Application>WPS 演示</Application>
  <PresentationFormat>宽屏</PresentationFormat>
  <Paragraphs>727</Paragraphs>
  <Slides>53</Slides>
  <Notes>10</Notes>
  <HiddenSlides>0</HiddenSlides>
  <MMClips>0</MMClips>
  <ScaleCrop>false</ScaleCrop>
  <HeadingPairs>
    <vt:vector size="6" baseType="variant">
      <vt:variant>
        <vt:lpstr>已用的字体</vt:lpstr>
      </vt:variant>
      <vt:variant>
        <vt:i4>18</vt:i4>
      </vt:variant>
      <vt:variant>
        <vt:lpstr>主题</vt:lpstr>
      </vt:variant>
      <vt:variant>
        <vt:i4>4</vt:i4>
      </vt:variant>
      <vt:variant>
        <vt:lpstr>幻灯片标题</vt:lpstr>
      </vt:variant>
      <vt:variant>
        <vt:i4>53</vt:i4>
      </vt:variant>
    </vt:vector>
  </HeadingPairs>
  <TitlesOfParts>
    <vt:vector size="75" baseType="lpstr">
      <vt:lpstr>Arial</vt:lpstr>
      <vt:lpstr>宋体</vt:lpstr>
      <vt:lpstr>Wingdings</vt:lpstr>
      <vt:lpstr>Rockwell Extra Bold</vt:lpstr>
      <vt:lpstr>Calibri</vt:lpstr>
      <vt:lpstr>Times New Roman</vt:lpstr>
      <vt:lpstr>Wingdings</vt:lpstr>
      <vt:lpstr>黑体</vt:lpstr>
      <vt:lpstr>Arial</vt:lpstr>
      <vt:lpstr>Wingdings 2</vt:lpstr>
      <vt:lpstr>Rockwell</vt:lpstr>
      <vt:lpstr>方正姚体</vt:lpstr>
      <vt:lpstr>Segoe Print</vt:lpstr>
      <vt:lpstr>Rockwell Condensed</vt:lpstr>
      <vt:lpstr>微软雅黑</vt:lpstr>
      <vt:lpstr>Arial Unicode MS</vt:lpstr>
      <vt:lpstr>等线</vt:lpstr>
      <vt:lpstr>微软雅黑 Light</vt:lpstr>
      <vt:lpstr>木活字</vt:lpstr>
      <vt:lpstr>Axis</vt:lpstr>
      <vt:lpstr>Office 主题</vt:lpstr>
      <vt:lpstr>1_默认设计模板</vt:lpstr>
      <vt:lpstr>软件可靠性</vt:lpstr>
      <vt:lpstr>PowerPoint 演示文稿</vt:lpstr>
      <vt:lpstr>PowerPoint 演示文稿</vt:lpstr>
      <vt:lpstr>PowerPoint 演示文稿</vt:lpstr>
      <vt:lpstr>PowerPoint 演示文稿</vt:lpstr>
      <vt:lpstr>PowerPoint 演示文稿</vt:lpstr>
      <vt:lpstr>软件可靠性——发展史</vt:lpstr>
      <vt:lpstr>软件可靠性面临的挑战</vt:lpstr>
      <vt:lpstr>软件故障机理</vt:lpstr>
      <vt:lpstr> </vt:lpstr>
      <vt:lpstr>什么是软件的可靠性？</vt:lpstr>
      <vt:lpstr>PowerPoint 演示文稿</vt:lpstr>
      <vt:lpstr>软件可靠性——定义</vt:lpstr>
      <vt:lpstr>软件可靠性——影响因素</vt:lpstr>
      <vt:lpstr>软件可靠性——影响因素（续）</vt:lpstr>
      <vt:lpstr>三、影响软件可靠性的因素（八点）</vt:lpstr>
      <vt:lpstr>PowerPoint 演示文稿</vt:lpstr>
      <vt:lpstr>PowerPoint 演示文稿</vt:lpstr>
      <vt:lpstr>PowerPoint 演示文稿</vt:lpstr>
      <vt:lpstr>PowerPoint 演示文稿</vt:lpstr>
      <vt:lpstr>PowerPoint 演示文稿</vt:lpstr>
      <vt:lpstr>PowerPoint 演示文稿</vt:lpstr>
      <vt:lpstr> </vt:lpstr>
      <vt:lpstr>PowerPoint 演示文稿</vt:lpstr>
      <vt:lpstr>PowerPoint 演示文稿</vt:lpstr>
      <vt:lpstr>软件可靠性模型</vt:lpstr>
      <vt:lpstr>软件可靠性模型——模型标准</vt:lpstr>
      <vt:lpstr>软件可靠性模型——模型建立</vt:lpstr>
      <vt:lpstr>软件可靠性模型——经典模型</vt:lpstr>
      <vt:lpstr>软件可靠性模型——评价标准</vt:lpstr>
      <vt:lpstr>软件可靠性测试与评估</vt:lpstr>
      <vt:lpstr>提高软件可靠性的方法与技术</vt:lpstr>
      <vt:lpstr>提高软件可靠性的方法与技术</vt:lpstr>
      <vt:lpstr>提高软件可靠性的方法与技术</vt:lpstr>
      <vt:lpstr>提高软件可靠性的方法与技术</vt:lpstr>
      <vt:lpstr>提高软件可靠性的方法与技术</vt:lpstr>
      <vt:lpstr>提高软件可靠性的方法与技术</vt:lpstr>
      <vt:lpstr>提高软件可靠性的方法与技术</vt:lpstr>
      <vt:lpstr>提高软件可靠性的方法与技术</vt:lpstr>
      <vt:lpstr>提高软件可靠性的方法与技术</vt:lpstr>
      <vt:lpstr>提高软件可靠性的方法与技术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思考题</vt:lpstr>
      <vt:lpstr>ThANKS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161220181@smail.nju.edu.cn</dc:creator>
  <cp:lastModifiedBy>Mr Nie</cp:lastModifiedBy>
  <cp:revision>51</cp:revision>
  <dcterms:created xsi:type="dcterms:W3CDTF">2018-11-18T06:43:00Z</dcterms:created>
  <dcterms:modified xsi:type="dcterms:W3CDTF">2022-09-13T03:31:59Z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E6D41E342D38443F9B4F2BA8552CA98A</vt:lpwstr>
  </property>
  <property fmtid="{D5CDD505-2E9C-101B-9397-08002B2CF9AE}" pid="3" name="KSOProductBuildVer">
    <vt:lpwstr>2052-11.1.0.11411</vt:lpwstr>
  </property>
</Properties>
</file>